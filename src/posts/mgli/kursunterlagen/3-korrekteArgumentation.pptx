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1"/>
  </p:notesMasterIdLst>
  <p:sldIdLst>
    <p:sldId id="402" r:id="rId2"/>
    <p:sldId id="422" r:id="rId3"/>
    <p:sldId id="403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9" r:id="rId12"/>
    <p:sldId id="448" r:id="rId13"/>
    <p:sldId id="444" r:id="rId14"/>
    <p:sldId id="445" r:id="rId15"/>
    <p:sldId id="446" r:id="rId16"/>
    <p:sldId id="447" r:id="rId17"/>
    <p:sldId id="451" r:id="rId18"/>
    <p:sldId id="453" r:id="rId19"/>
    <p:sldId id="452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>
          <p15:clr>
            <a:srgbClr val="A4A3A4"/>
          </p15:clr>
        </p15:guide>
        <p15:guide id="2" orient="horz" pos="336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orient="horz" pos="3226">
          <p15:clr>
            <a:srgbClr val="A4A3A4"/>
          </p15:clr>
        </p15:guide>
        <p15:guide id="5" pos="1292">
          <p15:clr>
            <a:srgbClr val="A4A3A4"/>
          </p15:clr>
        </p15:guide>
        <p15:guide id="6" pos="771">
          <p15:clr>
            <a:srgbClr val="A4A3A4"/>
          </p15:clr>
        </p15:guide>
        <p15:guide id="7" pos="2925">
          <p15:clr>
            <a:srgbClr val="A4A3A4"/>
          </p15:clr>
        </p15:guide>
        <p15:guide id="8" pos="589">
          <p15:clr>
            <a:srgbClr val="A4A3A4"/>
          </p15:clr>
        </p15:guide>
        <p15:guide id="9" pos="2721">
          <p15:clr>
            <a:srgbClr val="A4A3A4"/>
          </p15:clr>
        </p15:guide>
        <p15:guide id="10" pos="1451">
          <p15:clr>
            <a:srgbClr val="A4A3A4"/>
          </p15:clr>
        </p15:guide>
        <p15:guide id="11" pos="3470">
          <p15:clr>
            <a:srgbClr val="A4A3A4"/>
          </p15:clr>
        </p15:guide>
        <p15:guide id="12" pos="24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333399"/>
    <a:srgbClr val="FF0000"/>
    <a:srgbClr val="FFFF00"/>
    <a:srgbClr val="FF5050"/>
    <a:srgbClr val="808080"/>
    <a:srgbClr val="AF0000"/>
    <a:srgbClr val="0066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D02D75-A147-476C-9C2E-34D2842673E8}" v="55" dt="2026-09-05T15:29:10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8" autoAdjust="0"/>
    <p:restoredTop sz="83255" autoAdjust="0"/>
  </p:normalViewPr>
  <p:slideViewPr>
    <p:cSldViewPr snapToObjects="1">
      <p:cViewPr varScale="1">
        <p:scale>
          <a:sx n="74" d="100"/>
          <a:sy n="74" d="100"/>
        </p:scale>
        <p:origin x="1196" y="56"/>
      </p:cViewPr>
      <p:guideLst>
        <p:guide orient="horz" pos="3680"/>
        <p:guide orient="horz" pos="336"/>
        <p:guide orient="horz" pos="3997"/>
        <p:guide orient="horz" pos="3226"/>
        <p:guide pos="1292"/>
        <p:guide pos="771"/>
        <p:guide pos="2925"/>
        <p:guide pos="589"/>
        <p:guide pos="2721"/>
        <p:guide pos="1451"/>
        <p:guide pos="3470"/>
        <p:guide pos="24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Vogt" userId="8f2cb726-881e-407e-b2de-45ed121033e4" providerId="ADAL" clId="{70EBE32E-D786-43DC-AA27-849F4B469A0A}"/>
    <pc:docChg chg="undo redo custSel addSld delSld modSld sldOrd">
      <pc:chgData name="Andreas Vogt" userId="8f2cb726-881e-407e-b2de-45ed121033e4" providerId="ADAL" clId="{70EBE32E-D786-43DC-AA27-849F4B469A0A}" dt="2026-09-05T15:29:10.144" v="7078" actId="962"/>
      <pc:docMkLst>
        <pc:docMk/>
      </pc:docMkLst>
      <pc:sldChg chg="delSp modSp mod">
        <pc:chgData name="Andreas Vogt" userId="8f2cb726-881e-407e-b2de-45ed121033e4" providerId="ADAL" clId="{70EBE32E-D786-43DC-AA27-849F4B469A0A}" dt="2026-08-24T07:24:31.074" v="6895" actId="962"/>
        <pc:sldMkLst>
          <pc:docMk/>
          <pc:sldMk cId="0" sldId="402"/>
        </pc:sldMkLst>
        <pc:spChg chg="mod">
          <ac:chgData name="Andreas Vogt" userId="8f2cb726-881e-407e-b2de-45ed121033e4" providerId="ADAL" clId="{70EBE32E-D786-43DC-AA27-849F4B469A0A}" dt="2026-08-13T07:43:46.426" v="17" actId="12788"/>
          <ac:spMkLst>
            <pc:docMk/>
            <pc:sldMk cId="0" sldId="402"/>
            <ac:spMk id="2050" creationId="{00000000-0000-0000-0000-000000000000}"/>
          </ac:spMkLst>
        </pc:spChg>
        <pc:picChg chg="mod ord">
          <ac:chgData name="Andreas Vogt" userId="8f2cb726-881e-407e-b2de-45ed121033e4" providerId="ADAL" clId="{70EBE32E-D786-43DC-AA27-849F4B469A0A}" dt="2026-08-24T07:24:31.074" v="6895" actId="962"/>
          <ac:picMkLst>
            <pc:docMk/>
            <pc:sldMk cId="0" sldId="402"/>
            <ac:picMk id="4" creationId="{745BABB9-C232-3047-F21F-E3803B0C16DA}"/>
          </ac:picMkLst>
        </pc:picChg>
      </pc:sldChg>
      <pc:sldChg chg="addSp delSp modSp mod modAnim">
        <pc:chgData name="Andreas Vogt" userId="8f2cb726-881e-407e-b2de-45ed121033e4" providerId="ADAL" clId="{70EBE32E-D786-43DC-AA27-849F4B469A0A}" dt="2026-08-22T16:22:16.781" v="6870" actId="1037"/>
        <pc:sldMkLst>
          <pc:docMk/>
          <pc:sldMk cId="0" sldId="403"/>
        </pc:sldMkLst>
        <pc:spChg chg="add mod">
          <ac:chgData name="Andreas Vogt" userId="8f2cb726-881e-407e-b2de-45ed121033e4" providerId="ADAL" clId="{70EBE32E-D786-43DC-AA27-849F4B469A0A}" dt="2026-08-13T16:44:11.895" v="5687" actId="693"/>
          <ac:spMkLst>
            <pc:docMk/>
            <pc:sldMk cId="0" sldId="403"/>
            <ac:spMk id="18" creationId="{78318289-8682-086A-2530-30F507CAFFB8}"/>
          </ac:spMkLst>
        </pc:spChg>
        <pc:picChg chg="mod ord">
          <ac:chgData name="Andreas Vogt" userId="8f2cb726-881e-407e-b2de-45ed121033e4" providerId="ADAL" clId="{70EBE32E-D786-43DC-AA27-849F4B469A0A}" dt="2026-08-22T16:22:16.781" v="6870" actId="1037"/>
          <ac:picMkLst>
            <pc:docMk/>
            <pc:sldMk cId="0" sldId="403"/>
            <ac:picMk id="3" creationId="{51A7671F-C662-A595-4973-7CBC9556392A}"/>
          </ac:picMkLst>
        </pc:picChg>
        <pc:picChg chg="mod ord">
          <ac:chgData name="Andreas Vogt" userId="8f2cb726-881e-407e-b2de-45ed121033e4" providerId="ADAL" clId="{70EBE32E-D786-43DC-AA27-849F4B469A0A}" dt="2026-08-13T16:42:17.513" v="5624" actId="14100"/>
          <ac:picMkLst>
            <pc:docMk/>
            <pc:sldMk cId="0" sldId="403"/>
            <ac:picMk id="5" creationId="{32DF2D7D-0079-591A-9B79-DFF22A5F2641}"/>
          </ac:picMkLst>
        </pc:picChg>
        <pc:picChg chg="mod ord">
          <ac:chgData name="Andreas Vogt" userId="8f2cb726-881e-407e-b2de-45ed121033e4" providerId="ADAL" clId="{70EBE32E-D786-43DC-AA27-849F4B469A0A}" dt="2026-08-13T08:02:55.666" v="285" actId="14100"/>
          <ac:picMkLst>
            <pc:docMk/>
            <pc:sldMk cId="0" sldId="403"/>
            <ac:picMk id="7" creationId="{E3961A74-7D65-662E-052C-649B6EFBA66A}"/>
          </ac:picMkLst>
        </pc:picChg>
        <pc:picChg chg="mod ord">
          <ac:chgData name="Andreas Vogt" userId="8f2cb726-881e-407e-b2de-45ed121033e4" providerId="ADAL" clId="{70EBE32E-D786-43DC-AA27-849F4B469A0A}" dt="2026-08-13T16:43:41.304" v="5683" actId="962"/>
          <ac:picMkLst>
            <pc:docMk/>
            <pc:sldMk cId="0" sldId="403"/>
            <ac:picMk id="17" creationId="{67D94655-C79A-2F07-B283-3517F90D2750}"/>
          </ac:picMkLst>
        </pc:picChg>
        <pc:picChg chg="mod ord">
          <ac:chgData name="Andreas Vogt" userId="8f2cb726-881e-407e-b2de-45ed121033e4" providerId="ADAL" clId="{70EBE32E-D786-43DC-AA27-849F4B469A0A}" dt="2026-08-13T16:44:40.368" v="5709" actId="1076"/>
          <ac:picMkLst>
            <pc:docMk/>
            <pc:sldMk cId="0" sldId="403"/>
            <ac:picMk id="20" creationId="{8902184C-6703-EF71-CB42-6A27D939434F}"/>
          </ac:picMkLst>
        </pc:picChg>
        <pc:picChg chg="mod ord">
          <ac:chgData name="Andreas Vogt" userId="8f2cb726-881e-407e-b2de-45ed121033e4" providerId="ADAL" clId="{70EBE32E-D786-43DC-AA27-849F4B469A0A}" dt="2026-08-13T16:39:48.184" v="5579" actId="1076"/>
          <ac:picMkLst>
            <pc:docMk/>
            <pc:sldMk cId="0" sldId="403"/>
            <ac:picMk id="27" creationId="{03299760-C6EE-3AF3-FA12-BA8562058492}"/>
          </ac:picMkLst>
        </pc:picChg>
        <pc:picChg chg="mod ord">
          <ac:chgData name="Andreas Vogt" userId="8f2cb726-881e-407e-b2de-45ed121033e4" providerId="ADAL" clId="{70EBE32E-D786-43DC-AA27-849F4B469A0A}" dt="2026-08-13T16:39:51.274" v="5580" actId="1076"/>
          <ac:picMkLst>
            <pc:docMk/>
            <pc:sldMk cId="0" sldId="403"/>
            <ac:picMk id="31" creationId="{C19FF35A-7BC8-5363-4FCA-AA954C4CE2C0}"/>
          </ac:picMkLst>
        </pc:picChg>
        <pc:picChg chg="mod ord">
          <ac:chgData name="Andreas Vogt" userId="8f2cb726-881e-407e-b2de-45ed121033e4" providerId="ADAL" clId="{70EBE32E-D786-43DC-AA27-849F4B469A0A}" dt="2026-08-13T16:39:58.424" v="5585" actId="1076"/>
          <ac:picMkLst>
            <pc:docMk/>
            <pc:sldMk cId="0" sldId="403"/>
            <ac:picMk id="34" creationId="{10397D26-A2D3-4874-0134-2568835ED9F7}"/>
          </ac:picMkLst>
        </pc:picChg>
        <pc:picChg chg="mod ord">
          <ac:chgData name="Andreas Vogt" userId="8f2cb726-881e-407e-b2de-45ed121033e4" providerId="ADAL" clId="{70EBE32E-D786-43DC-AA27-849F4B469A0A}" dt="2026-08-13T16:40:14.228" v="5594" actId="1076"/>
          <ac:picMkLst>
            <pc:docMk/>
            <pc:sldMk cId="0" sldId="403"/>
            <ac:picMk id="37" creationId="{5D46D525-2A3C-584E-CD04-A8C6026C5866}"/>
          </ac:picMkLst>
        </pc:picChg>
        <pc:picChg chg="mod ord">
          <ac:chgData name="Andreas Vogt" userId="8f2cb726-881e-407e-b2de-45ed121033e4" providerId="ADAL" clId="{70EBE32E-D786-43DC-AA27-849F4B469A0A}" dt="2026-08-13T16:40:31.278" v="5596" actId="1076"/>
          <ac:picMkLst>
            <pc:docMk/>
            <pc:sldMk cId="0" sldId="403"/>
            <ac:picMk id="40" creationId="{30AC491E-F0A6-2869-1F3B-FC7FAAB6B7DA}"/>
          </ac:picMkLst>
        </pc:picChg>
        <pc:picChg chg="mod ord">
          <ac:chgData name="Andreas Vogt" userId="8f2cb726-881e-407e-b2de-45ed121033e4" providerId="ADAL" clId="{70EBE32E-D786-43DC-AA27-849F4B469A0A}" dt="2026-08-13T16:41:53.984" v="5618" actId="1076"/>
          <ac:picMkLst>
            <pc:docMk/>
            <pc:sldMk cId="0" sldId="403"/>
            <ac:picMk id="43" creationId="{9901D675-DB08-5170-44F2-A9E93FD3CE95}"/>
          </ac:picMkLst>
        </pc:picChg>
        <pc:picChg chg="mod ord">
          <ac:chgData name="Andreas Vogt" userId="8f2cb726-881e-407e-b2de-45ed121033e4" providerId="ADAL" clId="{70EBE32E-D786-43DC-AA27-849F4B469A0A}" dt="2026-08-13T16:42:24.926" v="5625" actId="1076"/>
          <ac:picMkLst>
            <pc:docMk/>
            <pc:sldMk cId="0" sldId="403"/>
            <ac:picMk id="46" creationId="{AC307EE1-E261-3A63-8A14-83DB4C25A1CD}"/>
          </ac:picMkLst>
        </pc:picChg>
        <pc:cxnChg chg="add">
          <ac:chgData name="Andreas Vogt" userId="8f2cb726-881e-407e-b2de-45ed121033e4" providerId="ADAL" clId="{70EBE32E-D786-43DC-AA27-849F4B469A0A}" dt="2026-08-13T16:42:34.251" v="5626" actId="11529"/>
          <ac:cxnSpMkLst>
            <pc:docMk/>
            <pc:sldMk cId="0" sldId="403"/>
            <ac:cxnSpMk id="8" creationId="{89ABBF74-4186-80F1-594C-C75937D435FD}"/>
          </ac:cxnSpMkLst>
        </pc:cxnChg>
        <pc:cxnChg chg="add">
          <ac:chgData name="Andreas Vogt" userId="8f2cb726-881e-407e-b2de-45ed121033e4" providerId="ADAL" clId="{70EBE32E-D786-43DC-AA27-849F4B469A0A}" dt="2026-08-13T16:42:39.501" v="5627" actId="11529"/>
          <ac:cxnSpMkLst>
            <pc:docMk/>
            <pc:sldMk cId="0" sldId="403"/>
            <ac:cxnSpMk id="10" creationId="{88701420-C5FD-37B8-A149-B3EEABFCA52D}"/>
          </ac:cxnSpMkLst>
        </pc:cxnChg>
        <pc:cxnChg chg="add">
          <ac:chgData name="Andreas Vogt" userId="8f2cb726-881e-407e-b2de-45ed121033e4" providerId="ADAL" clId="{70EBE32E-D786-43DC-AA27-849F4B469A0A}" dt="2026-08-13T16:42:44.018" v="5628" actId="11529"/>
          <ac:cxnSpMkLst>
            <pc:docMk/>
            <pc:sldMk cId="0" sldId="403"/>
            <ac:cxnSpMk id="13" creationId="{74D5D88D-EE05-D448-5392-25F1A5E47A3C}"/>
          </ac:cxnSpMkLst>
        </pc:cxnChg>
      </pc:sldChg>
      <pc:sldChg chg="addSp delSp modSp mod modAnim">
        <pc:chgData name="Andreas Vogt" userId="8f2cb726-881e-407e-b2de-45ed121033e4" providerId="ADAL" clId="{70EBE32E-D786-43DC-AA27-849F4B469A0A}" dt="2026-08-22T16:22:08.248" v="6866" actId="12788"/>
        <pc:sldMkLst>
          <pc:docMk/>
          <pc:sldMk cId="1141282773" sldId="422"/>
        </pc:sldMkLst>
        <pc:picChg chg="mod ord">
          <ac:chgData name="Andreas Vogt" userId="8f2cb726-881e-407e-b2de-45ed121033e4" providerId="ADAL" clId="{70EBE32E-D786-43DC-AA27-849F4B469A0A}" dt="2026-08-22T16:19:50.417" v="6819" actId="1076"/>
          <ac:picMkLst>
            <pc:docMk/>
            <pc:sldMk cId="1141282773" sldId="422"/>
            <ac:picMk id="4" creationId="{DCC5752F-BF41-57B5-4083-0EB69853E35F}"/>
          </ac:picMkLst>
        </pc:picChg>
        <pc:picChg chg="mod ord">
          <ac:chgData name="Andreas Vogt" userId="8f2cb726-881e-407e-b2de-45ed121033e4" providerId="ADAL" clId="{70EBE32E-D786-43DC-AA27-849F4B469A0A}" dt="2026-08-22T16:22:08.248" v="6866" actId="12788"/>
          <ac:picMkLst>
            <pc:docMk/>
            <pc:sldMk cId="1141282773" sldId="422"/>
            <ac:picMk id="8" creationId="{B5A57E14-1B69-5C9E-AA64-2E4C21CCBF27}"/>
          </ac:picMkLst>
        </pc:picChg>
        <pc:picChg chg="mod ord">
          <ac:chgData name="Andreas Vogt" userId="8f2cb726-881e-407e-b2de-45ed121033e4" providerId="ADAL" clId="{70EBE32E-D786-43DC-AA27-849F4B469A0A}" dt="2026-08-13T07:45:52.223" v="87" actId="962"/>
          <ac:picMkLst>
            <pc:docMk/>
            <pc:sldMk cId="1141282773" sldId="422"/>
            <ac:picMk id="14" creationId="{A61A8872-EDC2-76E7-7DE1-F1FEC9C12936}"/>
          </ac:picMkLst>
        </pc:picChg>
        <pc:picChg chg="mod ord">
          <ac:chgData name="Andreas Vogt" userId="8f2cb726-881e-407e-b2de-45ed121033e4" providerId="ADAL" clId="{70EBE32E-D786-43DC-AA27-849F4B469A0A}" dt="2026-08-22T16:20:20.238" v="6840" actId="465"/>
          <ac:picMkLst>
            <pc:docMk/>
            <pc:sldMk cId="1141282773" sldId="422"/>
            <ac:picMk id="23" creationId="{9F3F6F1F-EA21-BD33-5373-06CDC50B7187}"/>
          </ac:picMkLst>
        </pc:picChg>
        <pc:picChg chg="mod ord">
          <ac:chgData name="Andreas Vogt" userId="8f2cb726-881e-407e-b2de-45ed121033e4" providerId="ADAL" clId="{70EBE32E-D786-43DC-AA27-849F4B469A0A}" dt="2026-08-22T16:20:18.428" v="6839" actId="552"/>
          <ac:picMkLst>
            <pc:docMk/>
            <pc:sldMk cId="1141282773" sldId="422"/>
            <ac:picMk id="35" creationId="{72A77BEC-870C-0A29-81AB-01170CC28DB7}"/>
          </ac:picMkLst>
        </pc:picChg>
        <pc:picChg chg="mod ord">
          <ac:chgData name="Andreas Vogt" userId="8f2cb726-881e-407e-b2de-45ed121033e4" providerId="ADAL" clId="{70EBE32E-D786-43DC-AA27-849F4B469A0A}" dt="2026-08-22T16:20:18.428" v="6839" actId="552"/>
          <ac:picMkLst>
            <pc:docMk/>
            <pc:sldMk cId="1141282773" sldId="422"/>
            <ac:picMk id="37" creationId="{39E531E8-06E8-FBA1-F60C-CBE9AA59C413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16:22:23.761" v="6872" actId="12788"/>
        <pc:sldMkLst>
          <pc:docMk/>
          <pc:sldMk cId="304828267" sldId="436"/>
        </pc:sldMkLst>
        <pc:spChg chg="add mod">
          <ac:chgData name="Andreas Vogt" userId="8f2cb726-881e-407e-b2de-45ed121033e4" providerId="ADAL" clId="{70EBE32E-D786-43DC-AA27-849F4B469A0A}" dt="2026-08-22T15:46:51.474" v="6387" actId="208"/>
          <ac:spMkLst>
            <pc:docMk/>
            <pc:sldMk cId="304828267" sldId="436"/>
            <ac:spMk id="2" creationId="{E29A1526-B7DB-B683-C8DF-0A8A575B3229}"/>
          </ac:spMkLst>
        </pc:spChg>
        <pc:spChg chg="add mod">
          <ac:chgData name="Andreas Vogt" userId="8f2cb726-881e-407e-b2de-45ed121033e4" providerId="ADAL" clId="{70EBE32E-D786-43DC-AA27-849F4B469A0A}" dt="2026-08-22T15:51:12.987" v="6445" actId="14100"/>
          <ac:spMkLst>
            <pc:docMk/>
            <pc:sldMk cId="304828267" sldId="436"/>
            <ac:spMk id="3" creationId="{81D6C8F3-00A6-5CC9-D85E-998A984E48BD}"/>
          </ac:spMkLst>
        </pc:spChg>
        <pc:picChg chg="mod ord">
          <ac:chgData name="Andreas Vogt" userId="8f2cb726-881e-407e-b2de-45ed121033e4" providerId="ADAL" clId="{70EBE32E-D786-43DC-AA27-849F4B469A0A}" dt="2026-08-22T16:22:23.761" v="6872" actId="12788"/>
          <ac:picMkLst>
            <pc:docMk/>
            <pc:sldMk cId="304828267" sldId="436"/>
            <ac:picMk id="4" creationId="{79634B44-444D-207F-3CEF-CF3207098B7E}"/>
          </ac:picMkLst>
        </pc:picChg>
        <pc:picChg chg="mod ord">
          <ac:chgData name="Andreas Vogt" userId="8f2cb726-881e-407e-b2de-45ed121033e4" providerId="ADAL" clId="{70EBE32E-D786-43DC-AA27-849F4B469A0A}" dt="2026-08-13T18:46:25.612" v="5714" actId="1076"/>
          <ac:picMkLst>
            <pc:docMk/>
            <pc:sldMk cId="304828267" sldId="436"/>
            <ac:picMk id="8" creationId="{C700625C-C3DB-CF2D-4BE0-5EB77870877D}"/>
          </ac:picMkLst>
        </pc:picChg>
        <pc:picChg chg="mod ord">
          <ac:chgData name="Andreas Vogt" userId="8f2cb726-881e-407e-b2de-45ed121033e4" providerId="ADAL" clId="{70EBE32E-D786-43DC-AA27-849F4B469A0A}" dt="2026-08-13T18:46:36.336" v="5720" actId="14100"/>
          <ac:picMkLst>
            <pc:docMk/>
            <pc:sldMk cId="304828267" sldId="436"/>
            <ac:picMk id="13" creationId="{DF1B5BBA-BD13-5592-DA56-AD9B0EDCBC92}"/>
          </ac:picMkLst>
        </pc:picChg>
        <pc:picChg chg="mod ord">
          <ac:chgData name="Andreas Vogt" userId="8f2cb726-881e-407e-b2de-45ed121033e4" providerId="ADAL" clId="{70EBE32E-D786-43DC-AA27-849F4B469A0A}" dt="2026-08-13T18:46:41.464" v="5721" actId="1076"/>
          <ac:picMkLst>
            <pc:docMk/>
            <pc:sldMk cId="304828267" sldId="436"/>
            <ac:picMk id="17" creationId="{0A39C915-7CE9-8647-64D2-3B982EC67896}"/>
          </ac:picMkLst>
        </pc:picChg>
        <pc:picChg chg="mod ord">
          <ac:chgData name="Andreas Vogt" userId="8f2cb726-881e-407e-b2de-45ed121033e4" providerId="ADAL" clId="{70EBE32E-D786-43DC-AA27-849F4B469A0A}" dt="2026-08-13T18:47:40.214" v="5743" actId="1076"/>
          <ac:picMkLst>
            <pc:docMk/>
            <pc:sldMk cId="304828267" sldId="436"/>
            <ac:picMk id="20" creationId="{1C5703A5-C43C-9504-3AC4-672EBCB9DB67}"/>
          </ac:picMkLst>
        </pc:picChg>
        <pc:picChg chg="mod ord">
          <ac:chgData name="Andreas Vogt" userId="8f2cb726-881e-407e-b2de-45ed121033e4" providerId="ADAL" clId="{70EBE32E-D786-43DC-AA27-849F4B469A0A}" dt="2026-08-13T18:46:55.050" v="5728" actId="1076"/>
          <ac:picMkLst>
            <pc:docMk/>
            <pc:sldMk cId="304828267" sldId="436"/>
            <ac:picMk id="23" creationId="{CC443978-7E38-C4BE-DB8D-21FD01A5DC4B}"/>
          </ac:picMkLst>
        </pc:picChg>
        <pc:picChg chg="mod ord">
          <ac:chgData name="Andreas Vogt" userId="8f2cb726-881e-407e-b2de-45ed121033e4" providerId="ADAL" clId="{70EBE32E-D786-43DC-AA27-849F4B469A0A}" dt="2026-08-13T18:48:52.464" v="5805" actId="552"/>
          <ac:picMkLst>
            <pc:docMk/>
            <pc:sldMk cId="304828267" sldId="436"/>
            <ac:picMk id="26" creationId="{FF42440C-CCE9-4277-0A79-002E36954C08}"/>
          </ac:picMkLst>
        </pc:picChg>
        <pc:picChg chg="mod ord">
          <ac:chgData name="Andreas Vogt" userId="8f2cb726-881e-407e-b2de-45ed121033e4" providerId="ADAL" clId="{70EBE32E-D786-43DC-AA27-849F4B469A0A}" dt="2026-08-13T18:48:54.641" v="5806" actId="465"/>
          <ac:picMkLst>
            <pc:docMk/>
            <pc:sldMk cId="304828267" sldId="436"/>
            <ac:picMk id="33" creationId="{EFDD9CA4-486E-A93C-30E8-74387318349B}"/>
          </ac:picMkLst>
        </pc:picChg>
        <pc:picChg chg="mod ord">
          <ac:chgData name="Andreas Vogt" userId="8f2cb726-881e-407e-b2de-45ed121033e4" providerId="ADAL" clId="{70EBE32E-D786-43DC-AA27-849F4B469A0A}" dt="2026-08-13T18:48:54.641" v="5806" actId="465"/>
          <ac:picMkLst>
            <pc:docMk/>
            <pc:sldMk cId="304828267" sldId="436"/>
            <ac:picMk id="38" creationId="{6CB81065-E8D9-B2E8-FB4A-1E7BDA7ECE07}"/>
          </ac:picMkLst>
        </pc:picChg>
        <pc:picChg chg="mod ord">
          <ac:chgData name="Andreas Vogt" userId="8f2cb726-881e-407e-b2de-45ed121033e4" providerId="ADAL" clId="{70EBE32E-D786-43DC-AA27-849F4B469A0A}" dt="2026-08-13T18:48:54.641" v="5806" actId="465"/>
          <ac:picMkLst>
            <pc:docMk/>
            <pc:sldMk cId="304828267" sldId="436"/>
            <ac:picMk id="45" creationId="{CBE3DC5C-1673-4C8C-BEA3-5163D4C2A316}"/>
          </ac:picMkLst>
        </pc:picChg>
        <pc:picChg chg="mod ord">
          <ac:chgData name="Andreas Vogt" userId="8f2cb726-881e-407e-b2de-45ed121033e4" providerId="ADAL" clId="{70EBE32E-D786-43DC-AA27-849F4B469A0A}" dt="2026-08-13T18:48:52.464" v="5805" actId="552"/>
          <ac:picMkLst>
            <pc:docMk/>
            <pc:sldMk cId="304828267" sldId="436"/>
            <ac:picMk id="51" creationId="{8CBF2635-B7DC-1679-70BE-42ED13ABCF0B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9-04T08:56:36.582" v="7033" actId="465"/>
        <pc:sldMkLst>
          <pc:docMk/>
          <pc:sldMk cId="1327323590" sldId="437"/>
        </pc:sldMkLst>
        <pc:spChg chg="add mod">
          <ac:chgData name="Andreas Vogt" userId="8f2cb726-881e-407e-b2de-45ed121033e4" providerId="ADAL" clId="{70EBE32E-D786-43DC-AA27-849F4B469A0A}" dt="2026-08-22T15:47:38.991" v="6400" actId="208"/>
          <ac:spMkLst>
            <pc:docMk/>
            <pc:sldMk cId="1327323590" sldId="437"/>
            <ac:spMk id="2" creationId="{96B34898-C235-C042-CE02-42CD637C565E}"/>
          </ac:spMkLst>
        </pc:spChg>
        <pc:spChg chg="add mod">
          <ac:chgData name="Andreas Vogt" userId="8f2cb726-881e-407e-b2de-45ed121033e4" providerId="ADAL" clId="{70EBE32E-D786-43DC-AA27-849F4B469A0A}" dt="2026-08-22T15:47:38.991" v="6400" actId="208"/>
          <ac:spMkLst>
            <pc:docMk/>
            <pc:sldMk cId="1327323590" sldId="437"/>
            <ac:spMk id="5" creationId="{A8B382D2-3D31-7E93-7C8F-16622CB3532D}"/>
          </ac:spMkLst>
        </pc:spChg>
        <pc:picChg chg="mod ord">
          <ac:chgData name="Andreas Vogt" userId="8f2cb726-881e-407e-b2de-45ed121033e4" providerId="ADAL" clId="{70EBE32E-D786-43DC-AA27-849F4B469A0A}" dt="2026-09-04T08:56:33.272" v="7032" actId="552"/>
          <ac:picMkLst>
            <pc:docMk/>
            <pc:sldMk cId="1327323590" sldId="437"/>
            <ac:picMk id="3" creationId="{C83EF294-09E2-1C2B-EFD5-A628B08E973B}"/>
          </ac:picMkLst>
        </pc:picChg>
        <pc:picChg chg="add">
          <ac:chgData name="Andreas Vogt" userId="8f2cb726-881e-407e-b2de-45ed121033e4" providerId="ADAL" clId="{70EBE32E-D786-43DC-AA27-849F4B469A0A}" dt="2026-08-22T16:22:31.735" v="6874" actId="22"/>
          <ac:picMkLst>
            <pc:docMk/>
            <pc:sldMk cId="1327323590" sldId="437"/>
            <ac:picMk id="7" creationId="{F57877DB-F2E0-BA9A-8FD9-BE095F21E517}"/>
          </ac:picMkLst>
        </pc:picChg>
        <pc:picChg chg="mod ord">
          <ac:chgData name="Andreas Vogt" userId="8f2cb726-881e-407e-b2de-45ed121033e4" providerId="ADAL" clId="{70EBE32E-D786-43DC-AA27-849F4B469A0A}" dt="2026-09-04T08:56:36.582" v="7033" actId="465"/>
          <ac:picMkLst>
            <pc:docMk/>
            <pc:sldMk cId="1327323590" sldId="437"/>
            <ac:picMk id="9" creationId="{D8DB11C8-1424-E254-5599-3D54FC404F40}"/>
          </ac:picMkLst>
        </pc:picChg>
        <pc:picChg chg="mod">
          <ac:chgData name="Andreas Vogt" userId="8f2cb726-881e-407e-b2de-45ed121033e4" providerId="ADAL" clId="{70EBE32E-D786-43DC-AA27-849F4B469A0A}" dt="2026-08-22T15:47:27.785" v="6397" actId="14100"/>
          <ac:picMkLst>
            <pc:docMk/>
            <pc:sldMk cId="1327323590" sldId="437"/>
            <ac:picMk id="13" creationId="{46BB5EE8-B038-36B9-3A24-85AA7576A9DF}"/>
          </ac:picMkLst>
        </pc:picChg>
        <pc:picChg chg="mod ord">
          <ac:chgData name="Andreas Vogt" userId="8f2cb726-881e-407e-b2de-45ed121033e4" providerId="ADAL" clId="{70EBE32E-D786-43DC-AA27-849F4B469A0A}" dt="2026-09-04T08:56:33.272" v="7032" actId="552"/>
          <ac:picMkLst>
            <pc:docMk/>
            <pc:sldMk cId="1327323590" sldId="437"/>
            <ac:picMk id="15" creationId="{7ADBAD98-E171-8B07-A03E-499EA0E5D041}"/>
          </ac:picMkLst>
        </pc:picChg>
        <pc:picChg chg="mod ord">
          <ac:chgData name="Andreas Vogt" userId="8f2cb726-881e-407e-b2de-45ed121033e4" providerId="ADAL" clId="{70EBE32E-D786-43DC-AA27-849F4B469A0A}" dt="2026-08-22T15:47:30.561" v="6398" actId="1076"/>
          <ac:picMkLst>
            <pc:docMk/>
            <pc:sldMk cId="1327323590" sldId="437"/>
            <ac:picMk id="16" creationId="{96AE4A17-CBE8-280F-BA93-9821F62807C8}"/>
          </ac:picMkLst>
        </pc:picChg>
        <pc:picChg chg="mod ord">
          <ac:chgData name="Andreas Vogt" userId="8f2cb726-881e-407e-b2de-45ed121033e4" providerId="ADAL" clId="{70EBE32E-D786-43DC-AA27-849F4B469A0A}" dt="2026-09-04T08:56:36.582" v="7033" actId="465"/>
          <ac:picMkLst>
            <pc:docMk/>
            <pc:sldMk cId="1327323590" sldId="437"/>
            <ac:picMk id="18" creationId="{026D5C08-859B-CDAB-8893-1F7C7C667F0A}"/>
          </ac:picMkLst>
        </pc:picChg>
        <pc:picChg chg="mod ord">
          <ac:chgData name="Andreas Vogt" userId="8f2cb726-881e-407e-b2de-45ed121033e4" providerId="ADAL" clId="{70EBE32E-D786-43DC-AA27-849F4B469A0A}" dt="2026-08-22T15:47:19.805" v="6393" actId="552"/>
          <ac:picMkLst>
            <pc:docMk/>
            <pc:sldMk cId="1327323590" sldId="437"/>
            <ac:picMk id="19" creationId="{840E91E5-8040-2D44-CC2C-970D78E38C05}"/>
          </ac:picMkLst>
        </pc:picChg>
        <pc:picChg chg="add mod">
          <ac:chgData name="Andreas Vogt" userId="8f2cb726-881e-407e-b2de-45ed121033e4" providerId="ADAL" clId="{70EBE32E-D786-43DC-AA27-849F4B469A0A}" dt="2026-08-22T15:47:27.785" v="6397" actId="14100"/>
          <ac:picMkLst>
            <pc:docMk/>
            <pc:sldMk cId="1327323590" sldId="437"/>
            <ac:picMk id="21" creationId="{9F8D9D7A-869A-912F-21BF-3497EDDEC660}"/>
          </ac:picMkLst>
        </pc:picChg>
      </pc:sldChg>
      <pc:sldChg chg="addSp delSp modSp add mod modAnim">
        <pc:chgData name="Andreas Vogt" userId="8f2cb726-881e-407e-b2de-45ed121033e4" providerId="ADAL" clId="{70EBE32E-D786-43DC-AA27-849F4B469A0A}" dt="2026-08-22T16:22:34.489" v="6876" actId="22"/>
        <pc:sldMkLst>
          <pc:docMk/>
          <pc:sldMk cId="2977362789" sldId="438"/>
        </pc:sldMkLst>
        <pc:spChg chg="add mod">
          <ac:chgData name="Andreas Vogt" userId="8f2cb726-881e-407e-b2de-45ed121033e4" providerId="ADAL" clId="{70EBE32E-D786-43DC-AA27-849F4B469A0A}" dt="2026-08-22T15:53:38.728" v="6536" actId="14100"/>
          <ac:spMkLst>
            <pc:docMk/>
            <pc:sldMk cId="2977362789" sldId="438"/>
            <ac:spMk id="3" creationId="{5323FCDB-D1E1-9208-828E-990064989F20}"/>
          </ac:spMkLst>
        </pc:spChg>
        <pc:spChg chg="add mod">
          <ac:chgData name="Andreas Vogt" userId="8f2cb726-881e-407e-b2de-45ed121033e4" providerId="ADAL" clId="{70EBE32E-D786-43DC-AA27-849F4B469A0A}" dt="2026-08-13T09:07:27.277" v="1421" actId="1036"/>
          <ac:spMkLst>
            <pc:docMk/>
            <pc:sldMk cId="2977362789" sldId="438"/>
            <ac:spMk id="68" creationId="{DD2B9F74-A44F-F003-10BE-BD4A9BADA06F}"/>
          </ac:spMkLst>
        </pc:spChg>
        <pc:spChg chg="add mod">
          <ac:chgData name="Andreas Vogt" userId="8f2cb726-881e-407e-b2de-45ed121033e4" providerId="ADAL" clId="{70EBE32E-D786-43DC-AA27-849F4B469A0A}" dt="2026-08-13T09:17:04.369" v="1693" actId="1038"/>
          <ac:spMkLst>
            <pc:docMk/>
            <pc:sldMk cId="2977362789" sldId="438"/>
            <ac:spMk id="73" creationId="{CE3A98EC-60A2-3903-1787-0AE0A1383C09}"/>
          </ac:spMkLst>
        </pc:spChg>
        <pc:spChg chg="add mod">
          <ac:chgData name="Andreas Vogt" userId="8f2cb726-881e-407e-b2de-45ed121033e4" providerId="ADAL" clId="{70EBE32E-D786-43DC-AA27-849F4B469A0A}" dt="2026-08-13T09:17:04.369" v="1693" actId="1038"/>
          <ac:spMkLst>
            <pc:docMk/>
            <pc:sldMk cId="2977362789" sldId="438"/>
            <ac:spMk id="75" creationId="{D151F02E-D404-CA2E-30D7-E9D2FD175AC1}"/>
          </ac:spMkLst>
        </pc:spChg>
        <pc:spChg chg="add mod">
          <ac:chgData name="Andreas Vogt" userId="8f2cb726-881e-407e-b2de-45ed121033e4" providerId="ADAL" clId="{70EBE32E-D786-43DC-AA27-849F4B469A0A}" dt="2026-08-13T09:17:04.369" v="1693" actId="1038"/>
          <ac:spMkLst>
            <pc:docMk/>
            <pc:sldMk cId="2977362789" sldId="438"/>
            <ac:spMk id="78" creationId="{8DB4D8E5-33F2-638D-D1DA-35E2496EC1BB}"/>
          </ac:spMkLst>
        </pc:spChg>
        <pc:spChg chg="add mod">
          <ac:chgData name="Andreas Vogt" userId="8f2cb726-881e-407e-b2de-45ed121033e4" providerId="ADAL" clId="{70EBE32E-D786-43DC-AA27-849F4B469A0A}" dt="2026-08-13T09:07:27.277" v="1421" actId="1036"/>
          <ac:spMkLst>
            <pc:docMk/>
            <pc:sldMk cId="2977362789" sldId="438"/>
            <ac:spMk id="81" creationId="{20ACD16F-A998-1BA3-6CEF-8D4FA260DC6E}"/>
          </ac:spMkLst>
        </pc:spChg>
        <pc:picChg chg="mod ord">
          <ac:chgData name="Andreas Vogt" userId="8f2cb726-881e-407e-b2de-45ed121033e4" providerId="ADAL" clId="{70EBE32E-D786-43DC-AA27-849F4B469A0A}" dt="2026-08-13T09:03:51.788" v="1251" actId="1076"/>
          <ac:picMkLst>
            <pc:docMk/>
            <pc:sldMk cId="2977362789" sldId="438"/>
            <ac:picMk id="5" creationId="{BDFF979D-E38B-3A6D-0BD8-7A01F7607935}"/>
          </ac:picMkLst>
        </pc:picChg>
        <pc:picChg chg="add">
          <ac:chgData name="Andreas Vogt" userId="8f2cb726-881e-407e-b2de-45ed121033e4" providerId="ADAL" clId="{70EBE32E-D786-43DC-AA27-849F4B469A0A}" dt="2026-08-22T16:22:34.489" v="6876" actId="22"/>
          <ac:picMkLst>
            <pc:docMk/>
            <pc:sldMk cId="2977362789" sldId="438"/>
            <ac:picMk id="7" creationId="{AB63538F-F133-E293-325F-14CE1ACE354A}"/>
          </ac:picMkLst>
        </pc:picChg>
        <pc:picChg chg="mod ord">
          <ac:chgData name="Andreas Vogt" userId="8f2cb726-881e-407e-b2de-45ed121033e4" providerId="ADAL" clId="{70EBE32E-D786-43DC-AA27-849F4B469A0A}" dt="2026-08-14T06:38:29.740" v="6355" actId="552"/>
          <ac:picMkLst>
            <pc:docMk/>
            <pc:sldMk cId="2977362789" sldId="438"/>
            <ac:picMk id="8" creationId="{50D0B04E-1619-0795-238D-D9BE33462F01}"/>
          </ac:picMkLst>
        </pc:picChg>
        <pc:picChg chg="mod ord">
          <ac:chgData name="Andreas Vogt" userId="8f2cb726-881e-407e-b2de-45ed121033e4" providerId="ADAL" clId="{70EBE32E-D786-43DC-AA27-849F4B469A0A}" dt="2026-08-14T06:38:29.740" v="6355" actId="552"/>
          <ac:picMkLst>
            <pc:docMk/>
            <pc:sldMk cId="2977362789" sldId="438"/>
            <ac:picMk id="12" creationId="{235F95EE-DD06-6C5D-49AE-A1C65297D572}"/>
          </ac:picMkLst>
        </pc:picChg>
        <pc:picChg chg="mod ord">
          <ac:chgData name="Andreas Vogt" userId="8f2cb726-881e-407e-b2de-45ed121033e4" providerId="ADAL" clId="{70EBE32E-D786-43DC-AA27-849F4B469A0A}" dt="2026-08-14T06:41:56.751" v="6360" actId="552"/>
          <ac:picMkLst>
            <pc:docMk/>
            <pc:sldMk cId="2977362789" sldId="438"/>
            <ac:picMk id="22" creationId="{D4071C4F-991E-9109-1E6C-57858C5384AE}"/>
          </ac:picMkLst>
        </pc:picChg>
        <pc:picChg chg="mod ord">
          <ac:chgData name="Andreas Vogt" userId="8f2cb726-881e-407e-b2de-45ed121033e4" providerId="ADAL" clId="{70EBE32E-D786-43DC-AA27-849F4B469A0A}" dt="2026-08-13T09:07:27.277" v="1421" actId="1036"/>
          <ac:picMkLst>
            <pc:docMk/>
            <pc:sldMk cId="2977362789" sldId="438"/>
            <ac:picMk id="26" creationId="{7387AC61-9505-CEB8-5289-FE869E720192}"/>
          </ac:picMkLst>
        </pc:picChg>
        <pc:picChg chg="mod ord">
          <ac:chgData name="Andreas Vogt" userId="8f2cb726-881e-407e-b2de-45ed121033e4" providerId="ADAL" clId="{70EBE32E-D786-43DC-AA27-849F4B469A0A}" dt="2026-08-14T06:41:56.751" v="6360" actId="552"/>
          <ac:picMkLst>
            <pc:docMk/>
            <pc:sldMk cId="2977362789" sldId="438"/>
            <ac:picMk id="31" creationId="{542513B9-94F9-900B-4938-FC6745A9A8CD}"/>
          </ac:picMkLst>
        </pc:picChg>
        <pc:picChg chg="mod ord">
          <ac:chgData name="Andreas Vogt" userId="8f2cb726-881e-407e-b2de-45ed121033e4" providerId="ADAL" clId="{70EBE32E-D786-43DC-AA27-849F4B469A0A}" dt="2026-08-14T06:42:19.263" v="6383" actId="552"/>
          <ac:picMkLst>
            <pc:docMk/>
            <pc:sldMk cId="2977362789" sldId="438"/>
            <ac:picMk id="37" creationId="{8683E835-9573-A3BD-1662-DFB342115FFA}"/>
          </ac:picMkLst>
        </pc:picChg>
        <pc:picChg chg="mod ord">
          <ac:chgData name="Andreas Vogt" userId="8f2cb726-881e-407e-b2de-45ed121033e4" providerId="ADAL" clId="{70EBE32E-D786-43DC-AA27-849F4B469A0A}" dt="2026-08-14T06:42:19.263" v="6383" actId="552"/>
          <ac:picMkLst>
            <pc:docMk/>
            <pc:sldMk cId="2977362789" sldId="438"/>
            <ac:picMk id="43" creationId="{6AA3FE79-CF72-87A7-0188-AEDF3D0054AD}"/>
          </ac:picMkLst>
        </pc:picChg>
        <pc:picChg chg="mod ord">
          <ac:chgData name="Andreas Vogt" userId="8f2cb726-881e-407e-b2de-45ed121033e4" providerId="ADAL" clId="{70EBE32E-D786-43DC-AA27-849F4B469A0A}" dt="2026-08-13T09:17:04.369" v="1693" actId="1038"/>
          <ac:picMkLst>
            <pc:docMk/>
            <pc:sldMk cId="2977362789" sldId="438"/>
            <ac:picMk id="46" creationId="{5EFB3CEE-7809-DB39-0D40-A3EE3077B3BD}"/>
          </ac:picMkLst>
        </pc:picChg>
        <pc:picChg chg="mod ord">
          <ac:chgData name="Andreas Vogt" userId="8f2cb726-881e-407e-b2de-45ed121033e4" providerId="ADAL" clId="{70EBE32E-D786-43DC-AA27-849F4B469A0A}" dt="2026-08-14T06:42:19.263" v="6383" actId="552"/>
          <ac:picMkLst>
            <pc:docMk/>
            <pc:sldMk cId="2977362789" sldId="438"/>
            <ac:picMk id="49" creationId="{8199EC95-C0E3-D514-3D9B-F2CE780F7D87}"/>
          </ac:picMkLst>
        </pc:picChg>
        <pc:picChg chg="mod ord">
          <ac:chgData name="Andreas Vogt" userId="8f2cb726-881e-407e-b2de-45ed121033e4" providerId="ADAL" clId="{70EBE32E-D786-43DC-AA27-849F4B469A0A}" dt="2026-08-13T09:06:32.557" v="1338" actId="1035"/>
          <ac:picMkLst>
            <pc:docMk/>
            <pc:sldMk cId="2977362789" sldId="438"/>
            <ac:picMk id="54" creationId="{FF45DA25-1C81-C568-3AA1-B06E657FEF7F}"/>
          </ac:picMkLst>
        </pc:picChg>
        <pc:picChg chg="mod ord">
          <ac:chgData name="Andreas Vogt" userId="8f2cb726-881e-407e-b2de-45ed121033e4" providerId="ADAL" clId="{70EBE32E-D786-43DC-AA27-849F4B469A0A}" dt="2026-08-13T09:17:04.369" v="1693" actId="1038"/>
          <ac:picMkLst>
            <pc:docMk/>
            <pc:sldMk cId="2977362789" sldId="438"/>
            <ac:picMk id="56" creationId="{05AAD2CF-CC76-F63F-BEAA-15B19F54A3E5}"/>
          </ac:picMkLst>
        </pc:picChg>
        <pc:picChg chg="mod ord">
          <ac:chgData name="Andreas Vogt" userId="8f2cb726-881e-407e-b2de-45ed121033e4" providerId="ADAL" clId="{70EBE32E-D786-43DC-AA27-849F4B469A0A}" dt="2026-08-13T09:17:04.369" v="1693" actId="1038"/>
          <ac:picMkLst>
            <pc:docMk/>
            <pc:sldMk cId="2977362789" sldId="438"/>
            <ac:picMk id="58" creationId="{A01264F5-A877-4A92-5067-066953F0E530}"/>
          </ac:picMkLst>
        </pc:picChg>
        <pc:picChg chg="mod ord">
          <ac:chgData name="Andreas Vogt" userId="8f2cb726-881e-407e-b2de-45ed121033e4" providerId="ADAL" clId="{70EBE32E-D786-43DC-AA27-849F4B469A0A}" dt="2026-08-13T09:07:18.667" v="1416" actId="1036"/>
          <ac:picMkLst>
            <pc:docMk/>
            <pc:sldMk cId="2977362789" sldId="438"/>
            <ac:picMk id="61" creationId="{532DF54E-B20F-6D23-4451-2B420E594394}"/>
          </ac:picMkLst>
        </pc:picChg>
        <pc:picChg chg="mod ord">
          <ac:chgData name="Andreas Vogt" userId="8f2cb726-881e-407e-b2de-45ed121033e4" providerId="ADAL" clId="{70EBE32E-D786-43DC-AA27-849F4B469A0A}" dt="2026-08-14T06:41:32.805" v="6356" actId="14100"/>
          <ac:picMkLst>
            <pc:docMk/>
            <pc:sldMk cId="2977362789" sldId="438"/>
            <ac:picMk id="87" creationId="{8E6445DA-3010-B38A-985C-81D7B738CC7C}"/>
          </ac:picMkLst>
        </pc:picChg>
        <pc:cxnChg chg="add mod">
          <ac:chgData name="Andreas Vogt" userId="8f2cb726-881e-407e-b2de-45ed121033e4" providerId="ADAL" clId="{70EBE32E-D786-43DC-AA27-849F4B469A0A}" dt="2026-08-14T06:41:32.805" v="6356" actId="14100"/>
          <ac:cxnSpMkLst>
            <pc:docMk/>
            <pc:sldMk cId="2977362789" sldId="438"/>
            <ac:cxnSpMk id="69" creationId="{2EFF8652-CEB0-D1A1-75FE-EDC065371AB1}"/>
          </ac:cxnSpMkLst>
        </pc:cxnChg>
        <pc:cxnChg chg="add mod">
          <ac:chgData name="Andreas Vogt" userId="8f2cb726-881e-407e-b2de-45ed121033e4" providerId="ADAL" clId="{70EBE32E-D786-43DC-AA27-849F4B469A0A}" dt="2026-08-14T06:41:32.805" v="6356" actId="14100"/>
          <ac:cxnSpMkLst>
            <pc:docMk/>
            <pc:sldMk cId="2977362789" sldId="438"/>
            <ac:cxnSpMk id="74" creationId="{EDA09CE7-04C8-3890-525D-168F6BA4FA04}"/>
          </ac:cxnSpMkLst>
        </pc:cxnChg>
        <pc:cxnChg chg="add mod">
          <ac:chgData name="Andreas Vogt" userId="8f2cb726-881e-407e-b2de-45ed121033e4" providerId="ADAL" clId="{70EBE32E-D786-43DC-AA27-849F4B469A0A}" dt="2026-08-14T06:41:32.805" v="6356" actId="14100"/>
          <ac:cxnSpMkLst>
            <pc:docMk/>
            <pc:sldMk cId="2977362789" sldId="438"/>
            <ac:cxnSpMk id="76" creationId="{0A27D50A-EF87-75D2-7464-7C52AB1B8F50}"/>
          </ac:cxnSpMkLst>
        </pc:cxnChg>
        <pc:cxnChg chg="add mod">
          <ac:chgData name="Andreas Vogt" userId="8f2cb726-881e-407e-b2de-45ed121033e4" providerId="ADAL" clId="{70EBE32E-D786-43DC-AA27-849F4B469A0A}" dt="2026-08-14T06:41:32.805" v="6356" actId="14100"/>
          <ac:cxnSpMkLst>
            <pc:docMk/>
            <pc:sldMk cId="2977362789" sldId="438"/>
            <ac:cxnSpMk id="79" creationId="{B9D93D1F-FE78-71C6-8E2C-7D0FE5597BF7}"/>
          </ac:cxnSpMkLst>
        </pc:cxnChg>
        <pc:cxnChg chg="add mod">
          <ac:chgData name="Andreas Vogt" userId="8f2cb726-881e-407e-b2de-45ed121033e4" providerId="ADAL" clId="{70EBE32E-D786-43DC-AA27-849F4B469A0A}" dt="2026-08-13T09:06:00.141" v="1296" actId="14100"/>
          <ac:cxnSpMkLst>
            <pc:docMk/>
            <pc:sldMk cId="2977362789" sldId="438"/>
            <ac:cxnSpMk id="82" creationId="{7BFFD5F9-A2F2-6ACE-EE9E-919901018ADD}"/>
          </ac:cxnSpMkLst>
        </pc:cxnChg>
      </pc:sldChg>
      <pc:sldChg chg="addSp delSp modSp add mod addAnim delAnim modAnim">
        <pc:chgData name="Andreas Vogt" userId="8f2cb726-881e-407e-b2de-45ed121033e4" providerId="ADAL" clId="{70EBE32E-D786-43DC-AA27-849F4B469A0A}" dt="2026-09-01T12:30:17.853" v="6905" actId="1037"/>
        <pc:sldMkLst>
          <pc:docMk/>
          <pc:sldMk cId="1074743822" sldId="439"/>
        </pc:sldMkLst>
        <pc:spChg chg="add mod">
          <ac:chgData name="Andreas Vogt" userId="8f2cb726-881e-407e-b2de-45ed121033e4" providerId="ADAL" clId="{70EBE32E-D786-43DC-AA27-849F4B469A0A}" dt="2026-08-22T15:53:51.059" v="6539" actId="14100"/>
          <ac:spMkLst>
            <pc:docMk/>
            <pc:sldMk cId="1074743822" sldId="439"/>
            <ac:spMk id="4" creationId="{E83A789F-CEB3-881E-031B-47575118219A}"/>
          </ac:spMkLst>
        </pc:spChg>
        <pc:spChg chg="add mod">
          <ac:chgData name="Andreas Vogt" userId="8f2cb726-881e-407e-b2de-45ed121033e4" providerId="ADAL" clId="{70EBE32E-D786-43DC-AA27-849F4B469A0A}" dt="2026-08-13T19:06:40.153" v="6046" actId="1035"/>
          <ac:spMkLst>
            <pc:docMk/>
            <pc:sldMk cId="1074743822" sldId="439"/>
            <ac:spMk id="44" creationId="{5875A71D-BCC4-94E0-666B-AD9138A62EEC}"/>
          </ac:spMkLst>
        </pc:spChg>
        <pc:spChg chg="add mod">
          <ac:chgData name="Andreas Vogt" userId="8f2cb726-881e-407e-b2de-45ed121033e4" providerId="ADAL" clId="{70EBE32E-D786-43DC-AA27-849F4B469A0A}" dt="2026-08-13T09:20:36.519" v="1895" actId="1035"/>
          <ac:spMkLst>
            <pc:docMk/>
            <pc:sldMk cId="1074743822" sldId="439"/>
            <ac:spMk id="47" creationId="{F0072A81-5B64-6C06-B556-96A6AC856CDD}"/>
          </ac:spMkLst>
        </pc:spChg>
        <pc:spChg chg="add mod">
          <ac:chgData name="Andreas Vogt" userId="8f2cb726-881e-407e-b2de-45ed121033e4" providerId="ADAL" clId="{70EBE32E-D786-43DC-AA27-849F4B469A0A}" dt="2026-08-13T09:20:36.519" v="1895" actId="1035"/>
          <ac:spMkLst>
            <pc:docMk/>
            <pc:sldMk cId="1074743822" sldId="439"/>
            <ac:spMk id="50" creationId="{F2CCC3C4-39BC-0DC1-2A37-B19B6CF1F649}"/>
          </ac:spMkLst>
        </pc:spChg>
        <pc:picChg chg="add">
          <ac:chgData name="Andreas Vogt" userId="8f2cb726-881e-407e-b2de-45ed121033e4" providerId="ADAL" clId="{70EBE32E-D786-43DC-AA27-849F4B469A0A}" dt="2026-08-22T16:22:41.284" v="6878" actId="22"/>
          <ac:picMkLst>
            <pc:docMk/>
            <pc:sldMk cId="1074743822" sldId="439"/>
            <ac:picMk id="6" creationId="{7D51334F-5E71-E606-8945-117F1CC6397C}"/>
          </ac:picMkLst>
        </pc:picChg>
        <pc:picChg chg="mod ord">
          <ac:chgData name="Andreas Vogt" userId="8f2cb726-881e-407e-b2de-45ed121033e4" providerId="ADAL" clId="{70EBE32E-D786-43DC-AA27-849F4B469A0A}" dt="2026-08-13T09:09:03.611" v="1509" actId="962"/>
          <ac:picMkLst>
            <pc:docMk/>
            <pc:sldMk cId="1074743822" sldId="439"/>
            <ac:picMk id="7" creationId="{EDA52603-B30F-41E4-C756-F253AA70423B}"/>
          </ac:picMkLst>
        </pc:picChg>
        <pc:picChg chg="mod ord">
          <ac:chgData name="Andreas Vogt" userId="8f2cb726-881e-407e-b2de-45ed121033e4" providerId="ADAL" clId="{70EBE32E-D786-43DC-AA27-849F4B469A0A}" dt="2026-08-13T19:05:40.859" v="6023" actId="1035"/>
          <ac:picMkLst>
            <pc:docMk/>
            <pc:sldMk cId="1074743822" sldId="439"/>
            <ac:picMk id="11" creationId="{D6AA58EB-AEC2-8DCB-0AC9-4FC8E644C804}"/>
          </ac:picMkLst>
        </pc:picChg>
        <pc:picChg chg="mod ord">
          <ac:chgData name="Andreas Vogt" userId="8f2cb726-881e-407e-b2de-45ed121033e4" providerId="ADAL" clId="{70EBE32E-D786-43DC-AA27-849F4B469A0A}" dt="2026-08-13T09:13:38.813" v="1584" actId="1076"/>
          <ac:picMkLst>
            <pc:docMk/>
            <pc:sldMk cId="1074743822" sldId="439"/>
            <ac:picMk id="16" creationId="{D1F97D7E-6216-34BC-F604-80ABC9E080BF}"/>
          </ac:picMkLst>
        </pc:picChg>
        <pc:picChg chg="mod ord">
          <ac:chgData name="Andreas Vogt" userId="8f2cb726-881e-407e-b2de-45ed121033e4" providerId="ADAL" clId="{70EBE32E-D786-43DC-AA27-849F4B469A0A}" dt="2026-08-13T09:15:07.683" v="1601" actId="1076"/>
          <ac:picMkLst>
            <pc:docMk/>
            <pc:sldMk cId="1074743822" sldId="439"/>
            <ac:picMk id="23" creationId="{404C2C08-0BB0-2401-72BF-3439A1F4CFD1}"/>
          </ac:picMkLst>
        </pc:picChg>
        <pc:picChg chg="mod ord">
          <ac:chgData name="Andreas Vogt" userId="8f2cb726-881e-407e-b2de-45ed121033e4" providerId="ADAL" clId="{70EBE32E-D786-43DC-AA27-849F4B469A0A}" dt="2026-08-13T19:05:50.644" v="6033" actId="1036"/>
          <ac:picMkLst>
            <pc:docMk/>
            <pc:sldMk cId="1074743822" sldId="439"/>
            <ac:picMk id="30" creationId="{2CD7C690-E946-3C9A-36DA-F5704F75F04B}"/>
          </ac:picMkLst>
        </pc:picChg>
        <pc:picChg chg="mod ord">
          <ac:chgData name="Andreas Vogt" userId="8f2cb726-881e-407e-b2de-45ed121033e4" providerId="ADAL" clId="{70EBE32E-D786-43DC-AA27-849F4B469A0A}" dt="2026-08-13T09:20:09.288" v="1882" actId="552"/>
          <ac:picMkLst>
            <pc:docMk/>
            <pc:sldMk cId="1074743822" sldId="439"/>
            <ac:picMk id="33" creationId="{3BDE1D8A-FC74-4271-B964-E974039CC7F1}"/>
          </ac:picMkLst>
        </pc:picChg>
        <pc:picChg chg="add mod">
          <ac:chgData name="Andreas Vogt" userId="8f2cb726-881e-407e-b2de-45ed121033e4" providerId="ADAL" clId="{70EBE32E-D786-43DC-AA27-849F4B469A0A}" dt="2026-08-13T09:20:36.519" v="1895" actId="1035"/>
          <ac:picMkLst>
            <pc:docMk/>
            <pc:sldMk cId="1074743822" sldId="439"/>
            <ac:picMk id="42" creationId="{51F569D2-DF3C-025E-76A0-2234A60E0660}"/>
          </ac:picMkLst>
        </pc:picChg>
        <pc:picChg chg="mod ord">
          <ac:chgData name="Andreas Vogt" userId="8f2cb726-881e-407e-b2de-45ed121033e4" providerId="ADAL" clId="{70EBE32E-D786-43DC-AA27-849F4B469A0A}" dt="2026-09-01T12:30:17.853" v="6905" actId="1037"/>
          <ac:picMkLst>
            <pc:docMk/>
            <pc:sldMk cId="1074743822" sldId="439"/>
            <ac:picMk id="55" creationId="{18C349B9-3BA7-BE90-85CD-B09B73EC5AFA}"/>
          </ac:picMkLst>
        </pc:picChg>
        <pc:picChg chg="mod ord">
          <ac:chgData name="Andreas Vogt" userId="8f2cb726-881e-407e-b2de-45ed121033e4" providerId="ADAL" clId="{70EBE32E-D786-43DC-AA27-849F4B469A0A}" dt="2026-08-13T19:06:32.566" v="6044" actId="14100"/>
          <ac:picMkLst>
            <pc:docMk/>
            <pc:sldMk cId="1074743822" sldId="439"/>
            <ac:picMk id="59" creationId="{1C7A008E-FD93-6F3B-AB5F-4A81CAC6C9A4}"/>
          </ac:picMkLst>
        </pc:picChg>
        <pc:picChg chg="mod ord">
          <ac:chgData name="Andreas Vogt" userId="8f2cb726-881e-407e-b2de-45ed121033e4" providerId="ADAL" clId="{70EBE32E-D786-43DC-AA27-849F4B469A0A}" dt="2026-08-13T19:06:36.209" v="6045" actId="1076"/>
          <ac:picMkLst>
            <pc:docMk/>
            <pc:sldMk cId="1074743822" sldId="439"/>
            <ac:picMk id="63" creationId="{7BFCBDC8-9B07-CBFE-5346-7F8C112D7BF0}"/>
          </ac:picMkLst>
        </pc:picChg>
        <pc:picChg chg="mod ord">
          <ac:chgData name="Andreas Vogt" userId="8f2cb726-881e-407e-b2de-45ed121033e4" providerId="ADAL" clId="{70EBE32E-D786-43DC-AA27-849F4B469A0A}" dt="2026-08-13T09:20:36.519" v="1895" actId="1035"/>
          <ac:picMkLst>
            <pc:docMk/>
            <pc:sldMk cId="1074743822" sldId="439"/>
            <ac:picMk id="65" creationId="{250EAA1D-D18B-AB27-984C-53B79E766491}"/>
          </ac:picMkLst>
        </pc:picChg>
        <pc:picChg chg="mod ord">
          <ac:chgData name="Andreas Vogt" userId="8f2cb726-881e-407e-b2de-45ed121033e4" providerId="ADAL" clId="{70EBE32E-D786-43DC-AA27-849F4B469A0A}" dt="2026-08-13T19:06:32.566" v="6044" actId="14100"/>
          <ac:picMkLst>
            <pc:docMk/>
            <pc:sldMk cId="1074743822" sldId="439"/>
            <ac:picMk id="67" creationId="{CAA60BBF-07B3-698D-2CF4-9159A1DCF102}"/>
          </ac:picMkLst>
        </pc:picChg>
        <pc:picChg chg="mod ord">
          <ac:chgData name="Andreas Vogt" userId="8f2cb726-881e-407e-b2de-45ed121033e4" providerId="ADAL" clId="{70EBE32E-D786-43DC-AA27-849F4B469A0A}" dt="2026-08-13T09:20:14.733" v="1884" actId="1036"/>
          <ac:picMkLst>
            <pc:docMk/>
            <pc:sldMk cId="1074743822" sldId="439"/>
            <ac:picMk id="71" creationId="{833D5155-839E-341F-B8CA-2081398EEF2A}"/>
          </ac:picMkLst>
        </pc:picChg>
        <pc:picChg chg="mod ord">
          <ac:chgData name="Andreas Vogt" userId="8f2cb726-881e-407e-b2de-45ed121033e4" providerId="ADAL" clId="{70EBE32E-D786-43DC-AA27-849F4B469A0A}" dt="2026-08-22T15:53:56.141" v="6542" actId="1035"/>
          <ac:picMkLst>
            <pc:docMk/>
            <pc:sldMk cId="1074743822" sldId="439"/>
            <ac:picMk id="84" creationId="{05BE96D6-3A96-8717-4446-AC52EEF42E43}"/>
          </ac:picMkLst>
        </pc:picChg>
        <pc:cxnChg chg="add mod">
          <ac:chgData name="Andreas Vogt" userId="8f2cb726-881e-407e-b2de-45ed121033e4" providerId="ADAL" clId="{70EBE32E-D786-43DC-AA27-849F4B469A0A}" dt="2026-08-13T19:06:40.153" v="6046" actId="1035"/>
          <ac:cxnSpMkLst>
            <pc:docMk/>
            <pc:sldMk cId="1074743822" sldId="439"/>
            <ac:cxnSpMk id="45" creationId="{0B328CD3-52B5-6D60-C44A-04C35985583C}"/>
          </ac:cxnSpMkLst>
        </pc:cxnChg>
        <pc:cxnChg chg="mod">
          <ac:chgData name="Andreas Vogt" userId="8f2cb726-881e-407e-b2de-45ed121033e4" providerId="ADAL" clId="{70EBE32E-D786-43DC-AA27-849F4B469A0A}" dt="2026-08-13T09:20:36.519" v="1895" actId="1035"/>
          <ac:cxnSpMkLst>
            <pc:docMk/>
            <pc:sldMk cId="1074743822" sldId="439"/>
            <ac:cxnSpMk id="48" creationId="{D5E064E0-FD3E-6CBE-CBCA-401F5FF0BE03}"/>
          </ac:cxnSpMkLst>
        </pc:cxnChg>
        <pc:cxnChg chg="mod">
          <ac:chgData name="Andreas Vogt" userId="8f2cb726-881e-407e-b2de-45ed121033e4" providerId="ADAL" clId="{70EBE32E-D786-43DC-AA27-849F4B469A0A}" dt="2026-08-13T09:20:36.519" v="1895" actId="1035"/>
          <ac:cxnSpMkLst>
            <pc:docMk/>
            <pc:sldMk cId="1074743822" sldId="439"/>
            <ac:cxnSpMk id="51" creationId="{794E8336-DD02-C299-CE17-13F8853D7A95}"/>
          </ac:cxnSpMkLst>
        </pc:cxnChg>
      </pc:sldChg>
      <pc:sldChg chg="addSp delSp modSp add mod addAnim delAnim modAnim">
        <pc:chgData name="Andreas Vogt" userId="8f2cb726-881e-407e-b2de-45ed121033e4" providerId="ADAL" clId="{70EBE32E-D786-43DC-AA27-849F4B469A0A}" dt="2026-08-22T16:21:04.293" v="6850" actId="12788"/>
        <pc:sldMkLst>
          <pc:docMk/>
          <pc:sldMk cId="3742599388" sldId="440"/>
        </pc:sldMkLst>
        <pc:spChg chg="add mod">
          <ac:chgData name="Andreas Vogt" userId="8f2cb726-881e-407e-b2de-45ed121033e4" providerId="ADAL" clId="{70EBE32E-D786-43DC-AA27-849F4B469A0A}" dt="2026-08-22T15:49:42.318" v="6421" actId="14100"/>
          <ac:spMkLst>
            <pc:docMk/>
            <pc:sldMk cId="3742599388" sldId="440"/>
            <ac:spMk id="2" creationId="{88E96A3D-610F-074E-4209-407CBAE28D17}"/>
          </ac:spMkLst>
        </pc:spChg>
        <pc:picChg chg="mod">
          <ac:chgData name="Andreas Vogt" userId="8f2cb726-881e-407e-b2de-45ed121033e4" providerId="ADAL" clId="{70EBE32E-D786-43DC-AA27-849F4B469A0A}" dt="2026-08-22T16:21:04.293" v="6850" actId="12788"/>
          <ac:picMkLst>
            <pc:docMk/>
            <pc:sldMk cId="3742599388" sldId="440"/>
            <ac:picMk id="3" creationId="{00F6DEB5-960B-3FC3-AF61-2BEE6F0D3B2C}"/>
          </ac:picMkLst>
        </pc:picChg>
        <pc:picChg chg="mod ord">
          <ac:chgData name="Andreas Vogt" userId="8f2cb726-881e-407e-b2de-45ed121033e4" providerId="ADAL" clId="{70EBE32E-D786-43DC-AA27-849F4B469A0A}" dt="2026-08-13T09:57:30.350" v="2063" actId="1076"/>
          <ac:picMkLst>
            <pc:docMk/>
            <pc:sldMk cId="3742599388" sldId="440"/>
            <ac:picMk id="15" creationId="{90501EAE-6D0F-36C2-97D1-CB596AEEEB9D}"/>
          </ac:picMkLst>
        </pc:picChg>
        <pc:picChg chg="mod ord">
          <ac:chgData name="Andreas Vogt" userId="8f2cb726-881e-407e-b2de-45ed121033e4" providerId="ADAL" clId="{70EBE32E-D786-43DC-AA27-849F4B469A0A}" dt="2026-08-13T19:07:56.408" v="6074" actId="1035"/>
          <ac:picMkLst>
            <pc:docMk/>
            <pc:sldMk cId="3742599388" sldId="440"/>
            <ac:picMk id="19" creationId="{72558F9B-74F2-CCF0-15A8-4CB7794D4379}"/>
          </ac:picMkLst>
        </pc:picChg>
        <pc:picChg chg="mod ord">
          <ac:chgData name="Andreas Vogt" userId="8f2cb726-881e-407e-b2de-45ed121033e4" providerId="ADAL" clId="{70EBE32E-D786-43DC-AA27-849F4B469A0A}" dt="2026-08-13T19:08:02.811" v="6081" actId="1038"/>
          <ac:picMkLst>
            <pc:docMk/>
            <pc:sldMk cId="3742599388" sldId="440"/>
            <ac:picMk id="21" creationId="{6B3905F8-14EA-A2D4-74F3-DC9398F7C035}"/>
          </ac:picMkLst>
        </pc:picChg>
        <pc:picChg chg="mod ord">
          <ac:chgData name="Andreas Vogt" userId="8f2cb726-881e-407e-b2de-45ed121033e4" providerId="ADAL" clId="{70EBE32E-D786-43DC-AA27-849F4B469A0A}" dt="2026-08-13T19:08:08.613" v="6082" actId="552"/>
          <ac:picMkLst>
            <pc:docMk/>
            <pc:sldMk cId="3742599388" sldId="440"/>
            <ac:picMk id="25" creationId="{197F5C25-7F85-03D4-014C-F0E8D9CD78A9}"/>
          </ac:picMkLst>
        </pc:picChg>
        <pc:picChg chg="mod ord">
          <ac:chgData name="Andreas Vogt" userId="8f2cb726-881e-407e-b2de-45ed121033e4" providerId="ADAL" clId="{70EBE32E-D786-43DC-AA27-849F4B469A0A}" dt="2026-08-13T19:08:08.613" v="6082" actId="552"/>
          <ac:picMkLst>
            <pc:docMk/>
            <pc:sldMk cId="3742599388" sldId="440"/>
            <ac:picMk id="31" creationId="{A5DC8D20-FDC8-4DF7-1AA7-164D8F13340F}"/>
          </ac:picMkLst>
        </pc:picChg>
        <pc:picChg chg="mod ord">
          <ac:chgData name="Andreas Vogt" userId="8f2cb726-881e-407e-b2de-45ed121033e4" providerId="ADAL" clId="{70EBE32E-D786-43DC-AA27-849F4B469A0A}" dt="2026-08-22T15:49:28.808" v="6419" actId="1076"/>
          <ac:picMkLst>
            <pc:docMk/>
            <pc:sldMk cId="3742599388" sldId="440"/>
            <ac:picMk id="35" creationId="{D0862AE5-AB35-AAD5-A12E-FF41260F618F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8-22T16:20:56.665" v="6848" actId="1037"/>
        <pc:sldMkLst>
          <pc:docMk/>
          <pc:sldMk cId="190304118" sldId="441"/>
        </pc:sldMkLst>
        <pc:spChg chg="add mod">
          <ac:chgData name="Andreas Vogt" userId="8f2cb726-881e-407e-b2de-45ed121033e4" providerId="ADAL" clId="{70EBE32E-D786-43DC-AA27-849F4B469A0A}" dt="2026-08-22T16:20:56.665" v="6848" actId="1037"/>
          <ac:spMkLst>
            <pc:docMk/>
            <pc:sldMk cId="190304118" sldId="441"/>
            <ac:spMk id="3" creationId="{8366B9A9-032B-A9C3-718D-126A21A3001B}"/>
          </ac:spMkLst>
        </pc:spChg>
        <pc:picChg chg="mod ord">
          <ac:chgData name="Andreas Vogt" userId="8f2cb726-881e-407e-b2de-45ed121033e4" providerId="ADAL" clId="{70EBE32E-D786-43DC-AA27-849F4B469A0A}" dt="2026-08-13T19:10:24.012" v="6174" actId="552"/>
          <ac:picMkLst>
            <pc:docMk/>
            <pc:sldMk cId="190304118" sldId="441"/>
            <ac:picMk id="4" creationId="{A9997605-C982-419A-763C-DE4C40858F8B}"/>
          </ac:picMkLst>
        </pc:picChg>
        <pc:picChg chg="mod ord">
          <ac:chgData name="Andreas Vogt" userId="8f2cb726-881e-407e-b2de-45ed121033e4" providerId="ADAL" clId="{70EBE32E-D786-43DC-AA27-849F4B469A0A}" dt="2026-08-22T16:07:50.780" v="6659" actId="552"/>
          <ac:picMkLst>
            <pc:docMk/>
            <pc:sldMk cId="190304118" sldId="441"/>
            <ac:picMk id="8" creationId="{84ED3A5E-ECF4-93DF-995B-8D05DE101838}"/>
          </ac:picMkLst>
        </pc:picChg>
        <pc:picChg chg="mod ord">
          <ac:chgData name="Andreas Vogt" userId="8f2cb726-881e-407e-b2de-45ed121033e4" providerId="ADAL" clId="{70EBE32E-D786-43DC-AA27-849F4B469A0A}" dt="2026-08-22T16:07:50.780" v="6659" actId="552"/>
          <ac:picMkLst>
            <pc:docMk/>
            <pc:sldMk cId="190304118" sldId="441"/>
            <ac:picMk id="11" creationId="{1B7FB6F5-F6E9-671A-F65D-787B275EC131}"/>
          </ac:picMkLst>
        </pc:picChg>
        <pc:picChg chg="mod ord">
          <ac:chgData name="Andreas Vogt" userId="8f2cb726-881e-407e-b2de-45ed121033e4" providerId="ADAL" clId="{70EBE32E-D786-43DC-AA27-849F4B469A0A}" dt="2026-08-22T16:08:11.841" v="6665" actId="552"/>
          <ac:picMkLst>
            <pc:docMk/>
            <pc:sldMk cId="190304118" sldId="441"/>
            <ac:picMk id="13" creationId="{D750D3BA-13A7-DD50-7E76-4F6D3CD71225}"/>
          </ac:picMkLst>
        </pc:picChg>
        <pc:picChg chg="mod ord">
          <ac:chgData name="Andreas Vogt" userId="8f2cb726-881e-407e-b2de-45ed121033e4" providerId="ADAL" clId="{70EBE32E-D786-43DC-AA27-849F4B469A0A}" dt="2026-08-22T16:08:11.841" v="6665" actId="552"/>
          <ac:picMkLst>
            <pc:docMk/>
            <pc:sldMk cId="190304118" sldId="441"/>
            <ac:picMk id="16" creationId="{BB8A0E4F-06A1-B829-19C1-921FA722D522}"/>
          </ac:picMkLst>
        </pc:picChg>
        <pc:picChg chg="mod ord">
          <ac:chgData name="Andreas Vogt" userId="8f2cb726-881e-407e-b2de-45ed121033e4" providerId="ADAL" clId="{70EBE32E-D786-43DC-AA27-849F4B469A0A}" dt="2026-08-22T16:07:53.594" v="6660" actId="1036"/>
          <ac:picMkLst>
            <pc:docMk/>
            <pc:sldMk cId="190304118" sldId="441"/>
            <ac:picMk id="18" creationId="{1304A5F4-5ADD-02B8-D923-26C78F69A96A}"/>
          </ac:picMkLst>
        </pc:picChg>
        <pc:picChg chg="mod ord">
          <ac:chgData name="Andreas Vogt" userId="8f2cb726-881e-407e-b2de-45ed121033e4" providerId="ADAL" clId="{70EBE32E-D786-43DC-AA27-849F4B469A0A}" dt="2026-08-13T19:09:50.104" v="6151" actId="552"/>
          <ac:picMkLst>
            <pc:docMk/>
            <pc:sldMk cId="190304118" sldId="441"/>
            <ac:picMk id="22" creationId="{9712915E-51A0-CC91-BD6F-ADDAAE9C9D19}"/>
          </ac:picMkLst>
        </pc:picChg>
        <pc:picChg chg="mod ord">
          <ac:chgData name="Andreas Vogt" userId="8f2cb726-881e-407e-b2de-45ed121033e4" providerId="ADAL" clId="{70EBE32E-D786-43DC-AA27-849F4B469A0A}" dt="2026-08-22T16:20:53.240" v="6845" actId="12788"/>
          <ac:picMkLst>
            <pc:docMk/>
            <pc:sldMk cId="190304118" sldId="441"/>
            <ac:picMk id="24" creationId="{3CE8E5B7-0CA6-8E57-5DC1-0C4FE50C7A14}"/>
          </ac:picMkLst>
        </pc:picChg>
      </pc:sldChg>
      <pc:sldChg chg="addSp delSp modSp add mod modAnim">
        <pc:chgData name="Andreas Vogt" userId="8f2cb726-881e-407e-b2de-45ed121033e4" providerId="ADAL" clId="{70EBE32E-D786-43DC-AA27-849F4B469A0A}" dt="2026-09-01T12:30:53.450" v="6909"/>
        <pc:sldMkLst>
          <pc:docMk/>
          <pc:sldMk cId="836493295" sldId="442"/>
        </pc:sldMkLst>
        <pc:spChg chg="add mod">
          <ac:chgData name="Andreas Vogt" userId="8f2cb726-881e-407e-b2de-45ed121033e4" providerId="ADAL" clId="{70EBE32E-D786-43DC-AA27-849F4B469A0A}" dt="2026-08-22T16:08:36.549" v="6672" actId="1076"/>
          <ac:spMkLst>
            <pc:docMk/>
            <pc:sldMk cId="836493295" sldId="442"/>
            <ac:spMk id="4" creationId="{514927B7-4774-86E1-BD74-8E5E706788ED}"/>
          </ac:spMkLst>
        </pc:spChg>
        <pc:spChg chg="add mod">
          <ac:chgData name="Andreas Vogt" userId="8f2cb726-881e-407e-b2de-45ed121033e4" providerId="ADAL" clId="{70EBE32E-D786-43DC-AA27-849F4B469A0A}" dt="2026-08-22T15:54:22.483" v="6549" actId="208"/>
          <ac:spMkLst>
            <pc:docMk/>
            <pc:sldMk cId="836493295" sldId="442"/>
            <ac:spMk id="5" creationId="{B9F86B8E-E08C-B7D4-5B59-B962099F7CC2}"/>
          </ac:spMkLst>
        </pc:spChg>
        <pc:spChg chg="add mod">
          <ac:chgData name="Andreas Vogt" userId="8f2cb726-881e-407e-b2de-45ed121033e4" providerId="ADAL" clId="{70EBE32E-D786-43DC-AA27-849F4B469A0A}" dt="2026-08-13T13:44:58.295" v="2730" actId="1036"/>
          <ac:spMkLst>
            <pc:docMk/>
            <pc:sldMk cId="836493295" sldId="442"/>
            <ac:spMk id="34" creationId="{83931735-7E49-68F5-3024-605BF95BDB2C}"/>
          </ac:spMkLst>
        </pc:spChg>
        <pc:spChg chg="add mod">
          <ac:chgData name="Andreas Vogt" userId="8f2cb726-881e-407e-b2de-45ed121033e4" providerId="ADAL" clId="{70EBE32E-D786-43DC-AA27-849F4B469A0A}" dt="2026-08-13T13:44:58.295" v="2730" actId="1036"/>
          <ac:spMkLst>
            <pc:docMk/>
            <pc:sldMk cId="836493295" sldId="442"/>
            <ac:spMk id="39" creationId="{02EBF636-196F-6800-9F78-315F2627812F}"/>
          </ac:spMkLst>
        </pc:spChg>
        <pc:spChg chg="add mod">
          <ac:chgData name="Andreas Vogt" userId="8f2cb726-881e-407e-b2de-45ed121033e4" providerId="ADAL" clId="{70EBE32E-D786-43DC-AA27-849F4B469A0A}" dt="2026-08-13T13:44:58.295" v="2730" actId="1036"/>
          <ac:spMkLst>
            <pc:docMk/>
            <pc:sldMk cId="836493295" sldId="442"/>
            <ac:spMk id="43" creationId="{BE2B622B-28FB-2E61-E2FD-E92593E65D44}"/>
          </ac:spMkLst>
        </pc:spChg>
        <pc:spChg chg="add mod">
          <ac:chgData name="Andreas Vogt" userId="8f2cb726-881e-407e-b2de-45ed121033e4" providerId="ADAL" clId="{70EBE32E-D786-43DC-AA27-849F4B469A0A}" dt="2026-08-13T13:44:58.295" v="2730" actId="1036"/>
          <ac:spMkLst>
            <pc:docMk/>
            <pc:sldMk cId="836493295" sldId="442"/>
            <ac:spMk id="44" creationId="{B92E4EC3-A2DA-4164-4668-ECD5721D8BB5}"/>
          </ac:spMkLst>
        </pc:spChg>
        <pc:spChg chg="add mod">
          <ac:chgData name="Andreas Vogt" userId="8f2cb726-881e-407e-b2de-45ed121033e4" providerId="ADAL" clId="{70EBE32E-D786-43DC-AA27-849F4B469A0A}" dt="2026-08-13T13:44:58.295" v="2730" actId="1036"/>
          <ac:spMkLst>
            <pc:docMk/>
            <pc:sldMk cId="836493295" sldId="442"/>
            <ac:spMk id="60" creationId="{D390381F-B70C-0FCC-E01D-B18DD2CB1BF4}"/>
          </ac:spMkLst>
        </pc:spChg>
        <pc:spChg chg="add mod">
          <ac:chgData name="Andreas Vogt" userId="8f2cb726-881e-407e-b2de-45ed121033e4" providerId="ADAL" clId="{70EBE32E-D786-43DC-AA27-849F4B469A0A}" dt="2026-08-13T13:44:58.295" v="2730" actId="1036"/>
          <ac:spMkLst>
            <pc:docMk/>
            <pc:sldMk cId="836493295" sldId="442"/>
            <ac:spMk id="73" creationId="{7828C554-F5A8-FB6B-4E77-D833E692F23D}"/>
          </ac:spMkLst>
        </pc:spChg>
        <pc:picChg chg="mod ord">
          <ac:chgData name="Andreas Vogt" userId="8f2cb726-881e-407e-b2de-45ed121033e4" providerId="ADAL" clId="{70EBE32E-D786-43DC-AA27-849F4B469A0A}" dt="2026-08-13T13:45:26.645" v="2746" actId="552"/>
          <ac:picMkLst>
            <pc:docMk/>
            <pc:sldMk cId="836493295" sldId="442"/>
            <ac:picMk id="3" creationId="{F887D42F-19D1-89DB-7C58-7D34C72E14CF}"/>
          </ac:picMkLst>
        </pc:picChg>
        <pc:picChg chg="add">
          <ac:chgData name="Andreas Vogt" userId="8f2cb726-881e-407e-b2de-45ed121033e4" providerId="ADAL" clId="{70EBE32E-D786-43DC-AA27-849F4B469A0A}" dt="2026-08-22T16:21:12.540" v="6852" actId="22"/>
          <ac:picMkLst>
            <pc:docMk/>
            <pc:sldMk cId="836493295" sldId="442"/>
            <ac:picMk id="8" creationId="{4C5D7704-5816-1A54-77D2-F2170DDC2319}"/>
          </ac:picMkLst>
        </pc:picChg>
        <pc:picChg chg="mod ord">
          <ac:chgData name="Andreas Vogt" userId="8f2cb726-881e-407e-b2de-45ed121033e4" providerId="ADAL" clId="{70EBE32E-D786-43DC-AA27-849F4B469A0A}" dt="2026-08-13T13:45:26.645" v="2746" actId="552"/>
          <ac:picMkLst>
            <pc:docMk/>
            <pc:sldMk cId="836493295" sldId="442"/>
            <ac:picMk id="12" creationId="{21BC819C-EA1E-1674-C002-A45ECEDE9510}"/>
          </ac:picMkLst>
        </pc:picChg>
        <pc:picChg chg="mod ord">
          <ac:chgData name="Andreas Vogt" userId="8f2cb726-881e-407e-b2de-45ed121033e4" providerId="ADAL" clId="{70EBE32E-D786-43DC-AA27-849F4B469A0A}" dt="2026-08-13T13:45:26.645" v="2746" actId="552"/>
          <ac:picMkLst>
            <pc:docMk/>
            <pc:sldMk cId="836493295" sldId="442"/>
            <ac:picMk id="15" creationId="{0900324F-FE29-683C-ECF9-9A2B80E9DA1F}"/>
          </ac:picMkLst>
        </pc:picChg>
        <pc:picChg chg="mod ord">
          <ac:chgData name="Andreas Vogt" userId="8f2cb726-881e-407e-b2de-45ed121033e4" providerId="ADAL" clId="{70EBE32E-D786-43DC-AA27-849F4B469A0A}" dt="2026-08-13T13:45:08.477" v="2738" actId="1076"/>
          <ac:picMkLst>
            <pc:docMk/>
            <pc:sldMk cId="836493295" sldId="442"/>
            <ac:picMk id="25" creationId="{7497B43A-5648-3355-6DC2-572979316C16}"/>
          </ac:picMkLst>
        </pc:picChg>
        <pc:picChg chg="mod ord">
          <ac:chgData name="Andreas Vogt" userId="8f2cb726-881e-407e-b2de-45ed121033e4" providerId="ADAL" clId="{70EBE32E-D786-43DC-AA27-849F4B469A0A}" dt="2026-08-13T13:45:13.098" v="2742" actId="1076"/>
          <ac:picMkLst>
            <pc:docMk/>
            <pc:sldMk cId="836493295" sldId="442"/>
            <ac:picMk id="28" creationId="{FC9C3F01-7554-8F51-B7D3-B0CB210DF781}"/>
          </ac:picMkLst>
        </pc:picChg>
        <pc:picChg chg="mod ord">
          <ac:chgData name="Andreas Vogt" userId="8f2cb726-881e-407e-b2de-45ed121033e4" providerId="ADAL" clId="{70EBE32E-D786-43DC-AA27-849F4B469A0A}" dt="2026-08-13T13:44:58.295" v="2730" actId="1036"/>
          <ac:picMkLst>
            <pc:docMk/>
            <pc:sldMk cId="836493295" sldId="442"/>
            <ac:picMk id="32" creationId="{D773BF41-B379-C3C3-8659-C4F66A45DEC2}"/>
          </ac:picMkLst>
        </pc:picChg>
        <pc:picChg chg="add mod">
          <ac:chgData name="Andreas Vogt" userId="8f2cb726-881e-407e-b2de-45ed121033e4" providerId="ADAL" clId="{70EBE32E-D786-43DC-AA27-849F4B469A0A}" dt="2026-09-01T12:30:40.292" v="6907" actId="1037"/>
          <ac:picMkLst>
            <pc:docMk/>
            <pc:sldMk cId="836493295" sldId="442"/>
            <ac:picMk id="33" creationId="{6702A8B1-BCD6-CE38-7AA2-0ABD0E9A8592}"/>
          </ac:picMkLst>
        </pc:picChg>
        <pc:picChg chg="mod ord">
          <ac:chgData name="Andreas Vogt" userId="8f2cb726-881e-407e-b2de-45ed121033e4" providerId="ADAL" clId="{70EBE32E-D786-43DC-AA27-849F4B469A0A}" dt="2026-08-22T16:09:04.484" v="6678" actId="465"/>
          <ac:picMkLst>
            <pc:docMk/>
            <pc:sldMk cId="836493295" sldId="442"/>
            <ac:picMk id="42" creationId="{6E983306-D794-72CC-399F-5A04A3100AC3}"/>
          </ac:picMkLst>
        </pc:picChg>
        <pc:picChg chg="mod ord">
          <ac:chgData name="Andreas Vogt" userId="8f2cb726-881e-407e-b2de-45ed121033e4" providerId="ADAL" clId="{70EBE32E-D786-43DC-AA27-849F4B469A0A}" dt="2026-08-13T13:39:04.804" v="2598" actId="1038"/>
          <ac:picMkLst>
            <pc:docMk/>
            <pc:sldMk cId="836493295" sldId="442"/>
            <ac:picMk id="53" creationId="{39C5CA34-2706-1D58-30F3-8E67FD7ECA50}"/>
          </ac:picMkLst>
        </pc:picChg>
        <pc:picChg chg="mod ord">
          <ac:chgData name="Andreas Vogt" userId="8f2cb726-881e-407e-b2de-45ed121033e4" providerId="ADAL" clId="{70EBE32E-D786-43DC-AA27-849F4B469A0A}" dt="2026-08-13T13:39:04.804" v="2598" actId="1038"/>
          <ac:picMkLst>
            <pc:docMk/>
            <pc:sldMk cId="836493295" sldId="442"/>
            <ac:picMk id="57" creationId="{9EF6B3D4-C703-31B1-F13F-7F984DBF86D8}"/>
          </ac:picMkLst>
        </pc:picChg>
        <pc:picChg chg="mod ord">
          <ac:chgData name="Andreas Vogt" userId="8f2cb726-881e-407e-b2de-45ed121033e4" providerId="ADAL" clId="{70EBE32E-D786-43DC-AA27-849F4B469A0A}" dt="2026-08-22T16:09:04.484" v="6678" actId="465"/>
          <ac:picMkLst>
            <pc:docMk/>
            <pc:sldMk cId="836493295" sldId="442"/>
            <ac:picMk id="64" creationId="{A86C90BC-8797-0051-93E6-31383C25E122}"/>
          </ac:picMkLst>
        </pc:picChg>
        <pc:picChg chg="mod ord">
          <ac:chgData name="Andreas Vogt" userId="8f2cb726-881e-407e-b2de-45ed121033e4" providerId="ADAL" clId="{70EBE32E-D786-43DC-AA27-849F4B469A0A}" dt="2026-08-13T13:39:55.090" v="2626" actId="962"/>
          <ac:picMkLst>
            <pc:docMk/>
            <pc:sldMk cId="836493295" sldId="442"/>
            <ac:picMk id="70" creationId="{14D101A2-F7A7-02C5-3B40-E46B217F76C9}"/>
          </ac:picMkLst>
        </pc:picChg>
        <pc:picChg chg="mod ord">
          <ac:chgData name="Andreas Vogt" userId="8f2cb726-881e-407e-b2de-45ed121033e4" providerId="ADAL" clId="{70EBE32E-D786-43DC-AA27-849F4B469A0A}" dt="2026-08-13T13:40:23.693" v="2644" actId="962"/>
          <ac:picMkLst>
            <pc:docMk/>
            <pc:sldMk cId="836493295" sldId="442"/>
            <ac:picMk id="76" creationId="{F1820939-6F53-DE41-82A0-7A201365DEEB}"/>
          </ac:picMkLst>
        </pc:picChg>
        <pc:picChg chg="mod ord">
          <ac:chgData name="Andreas Vogt" userId="8f2cb726-881e-407e-b2de-45ed121033e4" providerId="ADAL" clId="{70EBE32E-D786-43DC-AA27-849F4B469A0A}" dt="2026-08-13T13:40:39.529" v="2671" actId="1036"/>
          <ac:picMkLst>
            <pc:docMk/>
            <pc:sldMk cId="836493295" sldId="442"/>
            <ac:picMk id="78" creationId="{BD3F2876-58A0-BF10-9ECB-B86DF0E0CB31}"/>
          </ac:picMkLst>
        </pc:picChg>
        <pc:picChg chg="mod ord">
          <ac:chgData name="Andreas Vogt" userId="8f2cb726-881e-407e-b2de-45ed121033e4" providerId="ADAL" clId="{70EBE32E-D786-43DC-AA27-849F4B469A0A}" dt="2026-08-13T13:45:29.750" v="2752" actId="1035"/>
          <ac:picMkLst>
            <pc:docMk/>
            <pc:sldMk cId="836493295" sldId="442"/>
            <ac:picMk id="84" creationId="{A8DDF07A-31EB-D4E9-ACA7-8CB5019A980B}"/>
          </ac:picMkLst>
        </pc:picChg>
        <pc:picChg chg="mod ord">
          <ac:chgData name="Andreas Vogt" userId="8f2cb726-881e-407e-b2de-45ed121033e4" providerId="ADAL" clId="{70EBE32E-D786-43DC-AA27-849F4B469A0A}" dt="2026-08-13T13:45:26.645" v="2746" actId="552"/>
          <ac:picMkLst>
            <pc:docMk/>
            <pc:sldMk cId="836493295" sldId="442"/>
            <ac:picMk id="89" creationId="{336122DF-6FE8-F2F3-51F7-5738EE41B432}"/>
          </ac:picMkLst>
        </pc:picChg>
        <pc:cxnChg chg="add mod">
          <ac:chgData name="Andreas Vogt" userId="8f2cb726-881e-407e-b2de-45ed121033e4" providerId="ADAL" clId="{70EBE32E-D786-43DC-AA27-849F4B469A0A}" dt="2026-08-13T13:34:21.585" v="2436" actId="1036"/>
          <ac:cxnSpMkLst>
            <pc:docMk/>
            <pc:sldMk cId="836493295" sldId="442"/>
            <ac:cxnSpMk id="35" creationId="{F87C1DDE-0192-7ACC-7652-EC820057C0B9}"/>
          </ac:cxnSpMkLst>
        </pc:cxnChg>
        <pc:cxnChg chg="add mod">
          <ac:chgData name="Andreas Vogt" userId="8f2cb726-881e-407e-b2de-45ed121033e4" providerId="ADAL" clId="{70EBE32E-D786-43DC-AA27-849F4B469A0A}" dt="2026-08-13T13:37:23.722" v="2509" actId="14100"/>
          <ac:cxnSpMkLst>
            <pc:docMk/>
            <pc:sldMk cId="836493295" sldId="442"/>
            <ac:cxnSpMk id="40" creationId="{8710CAF0-CC39-1910-C890-0AC518A61A04}"/>
          </ac:cxnSpMkLst>
        </pc:cxnChg>
        <pc:cxnChg chg="add mod">
          <ac:chgData name="Andreas Vogt" userId="8f2cb726-881e-407e-b2de-45ed121033e4" providerId="ADAL" clId="{70EBE32E-D786-43DC-AA27-849F4B469A0A}" dt="2026-08-13T13:36:53.697" v="2484" actId="14100"/>
          <ac:cxnSpMkLst>
            <pc:docMk/>
            <pc:sldMk cId="836493295" sldId="442"/>
            <ac:cxnSpMk id="46" creationId="{75BEE590-651B-D1B1-1079-323993EE7363}"/>
          </ac:cxnSpMkLst>
        </pc:cxnChg>
        <pc:cxnChg chg="add mod">
          <ac:chgData name="Andreas Vogt" userId="8f2cb726-881e-407e-b2de-45ed121033e4" providerId="ADAL" clId="{70EBE32E-D786-43DC-AA27-849F4B469A0A}" dt="2026-08-13T13:37:00.119" v="2487" actId="14100"/>
          <ac:cxnSpMkLst>
            <pc:docMk/>
            <pc:sldMk cId="836493295" sldId="442"/>
            <ac:cxnSpMk id="49" creationId="{90CA3D7B-4E0F-06DC-2283-19420B94B6EC}"/>
          </ac:cxnSpMkLst>
        </pc:cxnChg>
        <pc:cxnChg chg="add mod">
          <ac:chgData name="Andreas Vogt" userId="8f2cb726-881e-407e-b2de-45ed121033e4" providerId="ADAL" clId="{70EBE32E-D786-43DC-AA27-849F4B469A0A}" dt="2026-08-13T13:39:16.326" v="2608" actId="14100"/>
          <ac:cxnSpMkLst>
            <pc:docMk/>
            <pc:sldMk cId="836493295" sldId="442"/>
            <ac:cxnSpMk id="61" creationId="{D53565EE-0550-5612-EBAF-2FD15BAE7CEB}"/>
          </ac:cxnSpMkLst>
        </pc:cxnChg>
        <pc:cxnChg chg="add mod">
          <ac:chgData name="Andreas Vogt" userId="8f2cb726-881e-407e-b2de-45ed121033e4" providerId="ADAL" clId="{70EBE32E-D786-43DC-AA27-849F4B469A0A}" dt="2026-08-13T13:40:45.603" v="2672" actId="14100"/>
          <ac:cxnSpMkLst>
            <pc:docMk/>
            <pc:sldMk cId="836493295" sldId="442"/>
            <ac:cxnSpMk id="74" creationId="{C21703F4-812A-C5D4-2E4C-9A2E08590199}"/>
          </ac:cxnSpMkLst>
        </pc:cxnChg>
      </pc:sldChg>
      <pc:sldChg chg="addSp delSp modSp add mod addAnim delAnim modAnim">
        <pc:chgData name="Andreas Vogt" userId="8f2cb726-881e-407e-b2de-45ed121033e4" providerId="ADAL" clId="{70EBE32E-D786-43DC-AA27-849F4B469A0A}" dt="2026-08-22T16:21:25.755" v="6858" actId="12788"/>
        <pc:sldMkLst>
          <pc:docMk/>
          <pc:sldMk cId="567397044" sldId="444"/>
        </pc:sldMkLst>
        <pc:picChg chg="mod ord">
          <ac:chgData name="Andreas Vogt" userId="8f2cb726-881e-407e-b2de-45ed121033e4" providerId="ADAL" clId="{70EBE32E-D786-43DC-AA27-849F4B469A0A}" dt="2026-08-22T16:21:25.755" v="6858" actId="12788"/>
          <ac:picMkLst>
            <pc:docMk/>
            <pc:sldMk cId="567397044" sldId="444"/>
            <ac:picMk id="3" creationId="{74F957A0-AE6C-2DCE-B1C5-41B359057FAC}"/>
          </ac:picMkLst>
        </pc:picChg>
        <pc:picChg chg="mod ord">
          <ac:chgData name="Andreas Vogt" userId="8f2cb726-881e-407e-b2de-45ed121033e4" providerId="ADAL" clId="{70EBE32E-D786-43DC-AA27-849F4B469A0A}" dt="2026-08-13T13:48:49.626" v="2804" actId="962"/>
          <ac:picMkLst>
            <pc:docMk/>
            <pc:sldMk cId="567397044" sldId="444"/>
            <ac:picMk id="7" creationId="{0CA5E45B-EBC2-F281-8BE7-D23A6846CF31}"/>
          </ac:picMkLst>
        </pc:picChg>
        <pc:picChg chg="mod ord">
          <ac:chgData name="Andreas Vogt" userId="8f2cb726-881e-407e-b2de-45ed121033e4" providerId="ADAL" clId="{70EBE32E-D786-43DC-AA27-849F4B469A0A}" dt="2026-08-13T13:50:59.177" v="2819" actId="962"/>
          <ac:picMkLst>
            <pc:docMk/>
            <pc:sldMk cId="567397044" sldId="444"/>
            <ac:picMk id="11" creationId="{53018CF8-4CDD-A07C-D3FE-CE46F4DB8872}"/>
          </ac:picMkLst>
        </pc:picChg>
        <pc:picChg chg="mod ord">
          <ac:chgData name="Andreas Vogt" userId="8f2cb726-881e-407e-b2de-45ed121033e4" providerId="ADAL" clId="{70EBE32E-D786-43DC-AA27-849F4B469A0A}" dt="2026-08-13T19:10:55.608" v="6187" actId="1076"/>
          <ac:picMkLst>
            <pc:docMk/>
            <pc:sldMk cId="567397044" sldId="444"/>
            <ac:picMk id="15" creationId="{6391A089-F0A1-5214-F716-44076B0A2E56}"/>
          </ac:picMkLst>
        </pc:picChg>
        <pc:picChg chg="mod ord">
          <ac:chgData name="Andreas Vogt" userId="8f2cb726-881e-407e-b2de-45ed121033e4" providerId="ADAL" clId="{70EBE32E-D786-43DC-AA27-849F4B469A0A}" dt="2026-08-13T19:11:00.653" v="6207" actId="1036"/>
          <ac:picMkLst>
            <pc:docMk/>
            <pc:sldMk cId="567397044" sldId="444"/>
            <ac:picMk id="18" creationId="{0016EEDF-03B7-D3E4-664F-5158A74C465D}"/>
          </ac:picMkLst>
        </pc:picChg>
      </pc:sldChg>
      <pc:sldChg chg="addSp delSp modSp add mod modAnim">
        <pc:chgData name="Andreas Vogt" userId="8f2cb726-881e-407e-b2de-45ed121033e4" providerId="ADAL" clId="{70EBE32E-D786-43DC-AA27-849F4B469A0A}" dt="2026-08-22T16:21:29.639" v="6860" actId="22"/>
        <pc:sldMkLst>
          <pc:docMk/>
          <pc:sldMk cId="1760299762" sldId="445"/>
        </pc:sldMkLst>
        <pc:spChg chg="add mod">
          <ac:chgData name="Andreas Vogt" userId="8f2cb726-881e-407e-b2de-45ed121033e4" providerId="ADAL" clId="{70EBE32E-D786-43DC-AA27-849F4B469A0A}" dt="2026-08-22T15:51:54.494" v="6459" actId="1037"/>
          <ac:spMkLst>
            <pc:docMk/>
            <pc:sldMk cId="1760299762" sldId="445"/>
            <ac:spMk id="2" creationId="{0B76F29C-7609-692E-2B38-E993F7EC7EA7}"/>
          </ac:spMkLst>
        </pc:spChg>
        <pc:spChg chg="add mod">
          <ac:chgData name="Andreas Vogt" userId="8f2cb726-881e-407e-b2de-45ed121033e4" providerId="ADAL" clId="{70EBE32E-D786-43DC-AA27-849F4B469A0A}" dt="2026-08-13T19:13:25.247" v="6263" actId="208"/>
          <ac:spMkLst>
            <pc:docMk/>
            <pc:sldMk cId="1760299762" sldId="445"/>
            <ac:spMk id="30" creationId="{79032A47-B441-0EC6-165F-7F8901310048}"/>
          </ac:spMkLst>
        </pc:spChg>
        <pc:picChg chg="add">
          <ac:chgData name="Andreas Vogt" userId="8f2cb726-881e-407e-b2de-45ed121033e4" providerId="ADAL" clId="{70EBE32E-D786-43DC-AA27-849F4B469A0A}" dt="2026-08-22T16:21:29.639" v="6860" actId="22"/>
          <ac:picMkLst>
            <pc:docMk/>
            <pc:sldMk cId="1760299762" sldId="445"/>
            <ac:picMk id="5" creationId="{57AA27D8-D447-9E5C-4312-C7A80EAAFB25}"/>
          </ac:picMkLst>
        </pc:picChg>
        <pc:picChg chg="mod ord">
          <ac:chgData name="Andreas Vogt" userId="8f2cb726-881e-407e-b2de-45ed121033e4" providerId="ADAL" clId="{70EBE32E-D786-43DC-AA27-849F4B469A0A}" dt="2026-08-13T19:11:05.120" v="6208" actId="1076"/>
          <ac:picMkLst>
            <pc:docMk/>
            <pc:sldMk cId="1760299762" sldId="445"/>
            <ac:picMk id="9" creationId="{A5A16BA2-7E04-C710-EBC9-1427AD7E72E8}"/>
          </ac:picMkLst>
        </pc:picChg>
        <pc:picChg chg="mod ord">
          <ac:chgData name="Andreas Vogt" userId="8f2cb726-881e-407e-b2de-45ed121033e4" providerId="ADAL" clId="{70EBE32E-D786-43DC-AA27-849F4B469A0A}" dt="2026-08-13T19:11:40.965" v="6229" actId="1037"/>
          <ac:picMkLst>
            <pc:docMk/>
            <pc:sldMk cId="1760299762" sldId="445"/>
            <ac:picMk id="16" creationId="{0109054A-6011-DA96-5523-F96150CC8074}"/>
          </ac:picMkLst>
        </pc:picChg>
        <pc:picChg chg="mod ord">
          <ac:chgData name="Andreas Vogt" userId="8f2cb726-881e-407e-b2de-45ed121033e4" providerId="ADAL" clId="{70EBE32E-D786-43DC-AA27-849F4B469A0A}" dt="2026-08-13T19:11:40.965" v="6229" actId="1037"/>
          <ac:picMkLst>
            <pc:docMk/>
            <pc:sldMk cId="1760299762" sldId="445"/>
            <ac:picMk id="20" creationId="{18DD93B5-D3B4-3DA9-2F79-C46E157FB464}"/>
          </ac:picMkLst>
        </pc:picChg>
        <pc:picChg chg="mod ord">
          <ac:chgData name="Andreas Vogt" userId="8f2cb726-881e-407e-b2de-45ed121033e4" providerId="ADAL" clId="{70EBE32E-D786-43DC-AA27-849F4B469A0A}" dt="2026-08-13T19:11:40.965" v="6229" actId="1037"/>
          <ac:picMkLst>
            <pc:docMk/>
            <pc:sldMk cId="1760299762" sldId="445"/>
            <ac:picMk id="24" creationId="{3B5686A8-CBB1-2B8F-3907-CD7D6D7D1BAE}"/>
          </ac:picMkLst>
        </pc:picChg>
        <pc:picChg chg="mod ord">
          <ac:chgData name="Andreas Vogt" userId="8f2cb726-881e-407e-b2de-45ed121033e4" providerId="ADAL" clId="{70EBE32E-D786-43DC-AA27-849F4B469A0A}" dt="2026-08-13T19:11:40.965" v="6229" actId="1037"/>
          <ac:picMkLst>
            <pc:docMk/>
            <pc:sldMk cId="1760299762" sldId="445"/>
            <ac:picMk id="26" creationId="{3D9DE153-5940-F2C9-7118-CB77514FB7A7}"/>
          </ac:picMkLst>
        </pc:picChg>
        <pc:picChg chg="mod ord">
          <ac:chgData name="Andreas Vogt" userId="8f2cb726-881e-407e-b2de-45ed121033e4" providerId="ADAL" clId="{70EBE32E-D786-43DC-AA27-849F4B469A0A}" dt="2026-08-13T19:13:18.554" v="6262" actId="962"/>
          <ac:picMkLst>
            <pc:docMk/>
            <pc:sldMk cId="1760299762" sldId="445"/>
            <ac:picMk id="32" creationId="{27324BA5-00CD-6CA3-E282-65D1B361418F}"/>
          </ac:picMkLst>
        </pc:picChg>
        <pc:cxnChg chg="add mod">
          <ac:chgData name="Andreas Vogt" userId="8f2cb726-881e-407e-b2de-45ed121033e4" providerId="ADAL" clId="{70EBE32E-D786-43DC-AA27-849F4B469A0A}" dt="2026-08-13T19:13:33.984" v="6265" actId="208"/>
          <ac:cxnSpMkLst>
            <pc:docMk/>
            <pc:sldMk cId="1760299762" sldId="445"/>
            <ac:cxnSpMk id="34" creationId="{618668AB-4D47-F666-CF83-4557907053B7}"/>
          </ac:cxnSpMkLst>
        </pc:cxnChg>
      </pc:sldChg>
      <pc:sldChg chg="addSp delSp modSp add mod modAnim">
        <pc:chgData name="Andreas Vogt" userId="8f2cb726-881e-407e-b2de-45ed121033e4" providerId="ADAL" clId="{70EBE32E-D786-43DC-AA27-849F4B469A0A}" dt="2026-09-05T15:29:10.144" v="7078" actId="962"/>
        <pc:sldMkLst>
          <pc:docMk/>
          <pc:sldMk cId="3529862284" sldId="446"/>
        </pc:sldMkLst>
        <pc:spChg chg="add mod">
          <ac:chgData name="Andreas Vogt" userId="8f2cb726-881e-407e-b2de-45ed121033e4" providerId="ADAL" clId="{70EBE32E-D786-43DC-AA27-849F4B469A0A}" dt="2026-08-22T15:54:45.603" v="6557" actId="14100"/>
          <ac:spMkLst>
            <pc:docMk/>
            <pc:sldMk cId="3529862284" sldId="446"/>
            <ac:spMk id="4" creationId="{ABCC8FA3-AD8F-0378-6464-11769581E183}"/>
          </ac:spMkLst>
        </pc:spChg>
        <pc:spChg chg="add mod">
          <ac:chgData name="Andreas Vogt" userId="8f2cb726-881e-407e-b2de-45ed121033e4" providerId="ADAL" clId="{70EBE32E-D786-43DC-AA27-849F4B469A0A}" dt="2026-08-22T15:54:56.054" v="6567" actId="1037"/>
          <ac:spMkLst>
            <pc:docMk/>
            <pc:sldMk cId="3529862284" sldId="446"/>
            <ac:spMk id="23" creationId="{C1BDE7A2-6AD5-69F1-40E8-FFA5DEAA683F}"/>
          </ac:spMkLst>
        </pc:spChg>
        <pc:spChg chg="add mod">
          <ac:chgData name="Andreas Vogt" userId="8f2cb726-881e-407e-b2de-45ed121033e4" providerId="ADAL" clId="{70EBE32E-D786-43DC-AA27-849F4B469A0A}" dt="2026-08-22T15:54:56.054" v="6567" actId="1037"/>
          <ac:spMkLst>
            <pc:docMk/>
            <pc:sldMk cId="3529862284" sldId="446"/>
            <ac:spMk id="39" creationId="{2F1A5732-1880-9022-4E79-1FC839FEB014}"/>
          </ac:spMkLst>
        </pc:spChg>
        <pc:spChg chg="add mod">
          <ac:chgData name="Andreas Vogt" userId="8f2cb726-881e-407e-b2de-45ed121033e4" providerId="ADAL" clId="{70EBE32E-D786-43DC-AA27-849F4B469A0A}" dt="2026-09-01T12:32:27.194" v="6951" actId="14100"/>
          <ac:spMkLst>
            <pc:docMk/>
            <pc:sldMk cId="3529862284" sldId="446"/>
            <ac:spMk id="49" creationId="{B4109294-7719-675E-3F02-5AC29C959257}"/>
          </ac:spMkLst>
        </pc:spChg>
        <pc:spChg chg="add mod">
          <ac:chgData name="Andreas Vogt" userId="8f2cb726-881e-407e-b2de-45ed121033e4" providerId="ADAL" clId="{70EBE32E-D786-43DC-AA27-849F4B469A0A}" dt="2026-08-22T15:54:56.054" v="6567" actId="1037"/>
          <ac:spMkLst>
            <pc:docMk/>
            <pc:sldMk cId="3529862284" sldId="446"/>
            <ac:spMk id="58" creationId="{1E27F1F1-D9DC-45AD-52B0-46528F769B28}"/>
          </ac:spMkLst>
        </pc:spChg>
        <pc:picChg chg="mod ord">
          <ac:chgData name="Andreas Vogt" userId="8f2cb726-881e-407e-b2de-45ed121033e4" providerId="ADAL" clId="{70EBE32E-D786-43DC-AA27-849F4B469A0A}" dt="2026-09-01T12:32:56.933" v="6961" actId="1037"/>
          <ac:picMkLst>
            <pc:docMk/>
            <pc:sldMk cId="3529862284" sldId="446"/>
            <ac:picMk id="3" creationId="{2B98A84D-147F-6AFA-4953-6F9CC2C3225B}"/>
          </ac:picMkLst>
        </pc:picChg>
        <pc:picChg chg="mod ord">
          <ac:chgData name="Andreas Vogt" userId="8f2cb726-881e-407e-b2de-45ed121033e4" providerId="ADAL" clId="{70EBE32E-D786-43DC-AA27-849F4B469A0A}" dt="2026-09-05T15:29:10.144" v="7078" actId="962"/>
          <ac:picMkLst>
            <pc:docMk/>
            <pc:sldMk cId="3529862284" sldId="446"/>
            <ac:picMk id="5" creationId="{D97F001C-5393-7E30-EB61-182AB0FEA600}"/>
          </ac:picMkLst>
        </pc:picChg>
        <pc:picChg chg="mod ord">
          <ac:chgData name="Andreas Vogt" userId="8f2cb726-881e-407e-b2de-45ed121033e4" providerId="ADAL" clId="{70EBE32E-D786-43DC-AA27-849F4B469A0A}" dt="2026-08-13T19:13:57.214" v="6286" actId="14100"/>
          <ac:picMkLst>
            <pc:docMk/>
            <pc:sldMk cId="3529862284" sldId="446"/>
            <ac:picMk id="8" creationId="{BD2B1809-BFFC-4407-3EA0-FA744F7E3522}"/>
          </ac:picMkLst>
        </pc:picChg>
        <pc:picChg chg="add">
          <ac:chgData name="Andreas Vogt" userId="8f2cb726-881e-407e-b2de-45ed121033e4" providerId="ADAL" clId="{70EBE32E-D786-43DC-AA27-849F4B469A0A}" dt="2026-08-22T16:21:31.433" v="6862" actId="22"/>
          <ac:picMkLst>
            <pc:docMk/>
            <pc:sldMk cId="3529862284" sldId="446"/>
            <ac:picMk id="11" creationId="{C0EC21D2-85A2-1AE0-DF1C-2234216EBB4B}"/>
          </ac:picMkLst>
        </pc:picChg>
        <pc:picChg chg="mod ord">
          <ac:chgData name="Andreas Vogt" userId="8f2cb726-881e-407e-b2de-45ed121033e4" providerId="ADAL" clId="{70EBE32E-D786-43DC-AA27-849F4B469A0A}" dt="2026-08-22T15:54:56.054" v="6567" actId="1037"/>
          <ac:picMkLst>
            <pc:docMk/>
            <pc:sldMk cId="3529862284" sldId="446"/>
            <ac:picMk id="13" creationId="{BEC801BD-0622-A951-BC5D-552D7CB6141F}"/>
          </ac:picMkLst>
        </pc:picChg>
        <pc:picChg chg="mod ord">
          <ac:chgData name="Andreas Vogt" userId="8f2cb726-881e-407e-b2de-45ed121033e4" providerId="ADAL" clId="{70EBE32E-D786-43DC-AA27-849F4B469A0A}" dt="2026-08-13T19:14:05.495" v="6290" actId="1076"/>
          <ac:picMkLst>
            <pc:docMk/>
            <pc:sldMk cId="3529862284" sldId="446"/>
            <ac:picMk id="17" creationId="{2553D25F-1D5B-35E9-2853-98C21503F079}"/>
          </ac:picMkLst>
        </pc:picChg>
        <pc:picChg chg="mod ord">
          <ac:chgData name="Andreas Vogt" userId="8f2cb726-881e-407e-b2de-45ed121033e4" providerId="ADAL" clId="{70EBE32E-D786-43DC-AA27-849F4B469A0A}" dt="2026-08-13T19:15:01.451" v="6301" actId="14100"/>
          <ac:picMkLst>
            <pc:docMk/>
            <pc:sldMk cId="3529862284" sldId="446"/>
            <ac:picMk id="21" creationId="{A0E8142B-F3E0-6A37-F9D0-E758C86F1A82}"/>
          </ac:picMkLst>
        </pc:picChg>
        <pc:picChg chg="mod ord">
          <ac:chgData name="Andreas Vogt" userId="8f2cb726-881e-407e-b2de-45ed121033e4" providerId="ADAL" clId="{70EBE32E-D786-43DC-AA27-849F4B469A0A}" dt="2026-08-22T15:54:56.054" v="6567" actId="1037"/>
          <ac:picMkLst>
            <pc:docMk/>
            <pc:sldMk cId="3529862284" sldId="446"/>
            <ac:picMk id="28" creationId="{C9F32F6C-9116-BCE6-C4DF-AF8800D52262}"/>
          </ac:picMkLst>
        </pc:picChg>
        <pc:picChg chg="mod ord">
          <ac:chgData name="Andreas Vogt" userId="8f2cb726-881e-407e-b2de-45ed121033e4" providerId="ADAL" clId="{70EBE32E-D786-43DC-AA27-849F4B469A0A}" dt="2026-08-22T15:54:41.031" v="6556" actId="14100"/>
          <ac:picMkLst>
            <pc:docMk/>
            <pc:sldMk cId="3529862284" sldId="446"/>
            <ac:picMk id="37" creationId="{83EDF489-841F-F384-241C-9E83F7A9472A}"/>
          </ac:picMkLst>
        </pc:picChg>
        <pc:picChg chg="add mod">
          <ac:chgData name="Andreas Vogt" userId="8f2cb726-881e-407e-b2de-45ed121033e4" providerId="ADAL" clId="{70EBE32E-D786-43DC-AA27-849F4B469A0A}" dt="2026-08-13T14:15:16.932" v="3262" actId="1035"/>
          <ac:picMkLst>
            <pc:docMk/>
            <pc:sldMk cId="3529862284" sldId="446"/>
            <ac:picMk id="38" creationId="{AC7F6982-67EE-F2D6-EB62-B18D2A73F97A}"/>
          </ac:picMkLst>
        </pc:picChg>
        <pc:picChg chg="mod ord">
          <ac:chgData name="Andreas Vogt" userId="8f2cb726-881e-407e-b2de-45ed121033e4" providerId="ADAL" clId="{70EBE32E-D786-43DC-AA27-849F4B469A0A}" dt="2026-08-22T16:13:34.348" v="6739" actId="465"/>
          <ac:picMkLst>
            <pc:docMk/>
            <pc:sldMk cId="3529862284" sldId="446"/>
            <ac:picMk id="43" creationId="{8F5A60D9-CE72-1171-26EA-5DB44BCAAE06}"/>
          </ac:picMkLst>
        </pc:picChg>
        <pc:picChg chg="mod ord">
          <ac:chgData name="Andreas Vogt" userId="8f2cb726-881e-407e-b2de-45ed121033e4" providerId="ADAL" clId="{70EBE32E-D786-43DC-AA27-849F4B469A0A}" dt="2026-08-13T19:15:08.501" v="6303" actId="1076"/>
          <ac:picMkLst>
            <pc:docMk/>
            <pc:sldMk cId="3529862284" sldId="446"/>
            <ac:picMk id="46" creationId="{60FA8067-C62A-EBD4-D476-24D23E14BAE2}"/>
          </ac:picMkLst>
        </pc:picChg>
        <pc:picChg chg="mod ord">
          <ac:chgData name="Andreas Vogt" userId="8f2cb726-881e-407e-b2de-45ed121033e4" providerId="ADAL" clId="{70EBE32E-D786-43DC-AA27-849F4B469A0A}" dt="2026-08-22T15:54:56.054" v="6567" actId="1037"/>
          <ac:picMkLst>
            <pc:docMk/>
            <pc:sldMk cId="3529862284" sldId="446"/>
            <ac:picMk id="52" creationId="{1110DEC3-FE36-1A17-93E2-4163AF9BD551}"/>
          </ac:picMkLst>
        </pc:picChg>
        <pc:picChg chg="add mod">
          <ac:chgData name="Andreas Vogt" userId="8f2cb726-881e-407e-b2de-45ed121033e4" providerId="ADAL" clId="{70EBE32E-D786-43DC-AA27-849F4B469A0A}" dt="2026-08-22T15:54:56.054" v="6567" actId="1037"/>
          <ac:picMkLst>
            <pc:docMk/>
            <pc:sldMk cId="3529862284" sldId="446"/>
            <ac:picMk id="57" creationId="{2B8A30AA-2077-FADD-168F-B21E8EB44EE2}"/>
          </ac:picMkLst>
        </pc:picChg>
        <pc:picChg chg="del mod ord">
          <ac:chgData name="Andreas Vogt" userId="8f2cb726-881e-407e-b2de-45ed121033e4" providerId="ADAL" clId="{70EBE32E-D786-43DC-AA27-849F4B469A0A}" dt="2026-09-05T15:29:10.141" v="7076" actId="478"/>
          <ac:picMkLst>
            <pc:docMk/>
            <pc:sldMk cId="3529862284" sldId="446"/>
            <ac:picMk id="61" creationId="{3ADDAD3A-F181-414E-068F-C2E187DE8FFC}"/>
          </ac:picMkLst>
        </pc:picChg>
        <pc:cxnChg chg="add mod">
          <ac:chgData name="Andreas Vogt" userId="8f2cb726-881e-407e-b2de-45ed121033e4" providerId="ADAL" clId="{70EBE32E-D786-43DC-AA27-849F4B469A0A}" dt="2026-08-22T16:12:53.839" v="6730" actId="14100"/>
          <ac:cxnSpMkLst>
            <pc:docMk/>
            <pc:sldMk cId="3529862284" sldId="446"/>
            <ac:cxnSpMk id="25" creationId="{53547302-5CEC-21AF-1D13-1F302054E183}"/>
          </ac:cxnSpMkLst>
        </pc:cxnChg>
        <pc:cxnChg chg="add mod">
          <ac:chgData name="Andreas Vogt" userId="8f2cb726-881e-407e-b2de-45ed121033e4" providerId="ADAL" clId="{70EBE32E-D786-43DC-AA27-849F4B469A0A}" dt="2026-08-22T16:12:50.739" v="6729" actId="14100"/>
          <ac:cxnSpMkLst>
            <pc:docMk/>
            <pc:sldMk cId="3529862284" sldId="446"/>
            <ac:cxnSpMk id="40" creationId="{B518FC59-3FE0-9C87-A841-D9ADFB63DB8E}"/>
          </ac:cxnSpMkLst>
        </pc:cxnChg>
        <pc:cxnChg chg="add mod">
          <ac:chgData name="Andreas Vogt" userId="8f2cb726-881e-407e-b2de-45ed121033e4" providerId="ADAL" clId="{70EBE32E-D786-43DC-AA27-849F4B469A0A}" dt="2026-09-01T12:32:27.194" v="6951" actId="14100"/>
          <ac:cxnSpMkLst>
            <pc:docMk/>
            <pc:sldMk cId="3529862284" sldId="446"/>
            <ac:cxnSpMk id="50" creationId="{96AC64EC-FBE8-4BAC-9FA0-678C0E7E7ACE}"/>
          </ac:cxnSpMkLst>
        </pc:cxnChg>
        <pc:cxnChg chg="add mod">
          <ac:chgData name="Andreas Vogt" userId="8f2cb726-881e-407e-b2de-45ed121033e4" providerId="ADAL" clId="{70EBE32E-D786-43DC-AA27-849F4B469A0A}" dt="2026-08-22T16:13:01.945" v="6732" actId="14100"/>
          <ac:cxnSpMkLst>
            <pc:docMk/>
            <pc:sldMk cId="3529862284" sldId="446"/>
            <ac:cxnSpMk id="59" creationId="{AC3BD41E-7166-3EA7-CB0B-FBF52A4B63ED}"/>
          </ac:cxnSpMkLst>
        </pc:cxnChg>
      </pc:sldChg>
      <pc:sldChg chg="addSp delSp modSp add mod addAnim delAnim modAnim">
        <pc:chgData name="Andreas Vogt" userId="8f2cb726-881e-407e-b2de-45ed121033e4" providerId="ADAL" clId="{70EBE32E-D786-43DC-AA27-849F4B469A0A}" dt="2026-09-01T12:33:01.844" v="6969" actId="1038"/>
        <pc:sldMkLst>
          <pc:docMk/>
          <pc:sldMk cId="2992342751" sldId="447"/>
        </pc:sldMkLst>
        <pc:spChg chg="add mod">
          <ac:chgData name="Andreas Vogt" userId="8f2cb726-881e-407e-b2de-45ed121033e4" providerId="ADAL" clId="{70EBE32E-D786-43DC-AA27-849F4B469A0A}" dt="2026-08-22T15:55:13.411" v="6570" actId="14100"/>
          <ac:spMkLst>
            <pc:docMk/>
            <pc:sldMk cId="2992342751" sldId="447"/>
            <ac:spMk id="4" creationId="{E3556179-8CAD-166D-1B93-E6607D3879AF}"/>
          </ac:spMkLst>
        </pc:spChg>
        <pc:spChg chg="mod">
          <ac:chgData name="Andreas Vogt" userId="8f2cb726-881e-407e-b2de-45ed121033e4" providerId="ADAL" clId="{70EBE32E-D786-43DC-AA27-849F4B469A0A}" dt="2026-09-01T12:32:59.493" v="6966" actId="1037"/>
          <ac:spMkLst>
            <pc:docMk/>
            <pc:sldMk cId="2992342751" sldId="447"/>
            <ac:spMk id="23" creationId="{E080765E-16EF-5529-7DB0-603CFF3260CF}"/>
          </ac:spMkLst>
        </pc:spChg>
        <pc:picChg chg="mod ord">
          <ac:chgData name="Andreas Vogt" userId="8f2cb726-881e-407e-b2de-45ed121033e4" providerId="ADAL" clId="{70EBE32E-D786-43DC-AA27-849F4B469A0A}" dt="2026-09-01T12:33:01.844" v="6969" actId="1038"/>
          <ac:picMkLst>
            <pc:docMk/>
            <pc:sldMk cId="2992342751" sldId="447"/>
            <ac:picMk id="6" creationId="{29D46D8D-2194-4D53-628A-F70C9CA2BD23}"/>
          </ac:picMkLst>
        </pc:picChg>
        <pc:picChg chg="mod">
          <ac:chgData name="Andreas Vogt" userId="8f2cb726-881e-407e-b2de-45ed121033e4" providerId="ADAL" clId="{70EBE32E-D786-43DC-AA27-849F4B469A0A}" dt="2026-08-13T19:15:25.358" v="6308" actId="1076"/>
          <ac:picMkLst>
            <pc:docMk/>
            <pc:sldMk cId="2992342751" sldId="447"/>
            <ac:picMk id="8" creationId="{DD4F0179-F4F0-0CB0-5301-8D144E6B843E}"/>
          </ac:picMkLst>
        </pc:picChg>
        <pc:picChg chg="mod ord">
          <ac:chgData name="Andreas Vogt" userId="8f2cb726-881e-407e-b2de-45ed121033e4" providerId="ADAL" clId="{70EBE32E-D786-43DC-AA27-849F4B469A0A}" dt="2026-08-13T19:16:04.881" v="6335" actId="1036"/>
          <ac:picMkLst>
            <pc:docMk/>
            <pc:sldMk cId="2992342751" sldId="447"/>
            <ac:picMk id="9" creationId="{6E33DEB0-F019-1394-A562-B211AA21A382}"/>
          </ac:picMkLst>
        </pc:picChg>
        <pc:picChg chg="add">
          <ac:chgData name="Andreas Vogt" userId="8f2cb726-881e-407e-b2de-45ed121033e4" providerId="ADAL" clId="{70EBE32E-D786-43DC-AA27-849F4B469A0A}" dt="2026-08-22T16:21:35.692" v="6864" actId="22"/>
          <ac:picMkLst>
            <pc:docMk/>
            <pc:sldMk cId="2992342751" sldId="447"/>
            <ac:picMk id="10" creationId="{E3C109C6-1797-6C64-CDDF-6559D0315DA6}"/>
          </ac:picMkLst>
        </pc:picChg>
        <pc:picChg chg="mod ord">
          <ac:chgData name="Andreas Vogt" userId="8f2cb726-881e-407e-b2de-45ed121033e4" providerId="ADAL" clId="{70EBE32E-D786-43DC-AA27-849F4B469A0A}" dt="2026-08-13T19:16:21.770" v="6347" actId="552"/>
          <ac:picMkLst>
            <pc:docMk/>
            <pc:sldMk cId="2992342751" sldId="447"/>
            <ac:picMk id="12" creationId="{313FB490-1C11-D9B9-01B0-46DE368D9BBF}"/>
          </ac:picMkLst>
        </pc:picChg>
        <pc:picChg chg="mod ord">
          <ac:chgData name="Andreas Vogt" userId="8f2cb726-881e-407e-b2de-45ed121033e4" providerId="ADAL" clId="{70EBE32E-D786-43DC-AA27-849F4B469A0A}" dt="2026-08-13T19:16:21.770" v="6347" actId="552"/>
          <ac:picMkLst>
            <pc:docMk/>
            <pc:sldMk cId="2992342751" sldId="447"/>
            <ac:picMk id="16" creationId="{740CD7BA-63BD-9E93-FEB8-9FCA9528A676}"/>
          </ac:picMkLst>
        </pc:picChg>
        <pc:picChg chg="mod ord">
          <ac:chgData name="Andreas Vogt" userId="8f2cb726-881e-407e-b2de-45ed121033e4" providerId="ADAL" clId="{70EBE32E-D786-43DC-AA27-849F4B469A0A}" dt="2026-08-13T19:16:15.648" v="6345" actId="1035"/>
          <ac:picMkLst>
            <pc:docMk/>
            <pc:sldMk cId="2992342751" sldId="447"/>
            <ac:picMk id="20" creationId="{C296845F-57CB-387C-E63E-85090BE52A37}"/>
          </ac:picMkLst>
        </pc:picChg>
        <pc:picChg chg="mod ord">
          <ac:chgData name="Andreas Vogt" userId="8f2cb726-881e-407e-b2de-45ed121033e4" providerId="ADAL" clId="{70EBE32E-D786-43DC-AA27-849F4B469A0A}" dt="2026-08-13T19:15:23.719" v="6307" actId="1076"/>
          <ac:picMkLst>
            <pc:docMk/>
            <pc:sldMk cId="2992342751" sldId="447"/>
            <ac:picMk id="26" creationId="{C722668D-1DD4-52E5-6465-BD684EA426FA}"/>
          </ac:picMkLst>
        </pc:picChg>
        <pc:picChg chg="mod ord">
          <ac:chgData name="Andreas Vogt" userId="8f2cb726-881e-407e-b2de-45ed121033e4" providerId="ADAL" clId="{70EBE32E-D786-43DC-AA27-849F4B469A0A}" dt="2026-08-13T19:15:29.582" v="6311" actId="1076"/>
          <ac:picMkLst>
            <pc:docMk/>
            <pc:sldMk cId="2992342751" sldId="447"/>
            <ac:picMk id="29" creationId="{7A6D6327-A413-A87D-AEDF-0137EFCB6BDB}"/>
          </ac:picMkLst>
        </pc:picChg>
        <pc:cxnChg chg="mod">
          <ac:chgData name="Andreas Vogt" userId="8f2cb726-881e-407e-b2de-45ed121033e4" providerId="ADAL" clId="{70EBE32E-D786-43DC-AA27-849F4B469A0A}" dt="2026-09-01T12:32:59.493" v="6966" actId="1037"/>
          <ac:cxnSpMkLst>
            <pc:docMk/>
            <pc:sldMk cId="2992342751" sldId="447"/>
            <ac:cxnSpMk id="25" creationId="{3AE2DD9D-DA83-8F37-6412-59D1FE4FC1EF}"/>
          </ac:cxnSpMkLst>
        </pc:cxnChg>
      </pc:sldChg>
      <pc:sldChg chg="addSp delSp modSp add mod modAnim">
        <pc:chgData name="Andreas Vogt" userId="8f2cb726-881e-407e-b2de-45ed121033e4" providerId="ADAL" clId="{70EBE32E-D786-43DC-AA27-849F4B469A0A}" dt="2026-08-22T16:21:18.077" v="6856" actId="22"/>
        <pc:sldMkLst>
          <pc:docMk/>
          <pc:sldMk cId="1237793002" sldId="448"/>
        </pc:sldMkLst>
        <pc:spChg chg="add mod">
          <ac:chgData name="Andreas Vogt" userId="8f2cb726-881e-407e-b2de-45ed121033e4" providerId="ADAL" clId="{70EBE32E-D786-43DC-AA27-849F4B469A0A}" dt="2026-08-22T15:54:30.631" v="6551" actId="14100"/>
          <ac:spMkLst>
            <pc:docMk/>
            <pc:sldMk cId="1237793002" sldId="448"/>
            <ac:spMk id="3" creationId="{F69CE275-1EC8-9CC2-AD8B-05464530453F}"/>
          </ac:spMkLst>
        </pc:spChg>
        <pc:spChg chg="add mod">
          <ac:chgData name="Andreas Vogt" userId="8f2cb726-881e-407e-b2de-45ed121033e4" providerId="ADAL" clId="{70EBE32E-D786-43DC-AA27-849F4B469A0A}" dt="2026-08-13T15:09:26.045" v="4173" actId="1036"/>
          <ac:spMkLst>
            <pc:docMk/>
            <pc:sldMk cId="1237793002" sldId="448"/>
            <ac:spMk id="38" creationId="{1CE07E13-68D5-6EA2-370D-6E695723E5B4}"/>
          </ac:spMkLst>
        </pc:spChg>
        <pc:spChg chg="add mod">
          <ac:chgData name="Andreas Vogt" userId="8f2cb726-881e-407e-b2de-45ed121033e4" providerId="ADAL" clId="{70EBE32E-D786-43DC-AA27-849F4B469A0A}" dt="2026-08-13T15:09:50.473" v="4176" actId="1076"/>
          <ac:spMkLst>
            <pc:docMk/>
            <pc:sldMk cId="1237793002" sldId="448"/>
            <ac:spMk id="48" creationId="{3FFB3565-88ED-D0E6-4F8D-CC4CE7192A8B}"/>
          </ac:spMkLst>
        </pc:spChg>
        <pc:spChg chg="add mod">
          <ac:chgData name="Andreas Vogt" userId="8f2cb726-881e-407e-b2de-45ed121033e4" providerId="ADAL" clId="{70EBE32E-D786-43DC-AA27-849F4B469A0A}" dt="2026-08-22T16:10:29.035" v="6697" actId="1038"/>
          <ac:spMkLst>
            <pc:docMk/>
            <pc:sldMk cId="1237793002" sldId="448"/>
            <ac:spMk id="62" creationId="{D1752E0F-C4D6-261E-1FAF-C58EE8DEBD5D}"/>
          </ac:spMkLst>
        </pc:spChg>
        <pc:spChg chg="add mod">
          <ac:chgData name="Andreas Vogt" userId="8f2cb726-881e-407e-b2de-45ed121033e4" providerId="ADAL" clId="{70EBE32E-D786-43DC-AA27-849F4B469A0A}" dt="2026-08-13T15:10:43.794" v="4209" actId="1035"/>
          <ac:spMkLst>
            <pc:docMk/>
            <pc:sldMk cId="1237793002" sldId="448"/>
            <ac:spMk id="67" creationId="{9E1C93F7-ADC1-A1C7-761B-E5FAF62F72C6}"/>
          </ac:spMkLst>
        </pc:spChg>
        <pc:spChg chg="add mod">
          <ac:chgData name="Andreas Vogt" userId="8f2cb726-881e-407e-b2de-45ed121033e4" providerId="ADAL" clId="{70EBE32E-D786-43DC-AA27-849F4B469A0A}" dt="2026-08-13T15:11:31.952" v="4247" actId="1035"/>
          <ac:spMkLst>
            <pc:docMk/>
            <pc:sldMk cId="1237793002" sldId="448"/>
            <ac:spMk id="103" creationId="{ACF946D4-096E-381A-4DC0-CFFC3D081C5A}"/>
          </ac:spMkLst>
        </pc:spChg>
        <pc:spChg chg="add mod">
          <ac:chgData name="Andreas Vogt" userId="8f2cb726-881e-407e-b2de-45ed121033e4" providerId="ADAL" clId="{70EBE32E-D786-43DC-AA27-849F4B469A0A}" dt="2026-08-13T15:11:49.518" v="4253" actId="1076"/>
          <ac:spMkLst>
            <pc:docMk/>
            <pc:sldMk cId="1237793002" sldId="448"/>
            <ac:spMk id="107" creationId="{15737346-96DB-D569-6C7F-5CDBE9D7D818}"/>
          </ac:spMkLst>
        </pc:spChg>
        <pc:spChg chg="add mod">
          <ac:chgData name="Andreas Vogt" userId="8f2cb726-881e-407e-b2de-45ed121033e4" providerId="ADAL" clId="{70EBE32E-D786-43DC-AA27-849F4B469A0A}" dt="2026-08-13T15:12:56.498" v="4287" actId="1036"/>
          <ac:spMkLst>
            <pc:docMk/>
            <pc:sldMk cId="1237793002" sldId="448"/>
            <ac:spMk id="112" creationId="{A8AD61A9-080C-8432-5286-FF3D0FB1D78E}"/>
          </ac:spMkLst>
        </pc:spChg>
        <pc:spChg chg="add mod">
          <ac:chgData name="Andreas Vogt" userId="8f2cb726-881e-407e-b2de-45ed121033e4" providerId="ADAL" clId="{70EBE32E-D786-43DC-AA27-849F4B469A0A}" dt="2026-08-13T15:12:56.498" v="4287" actId="1036"/>
          <ac:spMkLst>
            <pc:docMk/>
            <pc:sldMk cId="1237793002" sldId="448"/>
            <ac:spMk id="115" creationId="{67364ABA-EE1D-7AA7-F707-579F86ABD97D}"/>
          </ac:spMkLst>
        </pc:spChg>
        <pc:picChg chg="add">
          <ac:chgData name="Andreas Vogt" userId="8f2cb726-881e-407e-b2de-45ed121033e4" providerId="ADAL" clId="{70EBE32E-D786-43DC-AA27-849F4B469A0A}" dt="2026-08-22T16:21:18.077" v="6856" actId="22"/>
          <ac:picMkLst>
            <pc:docMk/>
            <pc:sldMk cId="1237793002" sldId="448"/>
            <ac:picMk id="5" creationId="{FC812BF6-679F-1880-2785-8A25A7BA73D5}"/>
          </ac:picMkLst>
        </pc:picChg>
        <pc:picChg chg="mod">
          <ac:chgData name="Andreas Vogt" userId="8f2cb726-881e-407e-b2de-45ed121033e4" providerId="ADAL" clId="{70EBE32E-D786-43DC-AA27-849F4B469A0A}" dt="2026-08-13T15:09:26.045" v="4173" actId="1036"/>
          <ac:picMkLst>
            <pc:docMk/>
            <pc:sldMk cId="1237793002" sldId="448"/>
            <ac:picMk id="37" creationId="{6DA902A8-1774-8EF1-6B99-EA9B823F8AA4}"/>
          </ac:picMkLst>
        </pc:picChg>
        <pc:picChg chg="mod">
          <ac:chgData name="Andreas Vogt" userId="8f2cb726-881e-407e-b2de-45ed121033e4" providerId="ADAL" clId="{70EBE32E-D786-43DC-AA27-849F4B469A0A}" dt="2026-08-13T15:09:50.473" v="4176" actId="1076"/>
          <ac:picMkLst>
            <pc:docMk/>
            <pc:sldMk cId="1237793002" sldId="448"/>
            <ac:picMk id="47" creationId="{FB1A02B5-7538-A145-DEDB-E87EAE2BBC2D}"/>
          </ac:picMkLst>
        </pc:picChg>
        <pc:picChg chg="add mod">
          <ac:chgData name="Andreas Vogt" userId="8f2cb726-881e-407e-b2de-45ed121033e4" providerId="ADAL" clId="{70EBE32E-D786-43DC-AA27-849F4B469A0A}" dt="2026-08-13T15:10:43.794" v="4209" actId="1035"/>
          <ac:picMkLst>
            <pc:docMk/>
            <pc:sldMk cId="1237793002" sldId="448"/>
            <ac:picMk id="66" creationId="{876E90D5-0165-F279-6D12-7632059CF99B}"/>
          </ac:picMkLst>
        </pc:picChg>
        <pc:picChg chg="mod ord">
          <ac:chgData name="Andreas Vogt" userId="8f2cb726-881e-407e-b2de-45ed121033e4" providerId="ADAL" clId="{70EBE32E-D786-43DC-AA27-849F4B469A0A}" dt="2026-08-13T14:56:16.017" v="3650" actId="1076"/>
          <ac:picMkLst>
            <pc:docMk/>
            <pc:sldMk cId="1237793002" sldId="448"/>
            <ac:picMk id="71" creationId="{44079E64-DF11-9465-1C18-E6715A2528C8}"/>
          </ac:picMkLst>
        </pc:picChg>
        <pc:picChg chg="mod ord">
          <ac:chgData name="Andreas Vogt" userId="8f2cb726-881e-407e-b2de-45ed121033e4" providerId="ADAL" clId="{70EBE32E-D786-43DC-AA27-849F4B469A0A}" dt="2026-08-13T15:09:09.851" v="4159" actId="1076"/>
          <ac:picMkLst>
            <pc:docMk/>
            <pc:sldMk cId="1237793002" sldId="448"/>
            <ac:picMk id="75" creationId="{0E74C273-A522-C96D-6446-B3943A9EDC00}"/>
          </ac:picMkLst>
        </pc:picChg>
        <pc:picChg chg="mod ord">
          <ac:chgData name="Andreas Vogt" userId="8f2cb726-881e-407e-b2de-45ed121033e4" providerId="ADAL" clId="{70EBE32E-D786-43DC-AA27-849F4B469A0A}" dt="2026-08-13T15:08:28.220" v="4151" actId="1076"/>
          <ac:picMkLst>
            <pc:docMk/>
            <pc:sldMk cId="1237793002" sldId="448"/>
            <ac:picMk id="80" creationId="{D932325B-DE53-5DA1-8996-D39965D43CB9}"/>
          </ac:picMkLst>
        </pc:picChg>
        <pc:picChg chg="mod ord">
          <ac:chgData name="Andreas Vogt" userId="8f2cb726-881e-407e-b2de-45ed121033e4" providerId="ADAL" clId="{70EBE32E-D786-43DC-AA27-849F4B469A0A}" dt="2026-08-13T15:10:14.858" v="4184" actId="1076"/>
          <ac:picMkLst>
            <pc:docMk/>
            <pc:sldMk cId="1237793002" sldId="448"/>
            <ac:picMk id="85" creationId="{02472CDD-39CB-0CAF-0CB9-D1B1243DC0C0}"/>
          </ac:picMkLst>
        </pc:picChg>
        <pc:picChg chg="mod ord">
          <ac:chgData name="Andreas Vogt" userId="8f2cb726-881e-407e-b2de-45ed121033e4" providerId="ADAL" clId="{70EBE32E-D786-43DC-AA27-849F4B469A0A}" dt="2026-08-13T15:10:15.766" v="4185" actId="14100"/>
          <ac:picMkLst>
            <pc:docMk/>
            <pc:sldMk cId="1237793002" sldId="448"/>
            <ac:picMk id="87" creationId="{F48C1CC7-7841-A262-90B4-B267E7F1DD23}"/>
          </ac:picMkLst>
        </pc:picChg>
        <pc:picChg chg="mod ord">
          <ac:chgData name="Andreas Vogt" userId="8f2cb726-881e-407e-b2de-45ed121033e4" providerId="ADAL" clId="{70EBE32E-D786-43DC-AA27-849F4B469A0A}" dt="2026-08-13T15:10:18.948" v="4189" actId="1038"/>
          <ac:picMkLst>
            <pc:docMk/>
            <pc:sldMk cId="1237793002" sldId="448"/>
            <ac:picMk id="90" creationId="{8B1A9878-0ED6-F9E3-BD32-6EA487386259}"/>
          </ac:picMkLst>
        </pc:picChg>
        <pc:picChg chg="mod ord">
          <ac:chgData name="Andreas Vogt" userId="8f2cb726-881e-407e-b2de-45ed121033e4" providerId="ADAL" clId="{70EBE32E-D786-43DC-AA27-849F4B469A0A}" dt="2026-08-13T15:10:25.811" v="4200" actId="14100"/>
          <ac:picMkLst>
            <pc:docMk/>
            <pc:sldMk cId="1237793002" sldId="448"/>
            <ac:picMk id="93" creationId="{8C0BD615-E452-1430-EF1B-CA45C267F466}"/>
          </ac:picMkLst>
        </pc:picChg>
        <pc:picChg chg="mod ord">
          <ac:chgData name="Andreas Vogt" userId="8f2cb726-881e-407e-b2de-45ed121033e4" providerId="ADAL" clId="{70EBE32E-D786-43DC-AA27-849F4B469A0A}" dt="2026-08-22T16:10:29.035" v="6697" actId="1038"/>
          <ac:picMkLst>
            <pc:docMk/>
            <pc:sldMk cId="1237793002" sldId="448"/>
            <ac:picMk id="95" creationId="{A3562874-C9A7-6BB8-7E04-40DEDCD6558D}"/>
          </ac:picMkLst>
        </pc:picChg>
        <pc:picChg chg="add del mod ord">
          <ac:chgData name="Andreas Vogt" userId="8f2cb726-881e-407e-b2de-45ed121033e4" providerId="ADAL" clId="{70EBE32E-D786-43DC-AA27-849F4B469A0A}" dt="2026-08-13T15:12:47.087" v="4279" actId="1036"/>
          <ac:picMkLst>
            <pc:docMk/>
            <pc:sldMk cId="1237793002" sldId="448"/>
            <ac:picMk id="97" creationId="{CFDDE688-9C2D-CD84-5563-244BFEF2D4AD}"/>
          </ac:picMkLst>
        </pc:picChg>
        <pc:picChg chg="mod ord">
          <ac:chgData name="Andreas Vogt" userId="8f2cb726-881e-407e-b2de-45ed121033e4" providerId="ADAL" clId="{70EBE32E-D786-43DC-AA27-849F4B469A0A}" dt="2026-08-13T15:10:43.794" v="4209" actId="1035"/>
          <ac:picMkLst>
            <pc:docMk/>
            <pc:sldMk cId="1237793002" sldId="448"/>
            <ac:picMk id="100" creationId="{7568BE52-012C-2E24-2A4B-A94110D26BA5}"/>
          </ac:picMkLst>
        </pc:picChg>
        <pc:picChg chg="add mod">
          <ac:chgData name="Andreas Vogt" userId="8f2cb726-881e-407e-b2de-45ed121033e4" providerId="ADAL" clId="{70EBE32E-D786-43DC-AA27-849F4B469A0A}" dt="2026-08-13T15:11:49.518" v="4253" actId="1076"/>
          <ac:picMkLst>
            <pc:docMk/>
            <pc:sldMk cId="1237793002" sldId="448"/>
            <ac:picMk id="106" creationId="{81BE859E-475D-6E79-4714-C218EED18B59}"/>
          </ac:picMkLst>
        </pc:picChg>
        <pc:picChg chg="mod">
          <ac:chgData name="Andreas Vogt" userId="8f2cb726-881e-407e-b2de-45ed121033e4" providerId="ADAL" clId="{70EBE32E-D786-43DC-AA27-849F4B469A0A}" dt="2026-08-13T15:12:39.654" v="4276" actId="1035"/>
          <ac:picMkLst>
            <pc:docMk/>
            <pc:sldMk cId="1237793002" sldId="448"/>
            <ac:picMk id="110" creationId="{B7AB9480-1242-75EF-8316-27D8DB3DF197}"/>
          </ac:picMkLst>
        </pc:picChg>
        <pc:picChg chg="mod">
          <ac:chgData name="Andreas Vogt" userId="8f2cb726-881e-407e-b2de-45ed121033e4" providerId="ADAL" clId="{70EBE32E-D786-43DC-AA27-849F4B469A0A}" dt="2026-08-13T15:12:56.498" v="4287" actId="1036"/>
          <ac:picMkLst>
            <pc:docMk/>
            <pc:sldMk cId="1237793002" sldId="448"/>
            <ac:picMk id="114" creationId="{70649C05-8334-F6DF-CB14-1D6F081B66BB}"/>
          </ac:picMkLst>
        </pc:picChg>
        <pc:picChg chg="add mod">
          <ac:chgData name="Andreas Vogt" userId="8f2cb726-881e-407e-b2de-45ed121033e4" providerId="ADAL" clId="{70EBE32E-D786-43DC-AA27-849F4B469A0A}" dt="2026-08-13T15:13:08.440" v="4291" actId="1076"/>
          <ac:picMkLst>
            <pc:docMk/>
            <pc:sldMk cId="1237793002" sldId="448"/>
            <ac:picMk id="119" creationId="{209868BA-9EA8-6B6A-F1E2-1A60FA9BE73E}"/>
          </ac:picMkLst>
        </pc:picChg>
        <pc:picChg chg="mod ord">
          <ac:chgData name="Andreas Vogt" userId="8f2cb726-881e-407e-b2de-45ed121033e4" providerId="ADAL" clId="{70EBE32E-D786-43DC-AA27-849F4B469A0A}" dt="2026-08-13T15:11:27.934" v="4245" actId="1036"/>
          <ac:picMkLst>
            <pc:docMk/>
            <pc:sldMk cId="1237793002" sldId="448"/>
            <ac:picMk id="121" creationId="{F422F39E-A23D-2FA5-F6A6-4FB820E4FC80}"/>
          </ac:picMkLst>
        </pc:picChg>
        <pc:picChg chg="mod ord">
          <ac:chgData name="Andreas Vogt" userId="8f2cb726-881e-407e-b2de-45ed121033e4" providerId="ADAL" clId="{70EBE32E-D786-43DC-AA27-849F4B469A0A}" dt="2026-08-13T15:11:41.699" v="4250" actId="1036"/>
          <ac:picMkLst>
            <pc:docMk/>
            <pc:sldMk cId="1237793002" sldId="448"/>
            <ac:picMk id="123" creationId="{DF67E762-D4BA-2BE4-EEB6-E78FDB61E293}"/>
          </ac:picMkLst>
        </pc:picChg>
        <pc:picChg chg="mod ord">
          <ac:chgData name="Andreas Vogt" userId="8f2cb726-881e-407e-b2de-45ed121033e4" providerId="ADAL" clId="{70EBE32E-D786-43DC-AA27-849F4B469A0A}" dt="2026-08-13T15:11:19.475" v="4241" actId="1036"/>
          <ac:picMkLst>
            <pc:docMk/>
            <pc:sldMk cId="1237793002" sldId="448"/>
            <ac:picMk id="125" creationId="{5492FEAD-E1CA-DB04-FDCA-2A8B033E810B}"/>
          </ac:picMkLst>
        </pc:picChg>
        <pc:picChg chg="mod ord">
          <ac:chgData name="Andreas Vogt" userId="8f2cb726-881e-407e-b2de-45ed121033e4" providerId="ADAL" clId="{70EBE32E-D786-43DC-AA27-849F4B469A0A}" dt="2026-08-13T15:12:01.312" v="4260" actId="1076"/>
          <ac:picMkLst>
            <pc:docMk/>
            <pc:sldMk cId="1237793002" sldId="448"/>
            <ac:picMk id="127" creationId="{E9459BA6-EE6D-81EE-0173-FBBAD0A90406}"/>
          </ac:picMkLst>
        </pc:picChg>
        <pc:picChg chg="mod ord">
          <ac:chgData name="Andreas Vogt" userId="8f2cb726-881e-407e-b2de-45ed121033e4" providerId="ADAL" clId="{70EBE32E-D786-43DC-AA27-849F4B469A0A}" dt="2026-08-13T15:12:16.858" v="4265" actId="1076"/>
          <ac:picMkLst>
            <pc:docMk/>
            <pc:sldMk cId="1237793002" sldId="448"/>
            <ac:picMk id="129" creationId="{62FF7F67-9044-0393-7F32-B43CEB58401C}"/>
          </ac:picMkLst>
        </pc:picChg>
        <pc:picChg chg="mod ord">
          <ac:chgData name="Andreas Vogt" userId="8f2cb726-881e-407e-b2de-45ed121033e4" providerId="ADAL" clId="{70EBE32E-D786-43DC-AA27-849F4B469A0A}" dt="2026-08-13T15:12:25.372" v="4268" actId="1076"/>
          <ac:picMkLst>
            <pc:docMk/>
            <pc:sldMk cId="1237793002" sldId="448"/>
            <ac:picMk id="131" creationId="{3E5E34CC-B9D5-C10C-585A-A268ABCEDF79}"/>
          </ac:picMkLst>
        </pc:picChg>
        <pc:picChg chg="mod ord">
          <ac:chgData name="Andreas Vogt" userId="8f2cb726-881e-407e-b2de-45ed121033e4" providerId="ADAL" clId="{70EBE32E-D786-43DC-AA27-849F4B469A0A}" dt="2026-08-13T15:12:30.104" v="4269" actId="1076"/>
          <ac:picMkLst>
            <pc:docMk/>
            <pc:sldMk cId="1237793002" sldId="448"/>
            <ac:picMk id="134" creationId="{ADDB7D70-A192-1575-5B4D-7B19D1C5CFD0}"/>
          </ac:picMkLst>
        </pc:picChg>
        <pc:picChg chg="mod ord">
          <ac:chgData name="Andreas Vogt" userId="8f2cb726-881e-407e-b2de-45ed121033e4" providerId="ADAL" clId="{70EBE32E-D786-43DC-AA27-849F4B469A0A}" dt="2026-08-13T15:12:56.498" v="4287" actId="1036"/>
          <ac:picMkLst>
            <pc:docMk/>
            <pc:sldMk cId="1237793002" sldId="448"/>
            <ac:picMk id="136" creationId="{F15F26DC-BD65-1FA3-99D6-F28E2E15147B}"/>
          </ac:picMkLst>
        </pc:picChg>
        <pc:cxnChg chg="mod">
          <ac:chgData name="Andreas Vogt" userId="8f2cb726-881e-407e-b2de-45ed121033e4" providerId="ADAL" clId="{70EBE32E-D786-43DC-AA27-849F4B469A0A}" dt="2026-08-13T15:09:26.045" v="4173" actId="1036"/>
          <ac:cxnSpMkLst>
            <pc:docMk/>
            <pc:sldMk cId="1237793002" sldId="448"/>
            <ac:cxnSpMk id="41" creationId="{7D16CB70-6722-7632-CBE3-FED0415A3ED2}"/>
          </ac:cxnSpMkLst>
        </pc:cxnChg>
        <pc:cxnChg chg="mod">
          <ac:chgData name="Andreas Vogt" userId="8f2cb726-881e-407e-b2de-45ed121033e4" providerId="ADAL" clId="{70EBE32E-D786-43DC-AA27-849F4B469A0A}" dt="2026-08-13T15:09:50.473" v="4176" actId="1076"/>
          <ac:cxnSpMkLst>
            <pc:docMk/>
            <pc:sldMk cId="1237793002" sldId="448"/>
            <ac:cxnSpMk id="50" creationId="{3827DBEB-9176-6250-2ECD-BA6AA94DC1CD}"/>
          </ac:cxnSpMkLst>
        </pc:cxnChg>
        <pc:cxnChg chg="mod">
          <ac:chgData name="Andreas Vogt" userId="8f2cb726-881e-407e-b2de-45ed121033e4" providerId="ADAL" clId="{70EBE32E-D786-43DC-AA27-849F4B469A0A}" dt="2026-08-22T16:10:29.035" v="6697" actId="1038"/>
          <ac:cxnSpMkLst>
            <pc:docMk/>
            <pc:sldMk cId="1237793002" sldId="448"/>
            <ac:cxnSpMk id="63" creationId="{A6BFD223-5855-AE50-23AF-66C8E8B274AE}"/>
          </ac:cxnSpMkLst>
        </pc:cxnChg>
        <pc:cxnChg chg="mod">
          <ac:chgData name="Andreas Vogt" userId="8f2cb726-881e-407e-b2de-45ed121033e4" providerId="ADAL" clId="{70EBE32E-D786-43DC-AA27-849F4B469A0A}" dt="2026-08-13T15:10:43.794" v="4209" actId="1035"/>
          <ac:cxnSpMkLst>
            <pc:docMk/>
            <pc:sldMk cId="1237793002" sldId="448"/>
            <ac:cxnSpMk id="68" creationId="{F8011C40-B696-A66C-9BAF-136322BB0035}"/>
          </ac:cxnSpMkLst>
        </pc:cxnChg>
        <pc:cxnChg chg="mod">
          <ac:chgData name="Andreas Vogt" userId="8f2cb726-881e-407e-b2de-45ed121033e4" providerId="ADAL" clId="{70EBE32E-D786-43DC-AA27-849F4B469A0A}" dt="2026-08-13T15:11:37.254" v="4248" actId="14100"/>
          <ac:cxnSpMkLst>
            <pc:docMk/>
            <pc:sldMk cId="1237793002" sldId="448"/>
            <ac:cxnSpMk id="104" creationId="{40559BE1-B9CE-8361-D56C-5D38A22FA404}"/>
          </ac:cxnSpMkLst>
        </pc:cxnChg>
        <pc:cxnChg chg="mod">
          <ac:chgData name="Andreas Vogt" userId="8f2cb726-881e-407e-b2de-45ed121033e4" providerId="ADAL" clId="{70EBE32E-D786-43DC-AA27-849F4B469A0A}" dt="2026-08-13T15:11:49.518" v="4253" actId="1076"/>
          <ac:cxnSpMkLst>
            <pc:docMk/>
            <pc:sldMk cId="1237793002" sldId="448"/>
            <ac:cxnSpMk id="108" creationId="{DA7817CB-2CF5-2710-6701-1671CEE53C5A}"/>
          </ac:cxnSpMkLst>
        </pc:cxnChg>
        <pc:cxnChg chg="mod">
          <ac:chgData name="Andreas Vogt" userId="8f2cb726-881e-407e-b2de-45ed121033e4" providerId="ADAL" clId="{70EBE32E-D786-43DC-AA27-849F4B469A0A}" dt="2026-08-13T15:12:56.498" v="4287" actId="1036"/>
          <ac:cxnSpMkLst>
            <pc:docMk/>
            <pc:sldMk cId="1237793002" sldId="448"/>
            <ac:cxnSpMk id="113" creationId="{1843F304-982A-F22A-B2D9-A5D51FAA3965}"/>
          </ac:cxnSpMkLst>
        </pc:cxnChg>
        <pc:cxnChg chg="mod">
          <ac:chgData name="Andreas Vogt" userId="8f2cb726-881e-407e-b2de-45ed121033e4" providerId="ADAL" clId="{70EBE32E-D786-43DC-AA27-849F4B469A0A}" dt="2026-08-13T15:12:56.498" v="4287" actId="1036"/>
          <ac:cxnSpMkLst>
            <pc:docMk/>
            <pc:sldMk cId="1237793002" sldId="448"/>
            <ac:cxnSpMk id="116" creationId="{EBDB1E3F-66ED-6592-0FD9-F3BFA4C4BDA9}"/>
          </ac:cxnSpMkLst>
        </pc:cxnChg>
      </pc:sldChg>
      <pc:sldChg chg="addSp delSp modSp add mod ord addAnim delAnim modAnim">
        <pc:chgData name="Andreas Vogt" userId="8f2cb726-881e-407e-b2de-45ed121033e4" providerId="ADAL" clId="{70EBE32E-D786-43DC-AA27-849F4B469A0A}" dt="2026-08-22T16:21:15.011" v="6854" actId="22"/>
        <pc:sldMkLst>
          <pc:docMk/>
          <pc:sldMk cId="2630785013" sldId="449"/>
        </pc:sldMkLst>
        <pc:picChg chg="add">
          <ac:chgData name="Andreas Vogt" userId="8f2cb726-881e-407e-b2de-45ed121033e4" providerId="ADAL" clId="{70EBE32E-D786-43DC-AA27-849F4B469A0A}" dt="2026-08-22T16:21:15.011" v="6854" actId="22"/>
          <ac:picMkLst>
            <pc:docMk/>
            <pc:sldMk cId="2630785013" sldId="449"/>
            <ac:picMk id="3" creationId="{655E5342-6AD2-037E-5073-C0472CD8E5DC}"/>
          </ac:picMkLst>
        </pc:picChg>
        <pc:picChg chg="mod">
          <ac:chgData name="Andreas Vogt" userId="8f2cb726-881e-407e-b2de-45ed121033e4" providerId="ADAL" clId="{70EBE32E-D786-43DC-AA27-849F4B469A0A}" dt="2026-08-13T15:14:18.761" v="4310" actId="1036"/>
          <ac:picMkLst>
            <pc:docMk/>
            <pc:sldMk cId="2630785013" sldId="449"/>
            <ac:picMk id="9" creationId="{4A8FD92D-34A2-05A5-4F6A-BDCD285099A3}"/>
          </ac:picMkLst>
        </pc:picChg>
        <pc:picChg chg="mod">
          <ac:chgData name="Andreas Vogt" userId="8f2cb726-881e-407e-b2de-45ed121033e4" providerId="ADAL" clId="{70EBE32E-D786-43DC-AA27-849F4B469A0A}" dt="2026-08-13T15:14:18.761" v="4310" actId="1036"/>
          <ac:picMkLst>
            <pc:docMk/>
            <pc:sldMk cId="2630785013" sldId="449"/>
            <ac:picMk id="20" creationId="{7F8FCF55-95EE-8022-6C66-EBE5F733EFC0}"/>
          </ac:picMkLst>
        </pc:picChg>
        <pc:picChg chg="mod">
          <ac:chgData name="Andreas Vogt" userId="8f2cb726-881e-407e-b2de-45ed121033e4" providerId="ADAL" clId="{70EBE32E-D786-43DC-AA27-849F4B469A0A}" dt="2026-08-13T15:14:18.761" v="4310" actId="1036"/>
          <ac:picMkLst>
            <pc:docMk/>
            <pc:sldMk cId="2630785013" sldId="449"/>
            <ac:picMk id="23" creationId="{84AE7398-691C-722F-EDEA-5301CB77C5F7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9-05T15:18:37.180" v="7059" actId="962"/>
        <pc:sldMkLst>
          <pc:docMk/>
          <pc:sldMk cId="2125011818" sldId="451"/>
        </pc:sldMkLst>
        <pc:spChg chg="add mod">
          <ac:chgData name="Andreas Vogt" userId="8f2cb726-881e-407e-b2de-45ed121033e4" providerId="ADAL" clId="{70EBE32E-D786-43DC-AA27-849F4B469A0A}" dt="2026-08-22T15:55:29.609" v="6573" actId="1076"/>
          <ac:spMkLst>
            <pc:docMk/>
            <pc:sldMk cId="2125011818" sldId="451"/>
            <ac:spMk id="3" creationId="{464A374C-560F-2615-D7DD-95B62347A0A1}"/>
          </ac:spMkLst>
        </pc:spChg>
        <pc:spChg chg="add mod">
          <ac:chgData name="Andreas Vogt" userId="8f2cb726-881e-407e-b2de-45ed121033e4" providerId="ADAL" clId="{70EBE32E-D786-43DC-AA27-849F4B469A0A}" dt="2026-08-13T15:54:04.827" v="4592" actId="208"/>
          <ac:spMkLst>
            <pc:docMk/>
            <pc:sldMk cId="2125011818" sldId="451"/>
            <ac:spMk id="47" creationId="{17D7C228-1711-9394-32E9-E2BFF6EFEF76}"/>
          </ac:spMkLst>
        </pc:spChg>
        <pc:spChg chg="add mod">
          <ac:chgData name="Andreas Vogt" userId="8f2cb726-881e-407e-b2de-45ed121033e4" providerId="ADAL" clId="{70EBE32E-D786-43DC-AA27-849F4B469A0A}" dt="2026-08-22T15:55:22.602" v="6572" actId="14100"/>
          <ac:spMkLst>
            <pc:docMk/>
            <pc:sldMk cId="2125011818" sldId="451"/>
            <ac:spMk id="48" creationId="{49733056-B38D-ACE7-922E-43ED018EBCF1}"/>
          </ac:spMkLst>
        </pc:spChg>
        <pc:spChg chg="add mod">
          <ac:chgData name="Andreas Vogt" userId="8f2cb726-881e-407e-b2de-45ed121033e4" providerId="ADAL" clId="{70EBE32E-D786-43DC-AA27-849F4B469A0A}" dt="2026-08-22T15:53:08.075" v="6512" actId="14100"/>
          <ac:spMkLst>
            <pc:docMk/>
            <pc:sldMk cId="2125011818" sldId="451"/>
            <ac:spMk id="49" creationId="{76CB743B-C3F9-848C-FF8A-57A4A44D9B93}"/>
          </ac:spMkLst>
        </pc:spChg>
        <pc:picChg chg="mod ord">
          <ac:chgData name="Andreas Vogt" userId="8f2cb726-881e-407e-b2de-45ed121033e4" providerId="ADAL" clId="{70EBE32E-D786-43DC-AA27-849F4B469A0A}" dt="2026-08-13T15:36:24.059" v="4355" actId="12788"/>
          <ac:picMkLst>
            <pc:docMk/>
            <pc:sldMk cId="2125011818" sldId="451"/>
            <ac:picMk id="4" creationId="{67A6F089-4820-EE86-913C-BCF9CF84DCC7}"/>
          </ac:picMkLst>
        </pc:picChg>
        <pc:picChg chg="mod ord">
          <ac:chgData name="Andreas Vogt" userId="8f2cb726-881e-407e-b2de-45ed121033e4" providerId="ADAL" clId="{70EBE32E-D786-43DC-AA27-849F4B469A0A}" dt="2026-09-05T15:18:37.180" v="7059" actId="962"/>
          <ac:picMkLst>
            <pc:docMk/>
            <pc:sldMk cId="2125011818" sldId="451"/>
            <ac:picMk id="5" creationId="{63C5C603-D37B-E4E0-6FDB-0C8D5FF6FDCA}"/>
          </ac:picMkLst>
        </pc:picChg>
        <pc:picChg chg="mod ord">
          <ac:chgData name="Andreas Vogt" userId="8f2cb726-881e-407e-b2de-45ed121033e4" providerId="ADAL" clId="{70EBE32E-D786-43DC-AA27-849F4B469A0A}" dt="2026-08-13T15:48:33.994" v="4450" actId="962"/>
          <ac:picMkLst>
            <pc:docMk/>
            <pc:sldMk cId="2125011818" sldId="451"/>
            <ac:picMk id="24" creationId="{4E126141-EECC-72F5-AB8C-AE47BA40FBCF}"/>
          </ac:picMkLst>
        </pc:picChg>
        <pc:picChg chg="del mod ord">
          <ac:chgData name="Andreas Vogt" userId="8f2cb726-881e-407e-b2de-45ed121033e4" providerId="ADAL" clId="{70EBE32E-D786-43DC-AA27-849F4B469A0A}" dt="2026-09-05T15:18:37.179" v="7057" actId="478"/>
          <ac:picMkLst>
            <pc:docMk/>
            <pc:sldMk cId="2125011818" sldId="451"/>
            <ac:picMk id="28" creationId="{AB4D4FD7-B34D-E062-7D05-5B4511036971}"/>
          </ac:picMkLst>
        </pc:picChg>
        <pc:picChg chg="mod ord">
          <ac:chgData name="Andreas Vogt" userId="8f2cb726-881e-407e-b2de-45ed121033e4" providerId="ADAL" clId="{70EBE32E-D786-43DC-AA27-849F4B469A0A}" dt="2026-08-22T15:52:35.590" v="6506" actId="552"/>
          <ac:picMkLst>
            <pc:docMk/>
            <pc:sldMk cId="2125011818" sldId="451"/>
            <ac:picMk id="35" creationId="{916F9B4E-92E3-B003-75E4-809C04F0660F}"/>
          </ac:picMkLst>
        </pc:picChg>
        <pc:picChg chg="mod ord">
          <ac:chgData name="Andreas Vogt" userId="8f2cb726-881e-407e-b2de-45ed121033e4" providerId="ADAL" clId="{70EBE32E-D786-43DC-AA27-849F4B469A0A}" dt="2026-08-22T15:52:35.590" v="6506" actId="552"/>
          <ac:picMkLst>
            <pc:docMk/>
            <pc:sldMk cId="2125011818" sldId="451"/>
            <ac:picMk id="37" creationId="{ADA346FB-5691-5E01-9E18-3813A98D2C4A}"/>
          </ac:picMkLst>
        </pc:picChg>
        <pc:picChg chg="mod ord">
          <ac:chgData name="Andreas Vogt" userId="8f2cb726-881e-407e-b2de-45ed121033e4" providerId="ADAL" clId="{70EBE32E-D786-43DC-AA27-849F4B469A0A}" dt="2026-08-22T15:52:39.670" v="6507" actId="14100"/>
          <ac:picMkLst>
            <pc:docMk/>
            <pc:sldMk cId="2125011818" sldId="451"/>
            <ac:picMk id="40" creationId="{EA398BAD-DD7B-7660-485F-FBF1C9C23830}"/>
          </ac:picMkLst>
        </pc:picChg>
        <pc:picChg chg="mod ord">
          <ac:chgData name="Andreas Vogt" userId="8f2cb726-881e-407e-b2de-45ed121033e4" providerId="ADAL" clId="{70EBE32E-D786-43DC-AA27-849F4B469A0A}" dt="2026-08-22T15:52:39.670" v="6507" actId="14100"/>
          <ac:picMkLst>
            <pc:docMk/>
            <pc:sldMk cId="2125011818" sldId="451"/>
            <ac:picMk id="43" creationId="{075E003D-8257-3382-C8E2-9CA3514CE845}"/>
          </ac:picMkLst>
        </pc:picChg>
        <pc:picChg chg="mod ord">
          <ac:chgData name="Andreas Vogt" userId="8f2cb726-881e-407e-b2de-45ed121033e4" providerId="ADAL" clId="{70EBE32E-D786-43DC-AA27-849F4B469A0A}" dt="2026-08-22T15:52:39.670" v="6507" actId="14100"/>
          <ac:picMkLst>
            <pc:docMk/>
            <pc:sldMk cId="2125011818" sldId="451"/>
            <ac:picMk id="46" creationId="{91FC9695-8438-F270-2AA2-7DC5685E5627}"/>
          </ac:picMkLst>
        </pc:picChg>
        <pc:picChg chg="mod ord">
          <ac:chgData name="Andreas Vogt" userId="8f2cb726-881e-407e-b2de-45ed121033e4" providerId="ADAL" clId="{70EBE32E-D786-43DC-AA27-849F4B469A0A}" dt="2026-08-22T15:53:10.297" v="6513" actId="1076"/>
          <ac:picMkLst>
            <pc:docMk/>
            <pc:sldMk cId="2125011818" sldId="451"/>
            <ac:picMk id="52" creationId="{EFDB3B39-7D57-2C4C-C905-E22ABD7E1BD1}"/>
          </ac:picMkLst>
        </pc:picChg>
        <pc:picChg chg="mod ord">
          <ac:chgData name="Andreas Vogt" userId="8f2cb726-881e-407e-b2de-45ed121033e4" providerId="ADAL" clId="{70EBE32E-D786-43DC-AA27-849F4B469A0A}" dt="2026-08-22T15:52:50.053" v="6509" actId="1076"/>
          <ac:picMkLst>
            <pc:docMk/>
            <pc:sldMk cId="2125011818" sldId="451"/>
            <ac:picMk id="55" creationId="{4E392867-28A3-951B-A8EB-FED738245651}"/>
          </ac:picMkLst>
        </pc:picChg>
      </pc:sldChg>
      <pc:sldChg chg="addSp delSp modSp add mod addAnim delAnim modAnim">
        <pc:chgData name="Andreas Vogt" userId="8f2cb726-881e-407e-b2de-45ed121033e4" providerId="ADAL" clId="{70EBE32E-D786-43DC-AA27-849F4B469A0A}" dt="2026-09-01T12:34:10.285" v="6975" actId="1037"/>
        <pc:sldMkLst>
          <pc:docMk/>
          <pc:sldMk cId="661555782" sldId="452"/>
        </pc:sldMkLst>
        <pc:spChg chg="add mod">
          <ac:chgData name="Andreas Vogt" userId="8f2cb726-881e-407e-b2de-45ed121033e4" providerId="ADAL" clId="{70EBE32E-D786-43DC-AA27-849F4B469A0A}" dt="2026-08-22T16:17:04.420" v="6780" actId="1076"/>
          <ac:spMkLst>
            <pc:docMk/>
            <pc:sldMk cId="661555782" sldId="452"/>
            <ac:spMk id="3" creationId="{26D10BC8-DF8E-0997-88EE-D80DDF0B3FF8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66" creationId="{6ECF5057-2644-ECB9-31E4-8F536751FD02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75" creationId="{AB549D97-663A-884A-A1F9-F80BFEAC038E}"/>
          </ac:spMkLst>
        </pc:spChg>
        <pc:spChg chg="add mod">
          <ac:chgData name="Andreas Vogt" userId="8f2cb726-881e-407e-b2de-45ed121033e4" providerId="ADAL" clId="{70EBE32E-D786-43DC-AA27-849F4B469A0A}" dt="2026-08-13T16:21:40.722" v="5363" actId="1035"/>
          <ac:spMkLst>
            <pc:docMk/>
            <pc:sldMk cId="661555782" sldId="452"/>
            <ac:spMk id="82" creationId="{263057F0-D7D8-307D-003A-A6C06DFEC297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94" creationId="{EC946F08-7A09-40B9-F12D-27115E0FA45B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97" creationId="{3D69415D-20DE-EFF9-63E6-F536E83B3822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106" creationId="{72857C97-1EC8-A26E-664E-9C102DB8F5D0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116" creationId="{E3E47829-A5B9-A955-6CC8-65A05BB519F3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125" creationId="{667FCC9D-656A-8819-6D00-72CD353197AC}"/>
          </ac:spMkLst>
        </pc:spChg>
        <pc:spChg chg="add mod">
          <ac:chgData name="Andreas Vogt" userId="8f2cb726-881e-407e-b2de-45ed121033e4" providerId="ADAL" clId="{70EBE32E-D786-43DC-AA27-849F4B469A0A}" dt="2026-09-01T12:34:08.735" v="6974" actId="1038"/>
          <ac:spMkLst>
            <pc:docMk/>
            <pc:sldMk cId="661555782" sldId="452"/>
            <ac:spMk id="147" creationId="{8E19CDD1-511B-B8F9-AAE8-5BF016B12356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150" creationId="{F22AE0D1-2025-211F-BC5C-A45DE4D35626}"/>
          </ac:spMkLst>
        </pc:spChg>
        <pc:spChg chg="add mod">
          <ac:chgData name="Andreas Vogt" userId="8f2cb726-881e-407e-b2de-45ed121033e4" providerId="ADAL" clId="{70EBE32E-D786-43DC-AA27-849F4B469A0A}" dt="2026-08-13T16:25:31.474" v="5523" actId="208"/>
          <ac:spMkLst>
            <pc:docMk/>
            <pc:sldMk cId="661555782" sldId="452"/>
            <ac:spMk id="156" creationId="{03916495-09E6-FEFD-86B0-61ABCC1B8977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157" creationId="{0924E6D2-9031-A778-6636-E8C3645EC058}"/>
          </ac:spMkLst>
        </pc:spChg>
        <pc:spChg chg="add mod">
          <ac:chgData name="Andreas Vogt" userId="8f2cb726-881e-407e-b2de-45ed121033e4" providerId="ADAL" clId="{70EBE32E-D786-43DC-AA27-849F4B469A0A}" dt="2026-08-22T15:55:52.489" v="6579" actId="1038"/>
          <ac:spMkLst>
            <pc:docMk/>
            <pc:sldMk cId="661555782" sldId="452"/>
            <ac:spMk id="158" creationId="{BEFA3A5B-B507-F8F1-F01F-2DB8FD889582}"/>
          </ac:spMkLst>
        </pc:spChg>
        <pc:picChg chg="mod ord">
          <ac:chgData name="Andreas Vogt" userId="8f2cb726-881e-407e-b2de-45ed121033e4" providerId="ADAL" clId="{70EBE32E-D786-43DC-AA27-849F4B469A0A}" dt="2026-08-13T16:05:43.536" v="4936" actId="1076"/>
          <ac:picMkLst>
            <pc:docMk/>
            <pc:sldMk cId="661555782" sldId="452"/>
            <ac:picMk id="41" creationId="{25A31935-5E8C-69F8-CF91-A737482BF91B}"/>
          </ac:picMkLst>
        </pc:picChg>
        <pc:picChg chg="mod ord">
          <ac:chgData name="Andreas Vogt" userId="8f2cb726-881e-407e-b2de-45ed121033e4" providerId="ADAL" clId="{70EBE32E-D786-43DC-AA27-849F4B469A0A}" dt="2026-08-13T16:05:49.522" v="4940" actId="1037"/>
          <ac:picMkLst>
            <pc:docMk/>
            <pc:sldMk cId="661555782" sldId="452"/>
            <ac:picMk id="44" creationId="{E5026D87-9523-8C2D-74EB-C2AC06336937}"/>
          </ac:picMkLst>
        </pc:picChg>
        <pc:picChg chg="mod ord">
          <ac:chgData name="Andreas Vogt" userId="8f2cb726-881e-407e-b2de-45ed121033e4" providerId="ADAL" clId="{70EBE32E-D786-43DC-AA27-849F4B469A0A}" dt="2026-08-13T16:14:00.382" v="5114" actId="1038"/>
          <ac:picMkLst>
            <pc:docMk/>
            <pc:sldMk cId="661555782" sldId="452"/>
            <ac:picMk id="51" creationId="{D3A2647B-1E87-5FF4-B5BD-D1428E9899E0}"/>
          </ac:picMkLst>
        </pc:picChg>
        <pc:picChg chg="mod ord">
          <ac:chgData name="Andreas Vogt" userId="8f2cb726-881e-407e-b2de-45ed121033e4" providerId="ADAL" clId="{70EBE32E-D786-43DC-AA27-849F4B469A0A}" dt="2026-08-13T16:11:49.785" v="5033" actId="1076"/>
          <ac:picMkLst>
            <pc:docMk/>
            <pc:sldMk cId="661555782" sldId="452"/>
            <ac:picMk id="58" creationId="{BE096794-E15C-9D59-DCFA-F8CFD9403D2D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64" creationId="{3D4E6F97-9098-8FD1-EAE4-C84262951760}"/>
          </ac:picMkLst>
        </pc:picChg>
        <pc:picChg chg="mod ord">
          <ac:chgData name="Andreas Vogt" userId="8f2cb726-881e-407e-b2de-45ed121033e4" providerId="ADAL" clId="{70EBE32E-D786-43DC-AA27-849F4B469A0A}" dt="2026-09-01T12:34:04.344" v="6971" actId="1037"/>
          <ac:picMkLst>
            <pc:docMk/>
            <pc:sldMk cId="661555782" sldId="452"/>
            <ac:picMk id="69" creationId="{69372647-D582-3AF4-C47D-56112FF697A3}"/>
          </ac:picMkLst>
        </pc:picChg>
        <pc:picChg chg="mod ord">
          <ac:chgData name="Andreas Vogt" userId="8f2cb726-881e-407e-b2de-45ed121033e4" providerId="ADAL" clId="{70EBE32E-D786-43DC-AA27-849F4B469A0A}" dt="2026-08-13T16:21:40.722" v="5363" actId="1035"/>
          <ac:picMkLst>
            <pc:docMk/>
            <pc:sldMk cId="661555782" sldId="452"/>
            <ac:picMk id="78" creationId="{3F922DE5-F3EA-4856-AC9D-9B708B20FDD2}"/>
          </ac:picMkLst>
        </pc:picChg>
        <pc:picChg chg="mod ord">
          <ac:chgData name="Andreas Vogt" userId="8f2cb726-881e-407e-b2de-45ed121033e4" providerId="ADAL" clId="{70EBE32E-D786-43DC-AA27-849F4B469A0A}" dt="2026-08-13T16:21:40.722" v="5363" actId="1035"/>
          <ac:picMkLst>
            <pc:docMk/>
            <pc:sldMk cId="661555782" sldId="452"/>
            <ac:picMk id="85" creationId="{067D7D3B-39C9-596F-52BB-01EF88FF83DD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88" creationId="{2E0CFC47-14FB-EC60-2661-1B68CF5F73A9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91" creationId="{0E42E073-EF54-09F4-535D-9CE717A9127D}"/>
          </ac:picMkLst>
        </pc:picChg>
        <pc:picChg chg="add mod">
          <ac:chgData name="Andreas Vogt" userId="8f2cb726-881e-407e-b2de-45ed121033e4" providerId="ADAL" clId="{70EBE32E-D786-43DC-AA27-849F4B469A0A}" dt="2026-08-13T16:21:56.907" v="5378" actId="1035"/>
          <ac:picMkLst>
            <pc:docMk/>
            <pc:sldMk cId="661555782" sldId="452"/>
            <ac:picMk id="93" creationId="{E38CF573-1CBC-E6E4-AA11-F296668641B7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100" creationId="{7CD8B763-6253-69B3-47D6-CD95AA413B67}"/>
          </ac:picMkLst>
        </pc:picChg>
        <pc:picChg chg="mod ord">
          <ac:chgData name="Andreas Vogt" userId="8f2cb726-881e-407e-b2de-45ed121033e4" providerId="ADAL" clId="{70EBE32E-D786-43DC-AA27-849F4B469A0A}" dt="2026-08-13T16:24:44.353" v="5506" actId="1035"/>
          <ac:picMkLst>
            <pc:docMk/>
            <pc:sldMk cId="661555782" sldId="452"/>
            <ac:picMk id="102" creationId="{724EAB7B-6464-03FD-1662-28C02DA54C9F}"/>
          </ac:picMkLst>
        </pc:picChg>
        <pc:picChg chg="add mod">
          <ac:chgData name="Andreas Vogt" userId="8f2cb726-881e-407e-b2de-45ed121033e4" providerId="ADAL" clId="{70EBE32E-D786-43DC-AA27-849F4B469A0A}" dt="2026-09-01T12:34:04.344" v="6971" actId="1037"/>
          <ac:picMkLst>
            <pc:docMk/>
            <pc:sldMk cId="661555782" sldId="452"/>
            <ac:picMk id="105" creationId="{DE3B483F-109D-FE19-8F33-3831BF4A7FA0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109" creationId="{88176964-1096-902A-4F34-1F7AF623E3F6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114" creationId="{EB8213E2-C2E5-E50F-E408-AD5366D553BF}"/>
          </ac:picMkLst>
        </pc:picChg>
        <pc:picChg chg="mod ord">
          <ac:chgData name="Andreas Vogt" userId="8f2cb726-881e-407e-b2de-45ed121033e4" providerId="ADAL" clId="{70EBE32E-D786-43DC-AA27-849F4B469A0A}" dt="2026-08-13T16:24:53.130" v="5515" actId="1035"/>
          <ac:picMkLst>
            <pc:docMk/>
            <pc:sldMk cId="661555782" sldId="452"/>
            <ac:picMk id="119" creationId="{706541C5-3FCA-8C77-AD82-0E6C25B7D06D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128" creationId="{3E32FC09-B0D2-2DDA-DA2A-5D3DE5EDC6A7}"/>
          </ac:picMkLst>
        </pc:picChg>
        <pc:picChg chg="mod ord">
          <ac:chgData name="Andreas Vogt" userId="8f2cb726-881e-407e-b2de-45ed121033e4" providerId="ADAL" clId="{70EBE32E-D786-43DC-AA27-849F4B469A0A}" dt="2026-08-13T16:24:56.051" v="5518" actId="1035"/>
          <ac:picMkLst>
            <pc:docMk/>
            <pc:sldMk cId="661555782" sldId="452"/>
            <ac:picMk id="130" creationId="{44760988-E139-AB81-1072-D2C33AAF553B}"/>
          </ac:picMkLst>
        </pc:picChg>
        <pc:picChg chg="add mod">
          <ac:chgData name="Andreas Vogt" userId="8f2cb726-881e-407e-b2de-45ed121033e4" providerId="ADAL" clId="{70EBE32E-D786-43DC-AA27-849F4B469A0A}" dt="2026-09-01T12:34:10.285" v="6975" actId="1037"/>
          <ac:picMkLst>
            <pc:docMk/>
            <pc:sldMk cId="661555782" sldId="452"/>
            <ac:picMk id="146" creationId="{9392AB62-518E-CF4B-45AA-726F135FE400}"/>
          </ac:picMkLst>
        </pc:picChg>
        <pc:picChg chg="add mod">
          <ac:chgData name="Andreas Vogt" userId="8f2cb726-881e-407e-b2de-45ed121033e4" providerId="ADAL" clId="{70EBE32E-D786-43DC-AA27-849F4B469A0A}" dt="2026-08-13T16:23:52.937" v="5457" actId="1035"/>
          <ac:picMkLst>
            <pc:docMk/>
            <pc:sldMk cId="661555782" sldId="452"/>
            <ac:picMk id="149" creationId="{87267EEB-3006-F664-F8F0-44617A6560A3}"/>
          </ac:picMkLst>
        </pc:picChg>
        <pc:picChg chg="mod ord">
          <ac:chgData name="Andreas Vogt" userId="8f2cb726-881e-407e-b2de-45ed121033e4" providerId="ADAL" clId="{70EBE32E-D786-43DC-AA27-849F4B469A0A}" dt="2026-08-13T16:24:29.454" v="5500" actId="465"/>
          <ac:picMkLst>
            <pc:docMk/>
            <pc:sldMk cId="661555782" sldId="452"/>
            <ac:picMk id="153" creationId="{6FB78BB3-1087-A628-0FE4-30F131A85924}"/>
          </ac:picMkLst>
        </pc:picChg>
        <pc:picChg chg="mod ord">
          <ac:chgData name="Andreas Vogt" userId="8f2cb726-881e-407e-b2de-45ed121033e4" providerId="ADAL" clId="{70EBE32E-D786-43DC-AA27-849F4B469A0A}" dt="2026-08-13T16:24:10.162" v="5498" actId="962"/>
          <ac:picMkLst>
            <pc:docMk/>
            <pc:sldMk cId="661555782" sldId="452"/>
            <ac:picMk id="155" creationId="{7C6ACAF9-7913-42A2-ABF9-D6D0DFCB2895}"/>
          </ac:picMkLst>
        </pc:picChg>
        <pc:picChg chg="mod ord">
          <ac:chgData name="Andreas Vogt" userId="8f2cb726-881e-407e-b2de-45ed121033e4" providerId="ADAL" clId="{70EBE32E-D786-43DC-AA27-849F4B469A0A}" dt="2026-08-13T16:26:45.328" v="5546" actId="1076"/>
          <ac:picMkLst>
            <pc:docMk/>
            <pc:sldMk cId="661555782" sldId="452"/>
            <ac:picMk id="167" creationId="{639CE096-FA14-6805-0467-4EC7F6779CDA}"/>
          </ac:picMkLst>
        </pc:picChg>
        <pc:picChg chg="mod ord">
          <ac:chgData name="Andreas Vogt" userId="8f2cb726-881e-407e-b2de-45ed121033e4" providerId="ADAL" clId="{70EBE32E-D786-43DC-AA27-849F4B469A0A}" dt="2026-08-13T16:28:00.474" v="5578" actId="1076"/>
          <ac:picMkLst>
            <pc:docMk/>
            <pc:sldMk cId="661555782" sldId="452"/>
            <ac:picMk id="172" creationId="{37FC6143-1532-5D79-E33B-B8C1CDF34231}"/>
          </ac:picMkLst>
        </pc:picChg>
        <pc:cxnChg chg="add mod">
          <ac:chgData name="Andreas Vogt" userId="8f2cb726-881e-407e-b2de-45ed121033e4" providerId="ADAL" clId="{70EBE32E-D786-43DC-AA27-849F4B469A0A}" dt="2026-08-13T16:21:17.469" v="5347" actId="14100"/>
          <ac:cxnSpMkLst>
            <pc:docMk/>
            <pc:sldMk cId="661555782" sldId="452"/>
            <ac:cxnSpMk id="67" creationId="{57192762-CD74-176F-56FD-DABE33C487EC}"/>
          </ac:cxnSpMkLst>
        </pc:cxnChg>
        <pc:cxnChg chg="add mod">
          <ac:chgData name="Andreas Vogt" userId="8f2cb726-881e-407e-b2de-45ed121033e4" providerId="ADAL" clId="{70EBE32E-D786-43DC-AA27-849F4B469A0A}" dt="2026-08-13T16:21:40.722" v="5363" actId="1035"/>
          <ac:cxnSpMkLst>
            <pc:docMk/>
            <pc:sldMk cId="661555782" sldId="452"/>
            <ac:cxnSpMk id="76" creationId="{673273C2-5D2E-1CED-83B4-BDC18BC4FC46}"/>
          </ac:cxnSpMkLst>
        </pc:cxnChg>
        <pc:cxnChg chg="add mod">
          <ac:chgData name="Andreas Vogt" userId="8f2cb726-881e-407e-b2de-45ed121033e4" providerId="ADAL" clId="{70EBE32E-D786-43DC-AA27-849F4B469A0A}" dt="2026-08-13T16:21:40.722" v="5363" actId="1035"/>
          <ac:cxnSpMkLst>
            <pc:docMk/>
            <pc:sldMk cId="661555782" sldId="452"/>
            <ac:cxnSpMk id="83" creationId="{10B60CF9-561D-9004-2111-0693DCA15BCD}"/>
          </ac:cxnSpMkLst>
        </pc:cxnChg>
        <pc:cxnChg chg="add mod">
          <ac:chgData name="Andreas Vogt" userId="8f2cb726-881e-407e-b2de-45ed121033e4" providerId="ADAL" clId="{70EBE32E-D786-43DC-AA27-849F4B469A0A}" dt="2026-08-13T16:21:56.907" v="5378" actId="1035"/>
          <ac:cxnSpMkLst>
            <pc:docMk/>
            <pc:sldMk cId="661555782" sldId="452"/>
            <ac:cxnSpMk id="95" creationId="{86568F49-54A6-E79A-1273-147ED244C6EB}"/>
          </ac:cxnSpMkLst>
        </pc:cxnChg>
        <pc:cxnChg chg="add mod">
          <ac:chgData name="Andreas Vogt" userId="8f2cb726-881e-407e-b2de-45ed121033e4" providerId="ADAL" clId="{70EBE32E-D786-43DC-AA27-849F4B469A0A}" dt="2026-08-13T16:24:44.353" v="5506" actId="1035"/>
          <ac:cxnSpMkLst>
            <pc:docMk/>
            <pc:sldMk cId="661555782" sldId="452"/>
            <ac:cxnSpMk id="98" creationId="{C832E7D8-40DC-1D0F-08CD-2216DDE5C573}"/>
          </ac:cxnSpMkLst>
        </pc:cxnChg>
        <pc:cxnChg chg="add mod">
          <ac:chgData name="Andreas Vogt" userId="8f2cb726-881e-407e-b2de-45ed121033e4" providerId="ADAL" clId="{70EBE32E-D786-43DC-AA27-849F4B469A0A}" dt="2026-08-13T16:24:49.045" v="5510" actId="1035"/>
          <ac:cxnSpMkLst>
            <pc:docMk/>
            <pc:sldMk cId="661555782" sldId="452"/>
            <ac:cxnSpMk id="107" creationId="{391BD857-56D6-2121-F4D3-47744F5A90C5}"/>
          </ac:cxnSpMkLst>
        </pc:cxnChg>
        <pc:cxnChg chg="add mod">
          <ac:chgData name="Andreas Vogt" userId="8f2cb726-881e-407e-b2de-45ed121033e4" providerId="ADAL" clId="{70EBE32E-D786-43DC-AA27-849F4B469A0A}" dt="2026-08-13T16:24:53.130" v="5515" actId="1035"/>
          <ac:cxnSpMkLst>
            <pc:docMk/>
            <pc:sldMk cId="661555782" sldId="452"/>
            <ac:cxnSpMk id="117" creationId="{233328B0-F875-E46F-C643-99E06F987908}"/>
          </ac:cxnSpMkLst>
        </pc:cxnChg>
        <pc:cxnChg chg="add mod">
          <ac:chgData name="Andreas Vogt" userId="8f2cb726-881e-407e-b2de-45ed121033e4" providerId="ADAL" clId="{70EBE32E-D786-43DC-AA27-849F4B469A0A}" dt="2026-08-13T16:24:56.051" v="5518" actId="1035"/>
          <ac:cxnSpMkLst>
            <pc:docMk/>
            <pc:sldMk cId="661555782" sldId="452"/>
            <ac:cxnSpMk id="126" creationId="{30E98B92-3972-F29C-DBC6-197A61C6103B}"/>
          </ac:cxnSpMkLst>
        </pc:cxnChg>
        <pc:cxnChg chg="add mod">
          <ac:chgData name="Andreas Vogt" userId="8f2cb726-881e-407e-b2de-45ed121033e4" providerId="ADAL" clId="{70EBE32E-D786-43DC-AA27-849F4B469A0A}" dt="2026-09-01T12:34:08.735" v="6974" actId="1038"/>
          <ac:cxnSpMkLst>
            <pc:docMk/>
            <pc:sldMk cId="661555782" sldId="452"/>
            <ac:cxnSpMk id="148" creationId="{396E03D9-2235-CD5C-A61E-477E2F605243}"/>
          </ac:cxnSpMkLst>
        </pc:cxnChg>
        <pc:cxnChg chg="add mod">
          <ac:chgData name="Andreas Vogt" userId="8f2cb726-881e-407e-b2de-45ed121033e4" providerId="ADAL" clId="{70EBE32E-D786-43DC-AA27-849F4B469A0A}" dt="2026-08-13T16:23:52.937" v="5457" actId="1035"/>
          <ac:cxnSpMkLst>
            <pc:docMk/>
            <pc:sldMk cId="661555782" sldId="452"/>
            <ac:cxnSpMk id="151" creationId="{8D96B9B1-5322-3844-C85D-A030C12CF50C}"/>
          </ac:cxnSpMkLst>
        </pc:cxnChg>
        <pc:cxnChg chg="add mod">
          <ac:chgData name="Andreas Vogt" userId="8f2cb726-881e-407e-b2de-45ed121033e4" providerId="ADAL" clId="{70EBE32E-D786-43DC-AA27-849F4B469A0A}" dt="2026-08-13T16:26:09.746" v="5528"/>
          <ac:cxnSpMkLst>
            <pc:docMk/>
            <pc:sldMk cId="661555782" sldId="452"/>
            <ac:cxnSpMk id="160" creationId="{997FE1D9-FDB8-C7E4-CA30-A9499AA6C797}"/>
          </ac:cxnSpMkLst>
        </pc:cxnChg>
        <pc:cxnChg chg="add mod">
          <ac:chgData name="Andreas Vogt" userId="8f2cb726-881e-407e-b2de-45ed121033e4" providerId="ADAL" clId="{70EBE32E-D786-43DC-AA27-849F4B469A0A}" dt="2026-08-13T16:26:09.746" v="5528"/>
          <ac:cxnSpMkLst>
            <pc:docMk/>
            <pc:sldMk cId="661555782" sldId="452"/>
            <ac:cxnSpMk id="162" creationId="{BF5E823C-6B19-4F08-4AD9-74215E805AD1}"/>
          </ac:cxnSpMkLst>
        </pc:cxnChg>
        <pc:cxnChg chg="add mod">
          <ac:chgData name="Andreas Vogt" userId="8f2cb726-881e-407e-b2de-45ed121033e4" providerId="ADAL" clId="{70EBE32E-D786-43DC-AA27-849F4B469A0A}" dt="2026-08-13T16:26:13.356" v="5529" actId="208"/>
          <ac:cxnSpMkLst>
            <pc:docMk/>
            <pc:sldMk cId="661555782" sldId="452"/>
            <ac:cxnSpMk id="164" creationId="{ADB6CD64-B626-2773-9750-04F35EFC3E02}"/>
          </ac:cxnSpMkLst>
        </pc:cxnChg>
      </pc:sldChg>
      <pc:sldChg chg="addSp delSp modSp add mod ord addAnim delAnim modAnim">
        <pc:chgData name="Andreas Vogt" userId="8f2cb726-881e-407e-b2de-45ed121033e4" providerId="ADAL" clId="{70EBE32E-D786-43DC-AA27-849F4B469A0A}" dt="2026-08-22T16:15:42.411" v="6761"/>
        <pc:sldMkLst>
          <pc:docMk/>
          <pc:sldMk cId="3315123088" sldId="453"/>
        </pc:sldMkLst>
        <pc:spChg chg="add mod">
          <ac:chgData name="Andreas Vogt" userId="8f2cb726-881e-407e-b2de-45ed121033e4" providerId="ADAL" clId="{70EBE32E-D786-43DC-AA27-849F4B469A0A}" dt="2026-08-22T15:50:39.116" v="6434" actId="14100"/>
          <ac:spMkLst>
            <pc:docMk/>
            <pc:sldMk cId="3315123088" sldId="453"/>
            <ac:spMk id="8" creationId="{F6912EBA-709E-56CC-8E14-80C66643E26D}"/>
          </ac:spMkLst>
        </pc:spChg>
        <pc:spChg chg="add mod">
          <ac:chgData name="Andreas Vogt" userId="8f2cb726-881e-407e-b2de-45ed121033e4" providerId="ADAL" clId="{70EBE32E-D786-43DC-AA27-849F4B469A0A}" dt="2026-08-22T15:52:08.257" v="6462" actId="14100"/>
          <ac:spMkLst>
            <pc:docMk/>
            <pc:sldMk cId="3315123088" sldId="453"/>
            <ac:spMk id="9" creationId="{5123BCED-7818-9CE7-42DB-C15A99F60AC6}"/>
          </ac:spMkLst>
        </pc:spChg>
        <pc:picChg chg="mod">
          <ac:chgData name="Andreas Vogt" userId="8f2cb726-881e-407e-b2de-45ed121033e4" providerId="ADAL" clId="{70EBE32E-D786-43DC-AA27-849F4B469A0A}" dt="2026-08-22T15:50:41.305" v="6442" actId="1037"/>
          <ac:picMkLst>
            <pc:docMk/>
            <pc:sldMk cId="3315123088" sldId="453"/>
            <ac:picMk id="11" creationId="{F352C8A4-9CE9-AFF4-648A-0E01415450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476B50C-3BEC-404E-B630-C54B0DBE66AF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01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6E0CD-226C-4877-BD61-35845AFF42B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20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A9B03-8F78-4FAE-9326-1D5ACCBD65B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05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4C5B0-5742-4978-A167-0790D931D4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32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9DF66-8D3A-4076-9549-4CAAAEC76B1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82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1E60C-7D49-4177-937C-1D1E60E1452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108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 userDrawn="1"/>
        </p:nvSpPr>
        <p:spPr bwMode="auto">
          <a:xfrm>
            <a:off x="8596698" y="6592170"/>
            <a:ext cx="54854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1.</a:t>
            </a:r>
            <a:fld id="{BE08BF3F-C4D2-4DAC-B8A3-1C3D9AE816B5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098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8A1C3-304D-457C-B9B3-F7EDB9139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96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EC8A3-7648-4760-89F2-5535E25A286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920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9DA86-8C29-4B65-B3AF-B0BEA62B247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76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2E59F-7114-488C-B4B0-8D35358C9FA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81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B107BABB-45A6-4AE6-B516-BBEFB32AFB1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30" name="Line 12"/>
          <p:cNvSpPr>
            <a:spLocks noChangeShapeType="1"/>
          </p:cNvSpPr>
          <p:nvPr/>
        </p:nvSpPr>
        <p:spPr bwMode="auto">
          <a:xfrm>
            <a:off x="4763" y="757238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B879B30E-93FC-4ECF-B2F9-04620FBBFA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981" y="6584236"/>
            <a:ext cx="15023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Prof. Dr. Andreas Vogt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8301BBD-4AC0-4878-B85F-E3F1EDED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53103" y="6584236"/>
            <a:ext cx="420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000" dirty="0" err="1"/>
              <a:t>mgli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8.png"/><Relationship Id="rId5" Type="http://schemas.openxmlformats.org/officeDocument/2006/relationships/tags" Target="../tags/tag9.xml"/><Relationship Id="rId10" Type="http://schemas.openxmlformats.org/officeDocument/2006/relationships/image" Target="../media/image7.png"/><Relationship Id="rId4" Type="http://schemas.openxmlformats.org/officeDocument/2006/relationships/tags" Target="../tags/tag8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5.png"/><Relationship Id="rId3" Type="http://schemas.openxmlformats.org/officeDocument/2006/relationships/tags" Target="../tags/tag13.xml"/><Relationship Id="rId21" Type="http://schemas.openxmlformats.org/officeDocument/2006/relationships/image" Target="../media/image18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tags" Target="../tags/tag12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image" Target="../media/image21.png"/><Relationship Id="rId5" Type="http://schemas.openxmlformats.org/officeDocument/2006/relationships/tags" Target="../tags/tag15.xm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tags" Target="../tags/tag20.xml"/><Relationship Id="rId19" Type="http://schemas.openxmlformats.org/officeDocument/2006/relationships/image" Target="../media/image16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tags" Target="../tags/tag25.xml"/><Relationship Id="rId21" Type="http://schemas.openxmlformats.org/officeDocument/2006/relationships/image" Target="../media/image31.png"/><Relationship Id="rId7" Type="http://schemas.openxmlformats.org/officeDocument/2006/relationships/tags" Target="../tags/tag29.xml"/><Relationship Id="rId12" Type="http://schemas.openxmlformats.org/officeDocument/2006/relationships/slideLayout" Target="../slideLayouts/slideLayout7.xml"/><Relationship Id="rId17" Type="http://schemas.openxmlformats.org/officeDocument/2006/relationships/image" Target="../media/image27.png"/><Relationship Id="rId2" Type="http://schemas.openxmlformats.org/officeDocument/2006/relationships/tags" Target="../tags/tag24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tags" Target="../tags/tag32.xml"/><Relationship Id="rId19" Type="http://schemas.openxmlformats.org/officeDocument/2006/relationships/image" Target="../media/image29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35.png"/><Relationship Id="rId18" Type="http://schemas.openxmlformats.org/officeDocument/2006/relationships/image" Target="../media/image23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25.png"/><Relationship Id="rId17" Type="http://schemas.openxmlformats.org/officeDocument/2006/relationships/image" Target="../media/image39.png"/><Relationship Id="rId2" Type="http://schemas.openxmlformats.org/officeDocument/2006/relationships/tags" Target="../tags/tag35.xml"/><Relationship Id="rId16" Type="http://schemas.openxmlformats.org/officeDocument/2006/relationships/image" Target="../media/image3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34.png"/><Relationship Id="rId5" Type="http://schemas.openxmlformats.org/officeDocument/2006/relationships/tags" Target="../tags/tag38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55.xml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tags" Target="../tags/tag45.xml"/><Relationship Id="rId21" Type="http://schemas.openxmlformats.org/officeDocument/2006/relationships/image" Target="../media/image43.png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47.png"/><Relationship Id="rId33" Type="http://schemas.openxmlformats.org/officeDocument/2006/relationships/image" Target="../media/image23.png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24" Type="http://schemas.openxmlformats.org/officeDocument/2006/relationships/image" Target="../media/image46.png"/><Relationship Id="rId32" Type="http://schemas.openxmlformats.org/officeDocument/2006/relationships/image" Target="../media/image54.png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tags" Target="../tags/tag52.xml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Relationship Id="rId8" Type="http://schemas.openxmlformats.org/officeDocument/2006/relationships/tags" Target="../tags/tag5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tags" Target="../tags/tag61.xml"/><Relationship Id="rId21" Type="http://schemas.openxmlformats.org/officeDocument/2006/relationships/image" Target="../media/image59.png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tags" Target="../tags/tag60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58.png"/><Relationship Id="rId29" Type="http://schemas.openxmlformats.org/officeDocument/2006/relationships/image" Target="../media/image53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image" Target="../media/image62.png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10" Type="http://schemas.openxmlformats.org/officeDocument/2006/relationships/tags" Target="../tags/tag68.xml"/><Relationship Id="rId19" Type="http://schemas.openxmlformats.org/officeDocument/2006/relationships/image" Target="../media/image57.png"/><Relationship Id="rId31" Type="http://schemas.openxmlformats.org/officeDocument/2006/relationships/image" Target="../media/image68.png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image" Target="../media/image60.png"/><Relationship Id="rId27" Type="http://schemas.openxmlformats.org/officeDocument/2006/relationships/image" Target="../media/image65.png"/><Relationship Id="rId30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72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71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70.png"/><Relationship Id="rId5" Type="http://schemas.openxmlformats.org/officeDocument/2006/relationships/tags" Target="../tags/tag78.xml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tags" Target="../tags/tag77.xml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image" Target="../media/image78.png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tags" Target="../tags/tag82.xml"/><Relationship Id="rId16" Type="http://schemas.openxmlformats.org/officeDocument/2006/relationships/image" Target="../media/image81.png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6.png"/><Relationship Id="rId5" Type="http://schemas.openxmlformats.org/officeDocument/2006/relationships/tags" Target="../tags/tag85.xml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tags" Target="../tags/tag8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01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89.png"/><Relationship Id="rId3" Type="http://schemas.openxmlformats.org/officeDocument/2006/relationships/tags" Target="../tags/tag91.xml"/><Relationship Id="rId21" Type="http://schemas.openxmlformats.org/officeDocument/2006/relationships/image" Target="../media/image85.png"/><Relationship Id="rId34" Type="http://schemas.openxmlformats.org/officeDocument/2006/relationships/image" Target="../media/image75.png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image" Target="../media/image65.png"/><Relationship Id="rId33" Type="http://schemas.openxmlformats.org/officeDocument/2006/relationships/image" Target="../media/image96.png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image" Target="../media/image84.png"/><Relationship Id="rId29" Type="http://schemas.openxmlformats.org/officeDocument/2006/relationships/image" Target="../media/image92.png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image" Target="../media/image88.png"/><Relationship Id="rId32" Type="http://schemas.openxmlformats.org/officeDocument/2006/relationships/image" Target="../media/image95.png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image" Target="../media/image87.png"/><Relationship Id="rId28" Type="http://schemas.openxmlformats.org/officeDocument/2006/relationships/image" Target="../media/image91.png"/><Relationship Id="rId10" Type="http://schemas.openxmlformats.org/officeDocument/2006/relationships/tags" Target="../tags/tag98.xml"/><Relationship Id="rId19" Type="http://schemas.openxmlformats.org/officeDocument/2006/relationships/image" Target="../media/image83.png"/><Relationship Id="rId31" Type="http://schemas.openxmlformats.org/officeDocument/2006/relationships/image" Target="../media/image94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image" Target="../media/image86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8" Type="http://schemas.openxmlformats.org/officeDocument/2006/relationships/tags" Target="../tags/tag9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tags" Target="../tags/tag108.xml"/><Relationship Id="rId7" Type="http://schemas.openxmlformats.org/officeDocument/2006/relationships/image" Target="../media/image97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75.png"/><Relationship Id="rId5" Type="http://schemas.openxmlformats.org/officeDocument/2006/relationships/tags" Target="../tags/tag110.xml"/><Relationship Id="rId10" Type="http://schemas.openxmlformats.org/officeDocument/2006/relationships/image" Target="../media/image100.png"/><Relationship Id="rId4" Type="http://schemas.openxmlformats.org/officeDocument/2006/relationships/tags" Target="../tags/tag109.xml"/><Relationship Id="rId9" Type="http://schemas.openxmlformats.org/officeDocument/2006/relationships/image" Target="../media/image9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23.xml"/><Relationship Id="rId18" Type="http://schemas.openxmlformats.org/officeDocument/2006/relationships/tags" Target="../tags/tag128.xml"/><Relationship Id="rId26" Type="http://schemas.openxmlformats.org/officeDocument/2006/relationships/tags" Target="../tags/tag136.xml"/><Relationship Id="rId39" Type="http://schemas.openxmlformats.org/officeDocument/2006/relationships/image" Target="../media/image110.png"/><Relationship Id="rId21" Type="http://schemas.openxmlformats.org/officeDocument/2006/relationships/tags" Target="../tags/tag131.xml"/><Relationship Id="rId34" Type="http://schemas.openxmlformats.org/officeDocument/2006/relationships/image" Target="../media/image105.png"/><Relationship Id="rId42" Type="http://schemas.openxmlformats.org/officeDocument/2006/relationships/image" Target="../media/image113.png"/><Relationship Id="rId47" Type="http://schemas.openxmlformats.org/officeDocument/2006/relationships/image" Target="../media/image118.png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29" Type="http://schemas.openxmlformats.org/officeDocument/2006/relationships/image" Target="../media/image102.png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24" Type="http://schemas.openxmlformats.org/officeDocument/2006/relationships/tags" Target="../tags/tag134.xml"/><Relationship Id="rId32" Type="http://schemas.openxmlformats.org/officeDocument/2006/relationships/image" Target="../media/image104.png"/><Relationship Id="rId37" Type="http://schemas.openxmlformats.org/officeDocument/2006/relationships/image" Target="../media/image108.png"/><Relationship Id="rId40" Type="http://schemas.openxmlformats.org/officeDocument/2006/relationships/image" Target="../media/image111.png"/><Relationship Id="rId45" Type="http://schemas.openxmlformats.org/officeDocument/2006/relationships/image" Target="../media/image116.png"/><Relationship Id="rId5" Type="http://schemas.openxmlformats.org/officeDocument/2006/relationships/tags" Target="../tags/tag115.xml"/><Relationship Id="rId15" Type="http://schemas.openxmlformats.org/officeDocument/2006/relationships/tags" Target="../tags/tag125.xml"/><Relationship Id="rId23" Type="http://schemas.openxmlformats.org/officeDocument/2006/relationships/tags" Target="../tags/tag133.xml"/><Relationship Id="rId28" Type="http://schemas.openxmlformats.org/officeDocument/2006/relationships/image" Target="../media/image101.png"/><Relationship Id="rId36" Type="http://schemas.openxmlformats.org/officeDocument/2006/relationships/image" Target="../media/image107.png"/><Relationship Id="rId10" Type="http://schemas.openxmlformats.org/officeDocument/2006/relationships/tags" Target="../tags/tag120.xml"/><Relationship Id="rId19" Type="http://schemas.openxmlformats.org/officeDocument/2006/relationships/tags" Target="../tags/tag129.xml"/><Relationship Id="rId31" Type="http://schemas.openxmlformats.org/officeDocument/2006/relationships/image" Target="../media/image65.png"/><Relationship Id="rId44" Type="http://schemas.openxmlformats.org/officeDocument/2006/relationships/image" Target="../media/image115.png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Relationship Id="rId22" Type="http://schemas.openxmlformats.org/officeDocument/2006/relationships/tags" Target="../tags/tag132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103.png"/><Relationship Id="rId35" Type="http://schemas.openxmlformats.org/officeDocument/2006/relationships/image" Target="../media/image106.png"/><Relationship Id="rId43" Type="http://schemas.openxmlformats.org/officeDocument/2006/relationships/image" Target="../media/image114.png"/><Relationship Id="rId48" Type="http://schemas.openxmlformats.org/officeDocument/2006/relationships/image" Target="../media/image75.png"/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5" Type="http://schemas.openxmlformats.org/officeDocument/2006/relationships/tags" Target="../tags/tag135.xml"/><Relationship Id="rId33" Type="http://schemas.openxmlformats.org/officeDocument/2006/relationships/image" Target="../media/image90.png"/><Relationship Id="rId38" Type="http://schemas.openxmlformats.org/officeDocument/2006/relationships/image" Target="../media/image109.png"/><Relationship Id="rId46" Type="http://schemas.openxmlformats.org/officeDocument/2006/relationships/image" Target="../media/image117.png"/><Relationship Id="rId20" Type="http://schemas.openxmlformats.org/officeDocument/2006/relationships/tags" Target="../tags/tag130.xml"/><Relationship Id="rId41" Type="http://schemas.openxmlformats.org/officeDocument/2006/relationships/image" Target="../media/image1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tags" Target="../tags/tag139.xml"/><Relationship Id="rId7" Type="http://schemas.openxmlformats.org/officeDocument/2006/relationships/image" Target="../media/image119.pn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23.png"/><Relationship Id="rId5" Type="http://schemas.openxmlformats.org/officeDocument/2006/relationships/tags" Target="../tags/tag141.xml"/><Relationship Id="rId10" Type="http://schemas.openxmlformats.org/officeDocument/2006/relationships/image" Target="../media/image122.png"/><Relationship Id="rId4" Type="http://schemas.openxmlformats.org/officeDocument/2006/relationships/tags" Target="../tags/tag140.xml"/><Relationship Id="rId9" Type="http://schemas.openxmlformats.org/officeDocument/2006/relationships/image" Target="../media/image1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27.png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12" Type="http://schemas.openxmlformats.org/officeDocument/2006/relationships/image" Target="../media/image126.png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image" Target="../media/image125.png"/><Relationship Id="rId5" Type="http://schemas.openxmlformats.org/officeDocument/2006/relationships/tags" Target="../tags/tag146.xml"/><Relationship Id="rId1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tags" Target="../tags/tag145.xml"/><Relationship Id="rId9" Type="http://schemas.openxmlformats.org/officeDocument/2006/relationships/image" Target="../media/image28.png"/><Relationship Id="rId14" Type="http://schemas.openxmlformats.org/officeDocument/2006/relationships/image" Target="../media/image1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tags" Target="../tags/tag161.xml"/><Relationship Id="rId18" Type="http://schemas.openxmlformats.org/officeDocument/2006/relationships/image" Target="../media/image131.png"/><Relationship Id="rId26" Type="http://schemas.openxmlformats.org/officeDocument/2006/relationships/image" Target="../media/image137.png"/><Relationship Id="rId3" Type="http://schemas.openxmlformats.org/officeDocument/2006/relationships/tags" Target="../tags/tag151.xml"/><Relationship Id="rId21" Type="http://schemas.openxmlformats.org/officeDocument/2006/relationships/image" Target="../media/image133.png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17" Type="http://schemas.openxmlformats.org/officeDocument/2006/relationships/image" Target="../media/image130.png"/><Relationship Id="rId25" Type="http://schemas.openxmlformats.org/officeDocument/2006/relationships/image" Target="../media/image136.png"/><Relationship Id="rId2" Type="http://schemas.openxmlformats.org/officeDocument/2006/relationships/tags" Target="../tags/tag150.xml"/><Relationship Id="rId16" Type="http://schemas.openxmlformats.org/officeDocument/2006/relationships/image" Target="../media/image129.png"/><Relationship Id="rId20" Type="http://schemas.openxmlformats.org/officeDocument/2006/relationships/image" Target="../media/image112.png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24" Type="http://schemas.openxmlformats.org/officeDocument/2006/relationships/image" Target="../media/image135.png"/><Relationship Id="rId5" Type="http://schemas.openxmlformats.org/officeDocument/2006/relationships/tags" Target="../tags/tag153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134.png"/><Relationship Id="rId28" Type="http://schemas.openxmlformats.org/officeDocument/2006/relationships/image" Target="../media/image119.png"/><Relationship Id="rId10" Type="http://schemas.openxmlformats.org/officeDocument/2006/relationships/tags" Target="../tags/tag158.xml"/><Relationship Id="rId19" Type="http://schemas.openxmlformats.org/officeDocument/2006/relationships/image" Target="../media/image132.png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tags" Target="../tags/tag162.xml"/><Relationship Id="rId22" Type="http://schemas.openxmlformats.org/officeDocument/2006/relationships/image" Target="../media/image90.png"/><Relationship Id="rId27" Type="http://schemas.openxmlformats.org/officeDocument/2006/relationships/image" Target="../media/image1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70.xml"/><Relationship Id="rId13" Type="http://schemas.openxmlformats.org/officeDocument/2006/relationships/image" Target="../media/image140.png"/><Relationship Id="rId18" Type="http://schemas.openxmlformats.org/officeDocument/2006/relationships/image" Target="../media/image144.png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12" Type="http://schemas.openxmlformats.org/officeDocument/2006/relationships/image" Target="../media/image139.png"/><Relationship Id="rId17" Type="http://schemas.openxmlformats.org/officeDocument/2006/relationships/image" Target="../media/image143.png"/><Relationship Id="rId2" Type="http://schemas.openxmlformats.org/officeDocument/2006/relationships/tags" Target="../tags/tag164.xml"/><Relationship Id="rId16" Type="http://schemas.openxmlformats.org/officeDocument/2006/relationships/image" Target="../media/image142.png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image" Target="../media/image129.png"/><Relationship Id="rId5" Type="http://schemas.openxmlformats.org/officeDocument/2006/relationships/tags" Target="../tags/tag167.xml"/><Relationship Id="rId15" Type="http://schemas.openxmlformats.org/officeDocument/2006/relationships/image" Target="../media/image141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19.png"/><Relationship Id="rId4" Type="http://schemas.openxmlformats.org/officeDocument/2006/relationships/tags" Target="../tags/tag166.xml"/><Relationship Id="rId9" Type="http://schemas.openxmlformats.org/officeDocument/2006/relationships/tags" Target="../tags/tag171.xml"/><Relationship Id="rId1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tags" Target="../tags/tag174.xml"/><Relationship Id="rId21" Type="http://schemas.openxmlformats.org/officeDocument/2006/relationships/image" Target="../media/image154.png"/><Relationship Id="rId7" Type="http://schemas.openxmlformats.org/officeDocument/2006/relationships/tags" Target="../tags/tag178.xml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tags" Target="../tags/tag173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76.xml"/><Relationship Id="rId15" Type="http://schemas.openxmlformats.org/officeDocument/2006/relationships/image" Target="../media/image148.png"/><Relationship Id="rId10" Type="http://schemas.openxmlformats.org/officeDocument/2006/relationships/tags" Target="../tags/tag181.xml"/><Relationship Id="rId19" Type="http://schemas.openxmlformats.org/officeDocument/2006/relationships/image" Target="../media/image152.png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image" Target="../media/image1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image" Target="../media/image25.png"/><Relationship Id="rId18" Type="http://schemas.openxmlformats.org/officeDocument/2006/relationships/image" Target="../media/image159.png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image" Target="../media/image155.png"/><Relationship Id="rId17" Type="http://schemas.openxmlformats.org/officeDocument/2006/relationships/image" Target="../media/image158.png"/><Relationship Id="rId2" Type="http://schemas.openxmlformats.org/officeDocument/2006/relationships/tags" Target="../tags/tag183.xml"/><Relationship Id="rId16" Type="http://schemas.openxmlformats.org/officeDocument/2006/relationships/image" Target="../media/image157.png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image" Target="../media/image145.png"/><Relationship Id="rId5" Type="http://schemas.openxmlformats.org/officeDocument/2006/relationships/tags" Target="../tags/tag186.xml"/><Relationship Id="rId15" Type="http://schemas.openxmlformats.org/officeDocument/2006/relationships/image" Target="../media/image28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60.png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image" Target="../media/image156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203.xml"/><Relationship Id="rId18" Type="http://schemas.openxmlformats.org/officeDocument/2006/relationships/tags" Target="../tags/tag208.xml"/><Relationship Id="rId26" Type="http://schemas.openxmlformats.org/officeDocument/2006/relationships/tags" Target="../tags/tag216.xml"/><Relationship Id="rId39" Type="http://schemas.openxmlformats.org/officeDocument/2006/relationships/image" Target="../media/image171.png"/><Relationship Id="rId21" Type="http://schemas.openxmlformats.org/officeDocument/2006/relationships/tags" Target="../tags/tag211.xml"/><Relationship Id="rId34" Type="http://schemas.openxmlformats.org/officeDocument/2006/relationships/image" Target="../media/image166.png"/><Relationship Id="rId42" Type="http://schemas.openxmlformats.org/officeDocument/2006/relationships/image" Target="../media/image174.png"/><Relationship Id="rId47" Type="http://schemas.openxmlformats.org/officeDocument/2006/relationships/image" Target="../media/image179.png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6" Type="http://schemas.openxmlformats.org/officeDocument/2006/relationships/tags" Target="../tags/tag206.xml"/><Relationship Id="rId29" Type="http://schemas.openxmlformats.org/officeDocument/2006/relationships/image" Target="../media/image161.png"/><Relationship Id="rId11" Type="http://schemas.openxmlformats.org/officeDocument/2006/relationships/tags" Target="../tags/tag201.xml"/><Relationship Id="rId24" Type="http://schemas.openxmlformats.org/officeDocument/2006/relationships/tags" Target="../tags/tag214.xml"/><Relationship Id="rId32" Type="http://schemas.openxmlformats.org/officeDocument/2006/relationships/image" Target="../media/image164.png"/><Relationship Id="rId37" Type="http://schemas.openxmlformats.org/officeDocument/2006/relationships/image" Target="../media/image169.png"/><Relationship Id="rId40" Type="http://schemas.openxmlformats.org/officeDocument/2006/relationships/image" Target="../media/image172.png"/><Relationship Id="rId45" Type="http://schemas.openxmlformats.org/officeDocument/2006/relationships/image" Target="../media/image177.png"/><Relationship Id="rId5" Type="http://schemas.openxmlformats.org/officeDocument/2006/relationships/tags" Target="../tags/tag195.xml"/><Relationship Id="rId15" Type="http://schemas.openxmlformats.org/officeDocument/2006/relationships/tags" Target="../tags/tag205.xml"/><Relationship Id="rId23" Type="http://schemas.openxmlformats.org/officeDocument/2006/relationships/tags" Target="../tags/tag213.xml"/><Relationship Id="rId28" Type="http://schemas.openxmlformats.org/officeDocument/2006/relationships/image" Target="../media/image145.png"/><Relationship Id="rId36" Type="http://schemas.openxmlformats.org/officeDocument/2006/relationships/image" Target="../media/image168.png"/><Relationship Id="rId49" Type="http://schemas.openxmlformats.org/officeDocument/2006/relationships/image" Target="../media/image180.png"/><Relationship Id="rId10" Type="http://schemas.openxmlformats.org/officeDocument/2006/relationships/tags" Target="../tags/tag200.xml"/><Relationship Id="rId19" Type="http://schemas.openxmlformats.org/officeDocument/2006/relationships/tags" Target="../tags/tag209.xml"/><Relationship Id="rId31" Type="http://schemas.openxmlformats.org/officeDocument/2006/relationships/image" Target="../media/image163.png"/><Relationship Id="rId44" Type="http://schemas.openxmlformats.org/officeDocument/2006/relationships/image" Target="../media/image176.png"/><Relationship Id="rId4" Type="http://schemas.openxmlformats.org/officeDocument/2006/relationships/tags" Target="../tags/tag194.xml"/><Relationship Id="rId9" Type="http://schemas.openxmlformats.org/officeDocument/2006/relationships/tags" Target="../tags/tag199.xml"/><Relationship Id="rId14" Type="http://schemas.openxmlformats.org/officeDocument/2006/relationships/tags" Target="../tags/tag204.xml"/><Relationship Id="rId22" Type="http://schemas.openxmlformats.org/officeDocument/2006/relationships/tags" Target="../tags/tag212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162.png"/><Relationship Id="rId35" Type="http://schemas.openxmlformats.org/officeDocument/2006/relationships/image" Target="../media/image167.png"/><Relationship Id="rId43" Type="http://schemas.openxmlformats.org/officeDocument/2006/relationships/image" Target="../media/image175.png"/><Relationship Id="rId48" Type="http://schemas.openxmlformats.org/officeDocument/2006/relationships/image" Target="../media/image153.png"/><Relationship Id="rId8" Type="http://schemas.openxmlformats.org/officeDocument/2006/relationships/tags" Target="../tags/tag198.xml"/><Relationship Id="rId3" Type="http://schemas.openxmlformats.org/officeDocument/2006/relationships/tags" Target="../tags/tag193.xml"/><Relationship Id="rId12" Type="http://schemas.openxmlformats.org/officeDocument/2006/relationships/tags" Target="../tags/tag202.xml"/><Relationship Id="rId17" Type="http://schemas.openxmlformats.org/officeDocument/2006/relationships/tags" Target="../tags/tag207.xml"/><Relationship Id="rId25" Type="http://schemas.openxmlformats.org/officeDocument/2006/relationships/tags" Target="../tags/tag215.xml"/><Relationship Id="rId33" Type="http://schemas.openxmlformats.org/officeDocument/2006/relationships/image" Target="../media/image165.png"/><Relationship Id="rId38" Type="http://schemas.openxmlformats.org/officeDocument/2006/relationships/image" Target="../media/image170.png"/><Relationship Id="rId46" Type="http://schemas.openxmlformats.org/officeDocument/2006/relationships/image" Target="../media/image178.png"/><Relationship Id="rId20" Type="http://schemas.openxmlformats.org/officeDocument/2006/relationships/tags" Target="../tags/tag210.xml"/><Relationship Id="rId41" Type="http://schemas.openxmlformats.org/officeDocument/2006/relationships/image" Target="../media/image173.png"/><Relationship Id="rId1" Type="http://schemas.openxmlformats.org/officeDocument/2006/relationships/tags" Target="../tags/tag191.xml"/><Relationship Id="rId6" Type="http://schemas.openxmlformats.org/officeDocument/2006/relationships/tags" Target="../tags/tag1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39750" y="1152525"/>
            <a:ext cx="8064500" cy="153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CH" dirty="0"/>
          </a:p>
        </p:txBody>
      </p:sp>
      <p:pic>
        <p:nvPicPr>
          <p:cNvPr id="4" name="Grafik 3" descr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3: Korrekte Argumentation}&#10;  \end{center}&#10;\end{document}&#10;" title="IguanaTex Bitmap Display">
            <a:extLst>
              <a:ext uri="{FF2B5EF4-FFF2-40B4-BE49-F238E27FC236}">
                <a16:creationId xmlns:a16="http://schemas.microsoft.com/office/drawing/2014/main" id="{745BABB9-C232-3047-F21F-E3803B0C16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65" y="1867545"/>
            <a:ext cx="4940915" cy="2200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1620" y="4621213"/>
            <a:ext cx="6862624" cy="263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64687" y="5168507"/>
            <a:ext cx="2414627" cy="1832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54" name="Picture 14" descr="FHNW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4"/>
          <a:stretch>
            <a:fillRect/>
          </a:stretch>
        </p:blipFill>
        <p:spPr bwMode="auto">
          <a:xfrm>
            <a:off x="3567113" y="5721350"/>
            <a:ext cx="20097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rrekte Argumentation}&#10;\end{document}&#10;" title="IguanaTex Bitmap Display">
            <a:extLst>
              <a:ext uri="{FF2B5EF4-FFF2-40B4-BE49-F238E27FC236}">
                <a16:creationId xmlns:a16="http://schemas.microsoft.com/office/drawing/2014/main" id="{B5A57E14-1B69-5C9E-AA64-2E4C21CCBF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533" y="293687"/>
            <a:ext cx="340493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&#10;\include{macros}&#10;\begin{document}&#10;In diesem Kapitel lernen wir Techniken kennen, wie wir mathematische Aussagen formal beweisen können.&#10;\end{document}&#10;" title="IguanaTex Bitmap Display">
            <a:extLst>
              <a:ext uri="{FF2B5EF4-FFF2-40B4-BE49-F238E27FC236}">
                <a16:creationId xmlns:a16="http://schemas.microsoft.com/office/drawing/2014/main" id="{A61A8872-EDC2-76E7-7DE1-F1FEC9C1293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4" y="1032457"/>
            <a:ext cx="8640000" cy="4319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&#10;\include{macros}&#10;\begin{document}&#10;Direkter Beweis&#10;\end{document}&#10;" title="IguanaTex Bitmap Display">
            <a:extLst>
              <a:ext uri="{FF2B5EF4-FFF2-40B4-BE49-F238E27FC236}">
                <a16:creationId xmlns:a16="http://schemas.microsoft.com/office/drawing/2014/main" id="{39E531E8-06E8-FBA1-F60C-CBE9AA59C41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386" y="2351236"/>
            <a:ext cx="1663702" cy="148760"/>
          </a:xfrm>
          <a:prstGeom prst="rect">
            <a:avLst/>
          </a:prstGeom>
        </p:spPr>
      </p:pic>
      <p:pic>
        <p:nvPicPr>
          <p:cNvPr id="35" name="Grafik 34" descr="\documentclass{slides}&#10;\include{macros}&#10;\begin{document}&#10;Beweis durch Kontraposition&#10;\end{document}&#10;" title="IguanaTex Bitmap Display">
            <a:extLst>
              <a:ext uri="{FF2B5EF4-FFF2-40B4-BE49-F238E27FC236}">
                <a16:creationId xmlns:a16="http://schemas.microsoft.com/office/drawing/2014/main" id="{72A77BEC-870C-0A29-81AB-01170CC28DB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386" y="3719089"/>
            <a:ext cx="3142398" cy="180649"/>
          </a:xfrm>
          <a:prstGeom prst="rect">
            <a:avLst/>
          </a:prstGeom>
        </p:spPr>
      </p:pic>
      <p:pic>
        <p:nvPicPr>
          <p:cNvPr id="23" name="Grafik 22" descr="\documentclass{slides}&#10;\include{macros}&#10;\begin{document}&#10;Indirekter Beweis&#10;\end{document}&#10;" title="IguanaTex Bitmap Display">
            <a:extLst>
              <a:ext uri="{FF2B5EF4-FFF2-40B4-BE49-F238E27FC236}">
                <a16:creationId xmlns:a16="http://schemas.microsoft.com/office/drawing/2014/main" id="{9F3F6F1F-EA21-BD33-5373-06CDC50B718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386" y="3035163"/>
            <a:ext cx="1825814" cy="1487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include{macros}&#10;\begin{document}&#10;&#10;&#10;Wir behandeln dabei folgende Beweisarten:&#10;\end{document}&#10;" title="IguanaTex Bitmap Display">
            <a:extLst>
              <a:ext uri="{FF2B5EF4-FFF2-40B4-BE49-F238E27FC236}">
                <a16:creationId xmlns:a16="http://schemas.microsoft.com/office/drawing/2014/main" id="{DCC5752F-BF41-57B5-4083-0EB69853E35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4" y="1802787"/>
            <a:ext cx="4435701" cy="17533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14128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rekter Beweis}&#10;\end{document}&#10;" title="IguanaTex Bitmap Display">
            <a:extLst>
              <a:ext uri="{FF2B5EF4-FFF2-40B4-BE49-F238E27FC236}">
                <a16:creationId xmlns:a16="http://schemas.microsoft.com/office/drawing/2014/main" id="{51A7671F-C662-A595-4973-7CBC955639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852" y="293687"/>
            <a:ext cx="2679950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as Ziel eines Beweises ist es, eine Aussage $Z$, die sogenannte {\mydarkgreen Zielaussage}, zu beweisen.&#10;\end{document}&#10;" title="IguanaTex Bitmap Display">
            <a:extLst>
              <a:ext uri="{FF2B5EF4-FFF2-40B4-BE49-F238E27FC236}">
                <a16:creationId xmlns:a16="http://schemas.microsoft.com/office/drawing/2014/main" id="{E3961A74-7D65-662E-052C-649B6EFBA6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17" y="1052736"/>
            <a:ext cx="8640000" cy="431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Beim {\mydarkgreen direkten Beweis} starten wir dabei mit einer wahren Aussage $A$. Das kann ein Axiom der Mathematik sein oder eine Aussage, die schon früher bewiesen wurde.&#10;\end{document}&#10;" title="IguanaTex Bitmap Display">
            <a:extLst>
              <a:ext uri="{FF2B5EF4-FFF2-40B4-BE49-F238E27FC236}">
                <a16:creationId xmlns:a16="http://schemas.microsoft.com/office/drawing/2014/main" id="{67D94655-C79A-2F07-B283-3517F90D275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17" y="1772815"/>
            <a:ext cx="8638036" cy="4652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7" name="Grafik 26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Nun finden wir eine Folge von wahren Implikationen &#10;&#10;\end{document}&#10;" title="IguanaTex Bitmap Display">
            <a:extLst>
              <a:ext uri="{FF2B5EF4-FFF2-40B4-BE49-F238E27FC236}">
                <a16:creationId xmlns:a16="http://schemas.microsoft.com/office/drawing/2014/main" id="{03299760-C6EE-3AF3-FA12-BA856205849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98" y="2581070"/>
            <a:ext cx="5899895" cy="19308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1" name="Grafik 3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$A\Rightarrow B_1$, $B_1\Rightarrow B_2$,\ldots,$B_{k-1}\Rightarrow B_k$, $B_k\Rightarrow Z$.&#10;&#10;\end{document}&#10;" title="IguanaTex Bitmap Display">
            <a:extLst>
              <a:ext uri="{FF2B5EF4-FFF2-40B4-BE49-F238E27FC236}">
                <a16:creationId xmlns:a16="http://schemas.microsoft.com/office/drawing/2014/main" id="{C19FF35A-7BC8-5363-4FCA-AA954C4CE2C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334" y="3056909"/>
            <a:ext cx="4874837" cy="2172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4" name="Grafik 3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arum muss dann $Z$ wahr sein?&#10;&#10;\end{document}&#10;" title="IguanaTex Bitmap Display">
            <a:extLst>
              <a:ext uri="{FF2B5EF4-FFF2-40B4-BE49-F238E27FC236}">
                <a16:creationId xmlns:a16="http://schemas.microsoft.com/office/drawing/2014/main" id="{10397D26-A2D3-4874-0134-2568835ED9F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71" y="3589075"/>
            <a:ext cx="3660040" cy="1598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enn $A$ wahr ist, und $A\Rightarrow B_1$ wahr ist, dann muss $B_1$ wahr sein.&#10;&#10;\end{document}&#10;" title="IguanaTex Bitmap Display">
            <a:extLst>
              <a:ext uri="{FF2B5EF4-FFF2-40B4-BE49-F238E27FC236}">
                <a16:creationId xmlns:a16="http://schemas.microsoft.com/office/drawing/2014/main" id="{5D46D525-2A3C-584E-CD04-A8C6026C586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6" y="4077738"/>
            <a:ext cx="6492834" cy="1799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0" name="Grafik 3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enn $B_1$ wahr ist, und $B_1\Rightarrow B_2$ wahr ist, dann muss $B_2$ wahr sein.&#10;&#10;\end{document}&#10;" title="IguanaTex Bitmap Display">
            <a:extLst>
              <a:ext uri="{FF2B5EF4-FFF2-40B4-BE49-F238E27FC236}">
                <a16:creationId xmlns:a16="http://schemas.microsoft.com/office/drawing/2014/main" id="{30AC491E-F0A6-2869-1F3B-FC7FAAB6B7D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21" y="4496492"/>
            <a:ext cx="6885309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3" name="Grafik 4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enn $B_k$ wahr ist, und $B_k\Rightarrow Z$ wahr ist, dann muss $Z$ wahr sein.&#10;&#10;\end{document}&#10;" title="IguanaTex Bitmap Display">
            <a:extLst>
              <a:ext uri="{FF2B5EF4-FFF2-40B4-BE49-F238E27FC236}">
                <a16:creationId xmlns:a16="http://schemas.microsoft.com/office/drawing/2014/main" id="{9901D675-DB08-5170-44F2-A9E93FD3CE9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51" y="5197088"/>
            <a:ext cx="6384147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6" name="Grafik 45" descr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Rightarrow B)$\\\hline&#10;0&amp;0&amp;1\\&#10;0&amp;1&amp;1\\&#10;1&amp;0&amp;0\\&#10;1&amp;1&amp;1\\\hline&#10;\end{tabular}&#10;\end{document}&#10;" title="IguanaTex Bitmap Display">
            <a:extLst>
              <a:ext uri="{FF2B5EF4-FFF2-40B4-BE49-F238E27FC236}">
                <a16:creationId xmlns:a16="http://schemas.microsoft.com/office/drawing/2014/main" id="{AC307EE1-E261-3A63-8A14-83DB4C25A1C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595" y="4213045"/>
            <a:ext cx="1357793" cy="9268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ir schauen uns nun Beispiele aus dem Bereich der Teilbarkeit an.&#10;&#10;\end{document}&#10;" title="IguanaTex Bitmap Display">
            <a:extLst>
              <a:ext uri="{FF2B5EF4-FFF2-40B4-BE49-F238E27FC236}">
                <a16:creationId xmlns:a16="http://schemas.microsoft.com/office/drawing/2014/main" id="{8902184C-6703-EF71-CB42-6A27D939434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7" y="6011996"/>
            <a:ext cx="7142119" cy="1753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" name="Grafik 4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$\vdots$&#10;&#10;\end{document}&#10;" title="IguanaTex Bitmap Display">
            <a:extLst>
              <a:ext uri="{FF2B5EF4-FFF2-40B4-BE49-F238E27FC236}">
                <a16:creationId xmlns:a16="http://schemas.microsoft.com/office/drawing/2014/main" id="{32DF2D7D-0079-591A-9B79-DFF22A5F2641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1" y="4770823"/>
            <a:ext cx="46665" cy="2347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9ABBF74-4186-80F1-594C-C75937D435FD}"/>
              </a:ext>
            </a:extLst>
          </p:cNvPr>
          <p:cNvCxnSpPr>
            <a:stCxn id="46" idx="1"/>
          </p:cNvCxnSpPr>
          <p:nvPr/>
        </p:nvCxnSpPr>
        <p:spPr bwMode="auto">
          <a:xfrm flipH="1" flipV="1">
            <a:off x="6876256" y="4167712"/>
            <a:ext cx="908339" cy="5087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8701420-C5FD-37B8-A149-B3EEABFCA52D}"/>
              </a:ext>
            </a:extLst>
          </p:cNvPr>
          <p:cNvCxnSpPr>
            <a:stCxn id="46" idx="1"/>
          </p:cNvCxnSpPr>
          <p:nvPr/>
        </p:nvCxnSpPr>
        <p:spPr bwMode="auto">
          <a:xfrm flipH="1" flipV="1">
            <a:off x="7236296" y="4586492"/>
            <a:ext cx="548299" cy="90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4D5D88D-EE05-D448-5392-25F1A5E47A3C}"/>
              </a:ext>
            </a:extLst>
          </p:cNvPr>
          <p:cNvCxnSpPr>
            <a:stCxn id="46" idx="1"/>
          </p:cNvCxnSpPr>
          <p:nvPr/>
        </p:nvCxnSpPr>
        <p:spPr bwMode="auto">
          <a:xfrm flipH="1">
            <a:off x="6751220" y="4676492"/>
            <a:ext cx="1033375" cy="6105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78318289-8682-086A-2530-30F507CAFFB8}"/>
              </a:ext>
            </a:extLst>
          </p:cNvPr>
          <p:cNvSpPr/>
          <p:nvPr/>
        </p:nvSpPr>
        <p:spPr bwMode="auto">
          <a:xfrm>
            <a:off x="1907704" y="2960948"/>
            <a:ext cx="5226826" cy="46528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C482-54B7-9FF6-BC51-1FA12B8D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barkeit}&#10;\end{document}&#10;" title="IguanaTex Bitmap Display">
            <a:extLst>
              <a:ext uri="{FF2B5EF4-FFF2-40B4-BE49-F238E27FC236}">
                <a16:creationId xmlns:a16="http://schemas.microsoft.com/office/drawing/2014/main" id="{79634B44-444D-207F-3CEF-CF3207098B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26" y="293687"/>
            <a:ext cx="176734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usepackage{amssymb}&#10;\pagestyle{empty}&#10;&#10;\begin{document}&#10;Eine Zahl $a \in \mathbb{Z}$ {\mydarkgreen teilt} eine Zahl $b \in\mathbb{Z}$, wenn eine ganze Zahl $i \in \mathbb{Z}$ existiert,&#10;so dass $b = i\cdot a$. &#10;\end{document}&#10;" title="IguanaTex Bitmap Display">
            <a:extLst>
              <a:ext uri="{FF2B5EF4-FFF2-40B4-BE49-F238E27FC236}">
                <a16:creationId xmlns:a16="http://schemas.microsoft.com/office/drawing/2014/main" id="{C700625C-C3DB-CF2D-4BE0-5EB77870877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98" y="1332368"/>
            <a:ext cx="8639999" cy="429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df&#10;\end{document}&#10;" title="IguanaTex Bitmap Display">
            <a:extLst>
              <a:ext uri="{FF2B5EF4-FFF2-40B4-BE49-F238E27FC236}">
                <a16:creationId xmlns:a16="http://schemas.microsoft.com/office/drawing/2014/main" id="{DF1B5BBA-BD13-5592-DA56-AD9B0EDCBC9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39" y="1018177"/>
            <a:ext cx="1168949" cy="1636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Wir schreiben dann $a \mid b $ und nennen die Zahl $a$ einen&#10;{\mydarkgreen Teiler} von $b$, und das $b$ ist ein {\mydarkgreen Vielfaches} von $a$.&#10;\end{document}&#10;" title="IguanaTex Bitmap Display">
            <a:extLst>
              <a:ext uri="{FF2B5EF4-FFF2-40B4-BE49-F238E27FC236}">
                <a16:creationId xmlns:a16="http://schemas.microsoft.com/office/drawing/2014/main" id="{0A39C915-7CE9-8647-64D2-3B982EC6789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98" y="1967061"/>
            <a:ext cx="8368033" cy="4299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Kompakt: $a\mid b\Leftrightarrow \exists i\in\mZ:a=i\cdot b$.&#10;\end{document}&#10;" title="IguanaTex Bitmap Display">
            <a:extLst>
              <a:ext uri="{FF2B5EF4-FFF2-40B4-BE49-F238E27FC236}">
                <a16:creationId xmlns:a16="http://schemas.microsoft.com/office/drawing/2014/main" id="{1C5703A5-C43C-9504-3AC4-672EBCB9DB6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77" y="2597465"/>
            <a:ext cx="3350036" cy="1994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spe&#10;\end{document}&#10;" title="IguanaTex Bitmap Display">
            <a:extLst>
              <a:ext uri="{FF2B5EF4-FFF2-40B4-BE49-F238E27FC236}">
                <a16:creationId xmlns:a16="http://schemas.microsoft.com/office/drawing/2014/main" id="{CC443978-7E38-C4BE-DB8D-21FD01A5DC4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87" y="3238340"/>
            <a:ext cx="978194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E{$2\mid 10$, da $10=5\cdot 2$ und $5\in\mZ$}&#10;\end{document}&#10;" title="IguanaTex Bitmap Display">
            <a:extLst>
              <a:ext uri="{FF2B5EF4-FFF2-40B4-BE49-F238E27FC236}">
                <a16:creationId xmlns:a16="http://schemas.microsoft.com/office/drawing/2014/main" id="{FF42440C-CCE9-4277-0A79-002E36954C0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5" y="3601037"/>
            <a:ext cx="3700641" cy="217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3" name="Grafik 3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Z{$-4\mid 12$, da $12=(-3)\cdot (-4)$ und $-3\in\mZ$}&#10;\end{document}&#10;" title="IguanaTex Bitmap Display">
            <a:extLst>
              <a:ext uri="{FF2B5EF4-FFF2-40B4-BE49-F238E27FC236}">
                <a16:creationId xmlns:a16="http://schemas.microsoft.com/office/drawing/2014/main" id="{EFDD9CA4-486E-A93C-30E8-74387318349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5" y="4054747"/>
            <a:ext cx="4813125" cy="217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8" name="Grafik 3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D{$3\mid 7$ gilt nicht. Es ist zwar $7=\frac73\cdot 3$, aber $\frac73\notin\mZ$.}&#10;\end{document}&#10;" title="IguanaTex Bitmap Display">
            <a:extLst>
              <a:ext uri="{FF2B5EF4-FFF2-40B4-BE49-F238E27FC236}">
                <a16:creationId xmlns:a16="http://schemas.microsoft.com/office/drawing/2014/main" id="{6CB81065-E8D9-B2E8-FB4A-1E7BDA7ECE0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5" y="4508458"/>
            <a:ext cx="5725151" cy="2940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5" name="Grafik 4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{(4)}{$7\mid 0$, da $0=0\cdot 7$ und $0\in\mZ$.}&#10;\end{document}&#10;" title="IguanaTex Bitmap Display">
            <a:extLst>
              <a:ext uri="{FF2B5EF4-FFF2-40B4-BE49-F238E27FC236}">
                <a16:creationId xmlns:a16="http://schemas.microsoft.com/office/drawing/2014/main" id="{CBE3DC5C-1673-4C8C-BEA3-5163D4C2A316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5" y="5038389"/>
            <a:ext cx="3485316" cy="217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1" name="Grafik 5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{(5)}{$0\mid 7$ gilt nicht. Es gibt keine Zahl $i\in\mZ$ mit $7=i\cdot 0$.}&#10;\end{document}&#10;" title="IguanaTex Bitmap Display">
            <a:extLst>
              <a:ext uri="{FF2B5EF4-FFF2-40B4-BE49-F238E27FC236}">
                <a16:creationId xmlns:a16="http://schemas.microsoft.com/office/drawing/2014/main" id="{8CBF2635-B7DC-1679-70BE-42ED13ABCF0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5" y="5492099"/>
            <a:ext cx="6063167" cy="2135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E29A1526-B7DB-B683-C8DF-0A8A575B3229}"/>
              </a:ext>
            </a:extLst>
          </p:cNvPr>
          <p:cNvSpPr/>
          <p:nvPr/>
        </p:nvSpPr>
        <p:spPr bwMode="auto">
          <a:xfrm>
            <a:off x="66575" y="916478"/>
            <a:ext cx="8979493" cy="208595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D6C8F3-00A6-5CC9-D85E-998A984E48BD}"/>
              </a:ext>
            </a:extLst>
          </p:cNvPr>
          <p:cNvSpPr/>
          <p:nvPr/>
        </p:nvSpPr>
        <p:spPr bwMode="auto">
          <a:xfrm>
            <a:off x="71500" y="3104128"/>
            <a:ext cx="8979493" cy="2735695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2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BB0C-332E-3C05-3E5D-C04A967D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usepackage{amssymb}&#10;\pagestyle{empty}&#10;&#10;\begin{document}&#10;Eine Zahl $a \in \mathbb{Z}$ heisst {\mydarkgreen gerade}, wenn sie durch 2 teilbar ist, also $2\mid a$.&#10;\end{document}&#10;" title="IguanaTex Bitmap Display">
            <a:extLst>
              <a:ext uri="{FF2B5EF4-FFF2-40B4-BE49-F238E27FC236}">
                <a16:creationId xmlns:a16="http://schemas.microsoft.com/office/drawing/2014/main" id="{C83EF294-09E2-1C2B-EFD5-A628B08E97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376772"/>
            <a:ext cx="7166495" cy="2051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df&#10;\end{document}&#10;" title="IguanaTex Bitmap Display">
            <a:extLst>
              <a:ext uri="{FF2B5EF4-FFF2-40B4-BE49-F238E27FC236}">
                <a16:creationId xmlns:a16="http://schemas.microsoft.com/office/drawing/2014/main" id="{46BB5EE8-B038-36B9-3A24-85AA7576A9D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52" y="1029511"/>
            <a:ext cx="1075433" cy="1505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a$ ist somit gerade, wenn eine Zahl $i\in\mathbb{Z}$ existiert mit $a=2i$.&#10;\end{document}&#10;" title="IguanaTex Bitmap Display">
            <a:extLst>
              <a:ext uri="{FF2B5EF4-FFF2-40B4-BE49-F238E27FC236}">
                <a16:creationId xmlns:a16="http://schemas.microsoft.com/office/drawing/2014/main" id="{026D5C08-859B-CDAB-8893-1F7C7C667F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2209254"/>
            <a:ext cx="6752629" cy="1887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usepackage{amssymb}&#10;\pagestyle{empty}&#10;&#10;\begin{document}&#10;Andernfalls heisst $a$ {\mydarkgreen ungerade}.&#10;\end{document}&#10;" title="IguanaTex Bitmap Display">
            <a:extLst>
              <a:ext uri="{FF2B5EF4-FFF2-40B4-BE49-F238E27FC236}">
                <a16:creationId xmlns:a16="http://schemas.microsoft.com/office/drawing/2014/main" id="{D8DB11C8-1424-E254-5599-3D54FC404F4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808063"/>
            <a:ext cx="3063219" cy="1750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a$ ist somit ungerade, wenn eine Zahl $i\in\mathbb{Z}$ existiert mit $a=2i+1$.&#10;\end{document}&#10;" title="IguanaTex Bitmap Display">
            <a:extLst>
              <a:ext uri="{FF2B5EF4-FFF2-40B4-BE49-F238E27FC236}">
                <a16:creationId xmlns:a16="http://schemas.microsoft.com/office/drawing/2014/main" id="{7ADBAD98-E171-8B07-A03E-499EA0E5D04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2624148"/>
            <a:ext cx="7381895" cy="1863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df&#10;\end{document}&#10;" title="IguanaTex Bitmap Display">
            <a:extLst>
              <a:ext uri="{FF2B5EF4-FFF2-40B4-BE49-F238E27FC236}">
                <a16:creationId xmlns:a16="http://schemas.microsoft.com/office/drawing/2014/main" id="{9F8D9D7A-869A-912F-21BF-3497EDDEC66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27" y="3530977"/>
            <a:ext cx="1075433" cy="1505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Eine natürliche Zahl $n&gt;1$ heisst {\mydarkgreen Primzahl}, wenn sie in $\mN$ nur 1 und sich selber als Teiler hat.&#10;\end{document}&#10;" title="IguanaTex Bitmap Display">
            <a:extLst>
              <a:ext uri="{FF2B5EF4-FFF2-40B4-BE49-F238E27FC236}">
                <a16:creationId xmlns:a16="http://schemas.microsoft.com/office/drawing/2014/main" id="{96AE4A17-CBE8-280F-BA93-9821F62807C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3869751"/>
            <a:ext cx="8640000" cy="43023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Die ersten Primzahlen sind $2,3,5,7,11,13,17,\ldots$&#10;\end{document}&#10;" title="IguanaTex Bitmap Display">
            <a:extLst>
              <a:ext uri="{FF2B5EF4-FFF2-40B4-BE49-F238E27FC236}">
                <a16:creationId xmlns:a16="http://schemas.microsoft.com/office/drawing/2014/main" id="{840E91E5-8040-2D44-CC2C-970D78E38C0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1" y="5129392"/>
            <a:ext cx="4955163" cy="17785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96B34898-C235-C042-CE02-42CD637C565E}"/>
              </a:ext>
            </a:extLst>
          </p:cNvPr>
          <p:cNvSpPr/>
          <p:nvPr/>
        </p:nvSpPr>
        <p:spPr bwMode="auto">
          <a:xfrm>
            <a:off x="52187" y="930887"/>
            <a:ext cx="8979493" cy="2167126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8B382D2-3D31-7E93-7C8F-16622CB3532D}"/>
              </a:ext>
            </a:extLst>
          </p:cNvPr>
          <p:cNvSpPr/>
          <p:nvPr/>
        </p:nvSpPr>
        <p:spPr bwMode="auto">
          <a:xfrm>
            <a:off x="52187" y="3368947"/>
            <a:ext cx="8979493" cy="1201969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" name="Grafik 6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barkeit}&#10;\end{document}&#10;" title="IguanaTex Bitmap Display">
            <a:extLst>
              <a:ext uri="{FF2B5EF4-FFF2-40B4-BE49-F238E27FC236}">
                <a16:creationId xmlns:a16="http://schemas.microsoft.com/office/drawing/2014/main" id="{F57877DB-F2E0-BA9A-8FD9-BE095F21E51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26" y="293687"/>
            <a:ext cx="176734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32732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30F2-8016-7B4F-8588-298ACC9D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Zur Illustration eines direkten Beweises wollen wir die (ziemlich triviale) Aussage, dass 6 keine Primzahl ist, formal beweisen.&#10;\end{document}&#10;" title="IguanaTex Bitmap Display">
            <a:extLst>
              <a:ext uri="{FF2B5EF4-FFF2-40B4-BE49-F238E27FC236}">
                <a16:creationId xmlns:a16="http://schemas.microsoft.com/office/drawing/2014/main" id="{BDFF979D-E38B-3A6D-0BD8-7A01F76079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1" y="917954"/>
            <a:ext cx="8640000" cy="4732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Satz: \black 6 ist keine Primzahl.\end{document}&#10;" title="IguanaTex Bitmap Display">
            <a:extLst>
              <a:ext uri="{FF2B5EF4-FFF2-40B4-BE49-F238E27FC236}">
                <a16:creationId xmlns:a16="http://schemas.microsoft.com/office/drawing/2014/main" id="{50D0B04E-1619-0795-238D-D9BE33462F0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5" y="1727470"/>
            <a:ext cx="3132191" cy="1687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" name="Grafik 1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\black Wir beginnen mit der wahren Aussage, dass $6=2\cdot 3$.\end{document}&#10;" title="IguanaTex Bitmap Display">
            <a:extLst>
              <a:ext uri="{FF2B5EF4-FFF2-40B4-BE49-F238E27FC236}">
                <a16:creationId xmlns:a16="http://schemas.microsoft.com/office/drawing/2014/main" id="{235F95EE-DD06-6C5D-49AE-A1C65297D5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5" y="2104258"/>
            <a:ext cx="7279697" cy="1969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7" name="Grafik 8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6=2\cdot 3$&#10;\end{document}&#10;" title="IguanaTex Bitmap Display">
            <a:extLst>
              <a:ext uri="{FF2B5EF4-FFF2-40B4-BE49-F238E27FC236}">
                <a16:creationId xmlns:a16="http://schemas.microsoft.com/office/drawing/2014/main" id="{8E6445DA-3010-B38A-985C-81D7B738CC7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606" y="2468026"/>
            <a:ext cx="975806" cy="1673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\exists i\in\mZ:6=i\cdot 3$&#10;\end{document}&#10;" title="IguanaTex Bitmap Display">
            <a:extLst>
              <a:ext uri="{FF2B5EF4-FFF2-40B4-BE49-F238E27FC236}">
                <a16:creationId xmlns:a16="http://schemas.microsoft.com/office/drawing/2014/main" id="{D4071C4F-991E-9109-1E6C-57858C5384A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86" y="2969807"/>
            <a:ext cx="2372084" cy="1991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nämlich $i=2$&#10;\end{document}&#10;" title="IguanaTex Bitmap Display">
            <a:extLst>
              <a:ext uri="{FF2B5EF4-FFF2-40B4-BE49-F238E27FC236}">
                <a16:creationId xmlns:a16="http://schemas.microsoft.com/office/drawing/2014/main" id="{7387AC61-9505-CEB8-5289-FE869E72019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48" y="2767016"/>
            <a:ext cx="1205098" cy="1262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1" name="Grafik 3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3\mid 6$&#10;\end{document}&#10;" title="IguanaTex Bitmap Display">
            <a:extLst>
              <a:ext uri="{FF2B5EF4-FFF2-40B4-BE49-F238E27FC236}">
                <a16:creationId xmlns:a16="http://schemas.microsoft.com/office/drawing/2014/main" id="{542513B9-94F9-900B-4938-FC6745A9A8C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86" y="3520530"/>
            <a:ext cx="804157" cy="2387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4" name="Grafik 5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efinition Teilbarkeit&#10;\end{document}&#10;" title="IguanaTex Bitmap Display">
            <a:extLst>
              <a:ext uri="{FF2B5EF4-FFF2-40B4-BE49-F238E27FC236}">
                <a16:creationId xmlns:a16="http://schemas.microsoft.com/office/drawing/2014/main" id="{FF45DA25-1C81-C568-3AA1-B06E657FEF7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3" y="3320085"/>
            <a:ext cx="1548772" cy="1043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3 ist Teiler von 6&#10;\end{document}&#10;" title="IguanaTex Bitmap Display">
            <a:extLst>
              <a:ext uri="{FF2B5EF4-FFF2-40B4-BE49-F238E27FC236}">
                <a16:creationId xmlns:a16="http://schemas.microsoft.com/office/drawing/2014/main" id="{8683E835-9573-A3BD-1662-DFB342115FF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53" y="4115678"/>
            <a:ext cx="2520935" cy="1816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3" name="Grafik 4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6 hat einen Teiler, der verschieden von 1 und 6 ist&#10;\end{document}&#10;" title="IguanaTex Bitmap Display">
            <a:extLst>
              <a:ext uri="{FF2B5EF4-FFF2-40B4-BE49-F238E27FC236}">
                <a16:creationId xmlns:a16="http://schemas.microsoft.com/office/drawing/2014/main" id="{6AA3FE79-CF72-87A7-0188-AEDF3D0054A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53" y="4612958"/>
            <a:ext cx="7044428" cy="21610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6" name="Grafik 4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a $1\neq 3$ und $6\neq 3$&#10;\end{document}&#10;" title="IguanaTex Bitmap Display">
            <a:extLst>
              <a:ext uri="{FF2B5EF4-FFF2-40B4-BE49-F238E27FC236}">
                <a16:creationId xmlns:a16="http://schemas.microsoft.com/office/drawing/2014/main" id="{5EFB3CEE-7809-DB39-0D40-A3EE3077B3B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11" y="4450720"/>
            <a:ext cx="1405002" cy="1323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6" name="Grafik 5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Teiler&#10;\end{document}&#10;" title="IguanaTex Bitmap Display">
            <a:extLst>
              <a:ext uri="{FF2B5EF4-FFF2-40B4-BE49-F238E27FC236}">
                <a16:creationId xmlns:a16="http://schemas.microsoft.com/office/drawing/2014/main" id="{05AAD2CF-CC76-F63F-BEAA-15B19F54A3E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01" y="3925801"/>
            <a:ext cx="1242885" cy="108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9" name="Grafik 4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6 ist keine Primzahl&#10;\end{document}&#10;" title="IguanaTex Bitmap Display">
            <a:extLst>
              <a:ext uri="{FF2B5EF4-FFF2-40B4-BE49-F238E27FC236}">
                <a16:creationId xmlns:a16="http://schemas.microsoft.com/office/drawing/2014/main" id="{8199EC95-C0E3-D514-3D9B-F2CE780F7D87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53" y="5183922"/>
            <a:ext cx="2815317" cy="1799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8" name="Grafik 5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efinition Primzahl&#10;\end{document}&#10;" title="IguanaTex Bitmap Display">
            <a:extLst>
              <a:ext uri="{FF2B5EF4-FFF2-40B4-BE49-F238E27FC236}">
                <a16:creationId xmlns:a16="http://schemas.microsoft.com/office/drawing/2014/main" id="{A01264F5-A877-4A92-5067-066953F0E530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91" y="4997093"/>
            <a:ext cx="1541725" cy="1137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1" name="Grafik 6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Hier ist bei jeder Implikation glasklar, warum sie richtig ist. Da die Startaussage offensichtlich auch richtig ist, ist damit auch die Zielaussage richtig.&#10;\end{document}&#10;" title="IguanaTex Bitmap Display">
            <a:extLst>
              <a:ext uri="{FF2B5EF4-FFF2-40B4-BE49-F238E27FC236}">
                <a16:creationId xmlns:a16="http://schemas.microsoft.com/office/drawing/2014/main" id="{532DF54E-B20F-6D23-4451-2B420E594394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30" y="5773963"/>
            <a:ext cx="8640000" cy="4633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8" name="Rechteck 67">
            <a:extLst>
              <a:ext uri="{FF2B5EF4-FFF2-40B4-BE49-F238E27FC236}">
                <a16:creationId xmlns:a16="http://schemas.microsoft.com/office/drawing/2014/main" id="{DD2B9F74-A44F-F003-10BE-BD4A9BADA06F}"/>
              </a:ext>
            </a:extLst>
          </p:cNvPr>
          <p:cNvSpPr/>
          <p:nvPr/>
        </p:nvSpPr>
        <p:spPr bwMode="auto">
          <a:xfrm>
            <a:off x="118430" y="3231370"/>
            <a:ext cx="1665319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2EFF8652-CEB0-D1A1-75FE-EDC065371AB1}"/>
              </a:ext>
            </a:extLst>
          </p:cNvPr>
          <p:cNvCxnSpPr>
            <a:cxnSpLocks/>
            <a:stCxn id="68" idx="3"/>
          </p:cNvCxnSpPr>
          <p:nvPr/>
        </p:nvCxnSpPr>
        <p:spPr bwMode="auto">
          <a:xfrm>
            <a:off x="1789383" y="3355205"/>
            <a:ext cx="112686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CE3A98EC-60A2-3903-1787-0AE0A1383C09}"/>
              </a:ext>
            </a:extLst>
          </p:cNvPr>
          <p:cNvSpPr/>
          <p:nvPr/>
        </p:nvSpPr>
        <p:spPr bwMode="auto">
          <a:xfrm>
            <a:off x="395536" y="3856970"/>
            <a:ext cx="138821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EDA09CE7-04C8-3890-525D-168F6BA4FA04}"/>
              </a:ext>
            </a:extLst>
          </p:cNvPr>
          <p:cNvCxnSpPr>
            <a:cxnSpLocks/>
            <a:stCxn id="73" idx="3"/>
          </p:cNvCxnSpPr>
          <p:nvPr/>
        </p:nvCxnSpPr>
        <p:spPr bwMode="auto">
          <a:xfrm>
            <a:off x="1789383" y="3980805"/>
            <a:ext cx="112686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D151F02E-D404-CA2E-30D7-E9D2FD175AC1}"/>
              </a:ext>
            </a:extLst>
          </p:cNvPr>
          <p:cNvSpPr/>
          <p:nvPr/>
        </p:nvSpPr>
        <p:spPr bwMode="auto">
          <a:xfrm>
            <a:off x="261234" y="4372808"/>
            <a:ext cx="1522515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0A27D50A-EF87-75D2-7464-7C52AB1B8F50}"/>
              </a:ext>
            </a:extLst>
          </p:cNvPr>
          <p:cNvCxnSpPr>
            <a:cxnSpLocks/>
            <a:stCxn id="75" idx="3"/>
          </p:cNvCxnSpPr>
          <p:nvPr/>
        </p:nvCxnSpPr>
        <p:spPr bwMode="auto">
          <a:xfrm>
            <a:off x="1789383" y="4496643"/>
            <a:ext cx="112686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8DB4D8E5-33F2-638D-D1DA-35E2496EC1BB}"/>
              </a:ext>
            </a:extLst>
          </p:cNvPr>
          <p:cNvSpPr/>
          <p:nvPr/>
        </p:nvSpPr>
        <p:spPr bwMode="auto">
          <a:xfrm>
            <a:off x="118430" y="4932315"/>
            <a:ext cx="1665319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B9D93D1F-FE78-71C6-8E2C-7D0FE5597BF7}"/>
              </a:ext>
            </a:extLst>
          </p:cNvPr>
          <p:cNvCxnSpPr>
            <a:cxnSpLocks/>
            <a:stCxn id="78" idx="3"/>
          </p:cNvCxnSpPr>
          <p:nvPr/>
        </p:nvCxnSpPr>
        <p:spPr bwMode="auto">
          <a:xfrm>
            <a:off x="1789383" y="5056150"/>
            <a:ext cx="112686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1" name="Rechteck 80">
            <a:extLst>
              <a:ext uri="{FF2B5EF4-FFF2-40B4-BE49-F238E27FC236}">
                <a16:creationId xmlns:a16="http://schemas.microsoft.com/office/drawing/2014/main" id="{20ACD16F-A998-1BA3-6CEF-8D4FA260DC6E}"/>
              </a:ext>
            </a:extLst>
          </p:cNvPr>
          <p:cNvSpPr/>
          <p:nvPr/>
        </p:nvSpPr>
        <p:spPr bwMode="auto">
          <a:xfrm>
            <a:off x="426149" y="2708920"/>
            <a:ext cx="1357600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7BFFD5F9-A2F2-6ACE-EE9E-919901018ADD}"/>
              </a:ext>
            </a:extLst>
          </p:cNvPr>
          <p:cNvCxnSpPr>
            <a:cxnSpLocks/>
            <a:stCxn id="81" idx="3"/>
          </p:cNvCxnSpPr>
          <p:nvPr/>
        </p:nvCxnSpPr>
        <p:spPr bwMode="auto">
          <a:xfrm>
            <a:off x="1789383" y="2832755"/>
            <a:ext cx="112686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5323FCDB-D1E1-9208-828E-990064989F20}"/>
              </a:ext>
            </a:extLst>
          </p:cNvPr>
          <p:cNvSpPr/>
          <p:nvPr/>
        </p:nvSpPr>
        <p:spPr bwMode="auto">
          <a:xfrm>
            <a:off x="66575" y="1601097"/>
            <a:ext cx="8979493" cy="3988143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" name="Grafik 6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barkeit}&#10;\end{document}&#10;" title="IguanaTex Bitmap Display">
            <a:extLst>
              <a:ext uri="{FF2B5EF4-FFF2-40B4-BE49-F238E27FC236}">
                <a16:creationId xmlns:a16="http://schemas.microsoft.com/office/drawing/2014/main" id="{AB63538F-F133-E293-325F-14CE1ACE354A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26" y="293687"/>
            <a:ext cx="1767348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97736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3" grpId="0" animBg="1"/>
      <p:bldP spid="75" grpId="0" animBg="1"/>
      <p:bldP spid="78" grpId="0" animBg="1"/>
      <p:bldP spid="81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ECCD-417B-A635-8787-9DE9B458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Oft sind die Aussagen nicht nur für einzelne Objekte formuliert so wie im&#10;vorherigen Beispiel, sondern direkt für mehrere Objekte.&#10;\end{document}&#10;" title="IguanaTex Bitmap Display">
            <a:extLst>
              <a:ext uri="{FF2B5EF4-FFF2-40B4-BE49-F238E27FC236}">
                <a16:creationId xmlns:a16="http://schemas.microsoft.com/office/drawing/2014/main" id="{EDA52603-B30F-41E4-C756-F253AA7042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1" y="917954"/>
            <a:ext cx="8641963" cy="4614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Wir können nicht für alle geraden Zahlen $&gt;2$ je einen Beweis führen. Davon gibt es ja unendlich viele!&#10;\end{document}&#10;" title="IguanaTex Bitmap Display">
            <a:extLst>
              <a:ext uri="{FF2B5EF4-FFF2-40B4-BE49-F238E27FC236}">
                <a16:creationId xmlns:a16="http://schemas.microsoft.com/office/drawing/2014/main" id="{D1F97D7E-6216-34BC-F604-80ABC9E080B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" y="2312876"/>
            <a:ext cx="8638036" cy="4613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Wie beweist man etwa die Aussage, dass alle geraden natürlichen Zahlen $n&gt;2$ keine Primzahlen sind?&#10;\end{document}&#10;" title="IguanaTex Bitmap Display">
            <a:extLst>
              <a:ext uri="{FF2B5EF4-FFF2-40B4-BE49-F238E27FC236}">
                <a16:creationId xmlns:a16="http://schemas.microsoft.com/office/drawing/2014/main" id="{D6AA58EB-AEC2-8DCB-0AC9-4FC8E644C8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1" y="1556792"/>
            <a:ext cx="8638036" cy="4320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0" name="Grafik 2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\forall z\in\{4,6,\ldots\}: z$ ist keine Primzahl.&#10;\end{document}&#10;" title="IguanaTex Bitmap Display">
            <a:extLst>
              <a:ext uri="{FF2B5EF4-FFF2-40B4-BE49-F238E27FC236}">
                <a16:creationId xmlns:a16="http://schemas.microsoft.com/office/drawing/2014/main" id="{2CD7C690-E946-3C9A-36DA-F5704F75F0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615" y="1817209"/>
            <a:ext cx="4031541" cy="2226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Wir führen den&#10;Beweis für eine beliebige allgemeine Zahl $z$ aus $\{4, 6, 8, 10\ldots\}$. Weil diese&#10;Zahl $z$ eine beliebige dieser Zahlen sein kann, gilt dann der Beweis für alle&#10;Zahlen aus der Menge.&#10;\end{document}&#10;" title="IguanaTex Bitmap Display">
            <a:extLst>
              <a:ext uri="{FF2B5EF4-FFF2-40B4-BE49-F238E27FC236}">
                <a16:creationId xmlns:a16="http://schemas.microsoft.com/office/drawing/2014/main" id="{404C2C08-0BB0-2401-72BF-3439A1F4CFD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1" y="3030185"/>
            <a:ext cx="8636073" cy="7598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3" name="Grafik 3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Satz: \black $\forall z\in\{4,6,\ldots\}: z$ ist keine Primzahl.&#10;\end{document}&#10;" title="IguanaTex Bitmap Display">
            <a:extLst>
              <a:ext uri="{FF2B5EF4-FFF2-40B4-BE49-F238E27FC236}">
                <a16:creationId xmlns:a16="http://schemas.microsoft.com/office/drawing/2014/main" id="{3BDE1D8A-FC74-4271-B964-E974039CC7F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91313"/>
            <a:ext cx="4880381" cy="2294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1" name="Grafik 7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\black Es sei $z\in\{4,6,\ldots\}$ \red beliebig.&#10;\end{document}&#10;" title="IguanaTex Bitmap Display">
            <a:extLst>
              <a:ext uri="{FF2B5EF4-FFF2-40B4-BE49-F238E27FC236}">
                <a16:creationId xmlns:a16="http://schemas.microsoft.com/office/drawing/2014/main" id="{833D5155-839E-341F-B8CA-2081398EEF2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394987"/>
            <a:ext cx="4052160" cy="2192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9" name="Grafik 5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2 ist Teiler von $z$&#10;\end{document}&#10;" title="IguanaTex Bitmap Display">
            <a:extLst>
              <a:ext uri="{FF2B5EF4-FFF2-40B4-BE49-F238E27FC236}">
                <a16:creationId xmlns:a16="http://schemas.microsoft.com/office/drawing/2014/main" id="{1C7A008E-FD93-6F3B-AB5F-4A81CAC6C9A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871" y="4830518"/>
            <a:ext cx="2492449" cy="1808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3" name="Grafik 6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z hat einen Teiler, der verschieden von 1 und z ist&#10;\end{document}&#10;" title="IguanaTex Bitmap Display">
            <a:extLst>
              <a:ext uri="{FF2B5EF4-FFF2-40B4-BE49-F238E27FC236}">
                <a16:creationId xmlns:a16="http://schemas.microsoft.com/office/drawing/2014/main" id="{7BFCBDC8-9B07-CBFE-5346-7F8C112D7BF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746" y="5391163"/>
            <a:ext cx="6571957" cy="2030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5" name="Grafik 6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a $1\neq 2$ und $z&gt;2$&#10;\end{document}&#10;" title="IguanaTex Bitmap Display">
            <a:extLst>
              <a:ext uri="{FF2B5EF4-FFF2-40B4-BE49-F238E27FC236}">
                <a16:creationId xmlns:a16="http://schemas.microsoft.com/office/drawing/2014/main" id="{250EAA1D-D18B-AB27-984C-53B79E76649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65" y="5199100"/>
            <a:ext cx="1369661" cy="1323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5" name="Grafik 5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18C349B9-3BA7-BE90-85CD-B09B73EC5AF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12" y="4757971"/>
            <a:ext cx="1315317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7" name="Grafik 6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$z$ ist keine Primzahl&#10;\end{document}&#10;" title="IguanaTex Bitmap Display">
            <a:extLst>
              <a:ext uri="{FF2B5EF4-FFF2-40B4-BE49-F238E27FC236}">
                <a16:creationId xmlns:a16="http://schemas.microsoft.com/office/drawing/2014/main" id="{CAA60BBF-07B3-698D-2CF4-9159A1DCF10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373" y="5901455"/>
            <a:ext cx="2866367" cy="184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2" name="Grafik 4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efinition Primzahl&#10;\end{document}&#10;" title="IguanaTex Bitmap Display">
            <a:extLst>
              <a:ext uri="{FF2B5EF4-FFF2-40B4-BE49-F238E27FC236}">
                <a16:creationId xmlns:a16="http://schemas.microsoft.com/office/drawing/2014/main" id="{51F569D2-DF3C-025E-76A0-2234A60E066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44" y="5716966"/>
            <a:ext cx="1541725" cy="1137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5875A71D-BCC4-94E0-666B-AD9138A62EEC}"/>
              </a:ext>
            </a:extLst>
          </p:cNvPr>
          <p:cNvSpPr/>
          <p:nvPr/>
        </p:nvSpPr>
        <p:spPr bwMode="auto">
          <a:xfrm>
            <a:off x="267651" y="4689140"/>
            <a:ext cx="138821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B328CD3-52B5-6D60-C44A-04C35985583C}"/>
              </a:ext>
            </a:extLst>
          </p:cNvPr>
          <p:cNvCxnSpPr>
            <a:cxnSpLocks/>
            <a:stCxn id="44" idx="3"/>
          </p:cNvCxnSpPr>
          <p:nvPr/>
        </p:nvCxnSpPr>
        <p:spPr bwMode="auto">
          <a:xfrm>
            <a:off x="1655864" y="4812975"/>
            <a:ext cx="229007" cy="71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F0072A81-5B64-6C06-B556-96A6AC856CDD}"/>
              </a:ext>
            </a:extLst>
          </p:cNvPr>
          <p:cNvSpPr/>
          <p:nvPr/>
        </p:nvSpPr>
        <p:spPr bwMode="auto">
          <a:xfrm>
            <a:off x="285687" y="5121188"/>
            <a:ext cx="1522515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5E064E0-FD3E-6CBE-CBCA-401F5FF0BE03}"/>
              </a:ext>
            </a:extLst>
          </p:cNvPr>
          <p:cNvCxnSpPr>
            <a:cxnSpLocks/>
            <a:stCxn id="47" idx="3"/>
          </p:cNvCxnSpPr>
          <p:nvPr/>
        </p:nvCxnSpPr>
        <p:spPr bwMode="auto">
          <a:xfrm>
            <a:off x="1808202" y="5245023"/>
            <a:ext cx="123955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F2CCC3C4-39BC-0DC1-2A37-B19B6CF1F649}"/>
              </a:ext>
            </a:extLst>
          </p:cNvPr>
          <p:cNvSpPr/>
          <p:nvPr/>
        </p:nvSpPr>
        <p:spPr bwMode="auto">
          <a:xfrm>
            <a:off x="142883" y="5652188"/>
            <a:ext cx="1665319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94E8336-DD02-C299-CE17-13F8853D7A95}"/>
              </a:ext>
            </a:extLst>
          </p:cNvPr>
          <p:cNvCxnSpPr>
            <a:cxnSpLocks/>
            <a:stCxn id="50" idx="3"/>
          </p:cNvCxnSpPr>
          <p:nvPr/>
        </p:nvCxnSpPr>
        <p:spPr bwMode="auto">
          <a:xfrm>
            <a:off x="1808202" y="5776023"/>
            <a:ext cx="123955" cy="193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4" name="Grafik 8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a $z\in\{4,6\ldots\}$ beliebig war, gilt die Aussage damit für alle $z\in\{4,6,\ldots\}$.&#10;\end{document}&#10;" title="IguanaTex Bitmap Display">
            <a:extLst>
              <a:ext uri="{FF2B5EF4-FFF2-40B4-BE49-F238E27FC236}">
                <a16:creationId xmlns:a16="http://schemas.microsoft.com/office/drawing/2014/main" id="{05BE96D6-3A96-8717-4446-AC52EEF42E4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87" y="6279110"/>
            <a:ext cx="7700092" cy="2065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E83A789F-CEB3-881E-031B-47575118219A}"/>
              </a:ext>
            </a:extLst>
          </p:cNvPr>
          <p:cNvSpPr/>
          <p:nvPr/>
        </p:nvSpPr>
        <p:spPr bwMode="auto">
          <a:xfrm>
            <a:off x="66575" y="3897052"/>
            <a:ext cx="8979493" cy="2614030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Grafik 5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Aussagen}&#10;\end{document}&#10;" title="IguanaTex Bitmap Display">
            <a:extLst>
              <a:ext uri="{FF2B5EF4-FFF2-40B4-BE49-F238E27FC236}">
                <a16:creationId xmlns:a16="http://schemas.microsoft.com/office/drawing/2014/main" id="{7D51334F-5E71-E606-8945-117F1CC6397C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199" y="293687"/>
            <a:ext cx="380160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07474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7" grpId="0" animBg="1"/>
      <p:bldP spid="50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B158-2F83-03D4-F6B9-C9E0DBEB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Aussagen}&#10;\end{document}&#10;" title="IguanaTex Bitmap Display">
            <a:extLst>
              <a:ext uri="{FF2B5EF4-FFF2-40B4-BE49-F238E27FC236}">
                <a16:creationId xmlns:a16="http://schemas.microsoft.com/office/drawing/2014/main" id="{00F6DEB5-960B-3FC3-AF61-2BEE6F0D3B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199" y="293687"/>
            <a:ext cx="380160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Um eine Aussage das Typs &#10;&#10;&#10;\end{document}&#10;" title="IguanaTex Bitmap Display">
            <a:extLst>
              <a:ext uri="{FF2B5EF4-FFF2-40B4-BE49-F238E27FC236}">
                <a16:creationId xmlns:a16="http://schemas.microsoft.com/office/drawing/2014/main" id="{6B3905F8-14EA-A2D4-74F3-DC9398F7C0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1" y="1239390"/>
            <a:ext cx="2780204" cy="17424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$\forall x\in M: P(x)$$&#10;\end{document}&#10;" title="IguanaTex Bitmap Display">
            <a:extLst>
              <a:ext uri="{FF2B5EF4-FFF2-40B4-BE49-F238E27FC236}">
                <a16:creationId xmlns:a16="http://schemas.microsoft.com/office/drawing/2014/main" id="{90501EAE-6D0F-36C2-97D1-CB596AEEEB9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680939"/>
            <a:ext cx="1476164" cy="2104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Grafik 1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&#10;&#10; zu beweisen, gehen wir also wie folgt vor:&#10;\end{document}&#10;" title="IguanaTex Bitmap Display">
            <a:extLst>
              <a:ext uri="{FF2B5EF4-FFF2-40B4-BE49-F238E27FC236}">
                <a16:creationId xmlns:a16="http://schemas.microsoft.com/office/drawing/2014/main" id="{72558F9B-74F2-CCF0-15A8-4CB7794D437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6" y="2204864"/>
            <a:ext cx="4869893" cy="1993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E{Wir starten mit einem beliebigen Element $x\in M$.}&#10;\end{document}&#10;" title="IguanaTex Bitmap Display">
            <a:extLst>
              <a:ext uri="{FF2B5EF4-FFF2-40B4-BE49-F238E27FC236}">
                <a16:creationId xmlns:a16="http://schemas.microsoft.com/office/drawing/2014/main" id="{197F5C25-7F85-03D4-014C-F0E8D9CD78A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" y="2964750"/>
            <a:ext cx="5723174" cy="2054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1" name="Grafik 3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Z{Wir zeigen die Gültigkeit von $\left(x\in M\Rightarrow P(x)\right)$ durch eine Folge von wahren Implikationen &#10;$x\in M\Rightarrow B_1\Rightarrow B_2\Rightarrow\ldots\Rightarrow B_k\Rightarrow P(x)$.}&#10;\end{document}&#10;" title="IguanaTex Bitmap Display">
            <a:extLst>
              <a:ext uri="{FF2B5EF4-FFF2-40B4-BE49-F238E27FC236}">
                <a16:creationId xmlns:a16="http://schemas.microsoft.com/office/drawing/2014/main" id="{A5DC8D20-FDC8-4DF7-1AA7-164D8F13340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" y="3561292"/>
            <a:ext cx="8223644" cy="4671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5" name="Grafik 3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D{Da die Aussage $x\in M$ trivialerweise für alle $x\in M$ wahr ist, folgt aus $\left(x\in M\Rightarrow P(x)\right)$, dass auch $P(x)$ für alle $x\in M$ wahr sein muss.}&#10;\end{document}&#10;" title="IguanaTex Bitmap Display">
            <a:extLst>
              <a:ext uri="{FF2B5EF4-FFF2-40B4-BE49-F238E27FC236}">
                <a16:creationId xmlns:a16="http://schemas.microsoft.com/office/drawing/2014/main" id="{D0862AE5-AB35-AAD5-A12E-FF41260F618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" y="4277800"/>
            <a:ext cx="8219907" cy="4410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8E96A3D-610F-074E-4209-407CBAE28D17}"/>
              </a:ext>
            </a:extLst>
          </p:cNvPr>
          <p:cNvSpPr/>
          <p:nvPr/>
        </p:nvSpPr>
        <p:spPr bwMode="auto">
          <a:xfrm>
            <a:off x="143508" y="1034246"/>
            <a:ext cx="8734986" cy="3978930"/>
          </a:xfrm>
          <a:prstGeom prst="rect">
            <a:avLst/>
          </a:prstGeom>
          <a:noFill/>
          <a:ln w="44450" cap="flat" cmpd="dbl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59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C2DF-DFC7-EF5E-E8F0-7F26896C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 title="IguanaTex Bitmap Display">
            <a:extLst>
              <a:ext uri="{FF2B5EF4-FFF2-40B4-BE49-F238E27FC236}">
                <a16:creationId xmlns:a16="http://schemas.microsoft.com/office/drawing/2014/main" id="{3CE8E5B7-0CA6-8E57-5DC1-0C4FE50C7A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174" y="268306"/>
            <a:ext cx="4215652" cy="2041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Oft hat man es mit Aussagen vom Typ &#10;&#10;&#10;\end{document}&#10;" title="IguanaTex Bitmap Display">
            <a:extLst>
              <a:ext uri="{FF2B5EF4-FFF2-40B4-BE49-F238E27FC236}">
                <a16:creationId xmlns:a16="http://schemas.microsoft.com/office/drawing/2014/main" id="{A9997605-C982-419A-763C-DE4C40858F8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8" y="1007592"/>
            <a:ext cx="4027450" cy="17297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$\forall x\in M:\left(A(x)\Rightarrow P(x)\right)$$&#10;\end{document}&#10;" title="IguanaTex Bitmap Display">
            <a:extLst>
              <a:ext uri="{FF2B5EF4-FFF2-40B4-BE49-F238E27FC236}">
                <a16:creationId xmlns:a16="http://schemas.microsoft.com/office/drawing/2014/main" id="{1304A5F4-5ADD-02B8-D923-26C78F69A96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322" y="1484498"/>
            <a:ext cx="2554372" cy="2163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Grafik 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&#10;&#10; zu tun.&#10;\end{document}&#10;" title="IguanaTex Bitmap Display">
            <a:extLst>
              <a:ext uri="{FF2B5EF4-FFF2-40B4-BE49-F238E27FC236}">
                <a16:creationId xmlns:a16="http://schemas.microsoft.com/office/drawing/2014/main" id="{84ED3A5E-ECF4-93DF-995B-8D05DE10183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8" y="1892529"/>
            <a:ext cx="719045" cy="1403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E{Wir starten mit einem beliebigen Element $x\in M$, welches $A(x)$ erfüllt.}&#10;\end{document}&#10;" title="IguanaTex Bitmap Display">
            <a:extLst>
              <a:ext uri="{FF2B5EF4-FFF2-40B4-BE49-F238E27FC236}">
                <a16:creationId xmlns:a16="http://schemas.microsoft.com/office/drawing/2014/main" id="{D750D3BA-13A7-DD50-7E76-4F6D3CD7122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41" y="2851980"/>
            <a:ext cx="7522761" cy="1932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Z{Wir zeigen die Gültigkeit von $\left(A(x)\Rightarrow P(x)\right)$ durch eine Folge von wahren Implikationen &#10;$A(x)\Rightarrow B_1\Rightarrow B_2\Rightarrow\ldots\Rightarrow B_k\Rightarrow P(x)$.}&#10;\end{document}&#10;" title="IguanaTex Bitmap Display">
            <a:extLst>
              <a:ext uri="{FF2B5EF4-FFF2-40B4-BE49-F238E27FC236}">
                <a16:creationId xmlns:a16="http://schemas.microsoft.com/office/drawing/2014/main" id="{BB8A0E4F-06A1-B829-19C1-921FA722D52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41" y="3413817"/>
            <a:ext cx="8693037" cy="4938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D{Damit haben wir bewiesen, dass die Aussage $\left(A(x)\Rightarrow P(x)\right)$ für die $x\in M$ wahr ist, die $A(x)$ erfüllen.&#10;&#10;Für die $x\in M$, die $A(x)$ nicht erfüllen, ist gemäss der Definition der Implikation $\left(A(x)\Rightarrow P(x)\right)$ auch wahr.&#10;&#10;Damit ist $\left(A(x)\Rightarrow P(x)\right)$ tatsächlich für alle $x\in M$ wahr.}&#10;\end{document}&#10;" title="IguanaTex Bitmap Display">
            <a:extLst>
              <a:ext uri="{FF2B5EF4-FFF2-40B4-BE49-F238E27FC236}">
                <a16:creationId xmlns:a16="http://schemas.microsoft.com/office/drawing/2014/main" id="{9712915E-51A0-CC91-BD6F-ADDAAE9C9D1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41" y="4277245"/>
            <a:ext cx="8691062" cy="16632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&#10;&#10; Hier geht man folgendermassen vor:&#10;\end{document}&#10;" title="IguanaTex Bitmap Display">
            <a:extLst>
              <a:ext uri="{FF2B5EF4-FFF2-40B4-BE49-F238E27FC236}">
                <a16:creationId xmlns:a16="http://schemas.microsoft.com/office/drawing/2014/main" id="{1B7FB6F5-F6E9-671A-F65D-787B275EC13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8" y="2313145"/>
            <a:ext cx="3778431" cy="1795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366B9A9-032B-A9C3-718D-126A21A3001B}"/>
              </a:ext>
            </a:extLst>
          </p:cNvPr>
          <p:cNvSpPr/>
          <p:nvPr/>
        </p:nvSpPr>
        <p:spPr bwMode="auto">
          <a:xfrm>
            <a:off x="35496" y="908720"/>
            <a:ext cx="8918442" cy="5292588"/>
          </a:xfrm>
          <a:prstGeom prst="rect">
            <a:avLst/>
          </a:prstGeom>
          <a:noFill/>
          <a:ln w="44450" cap="flat" cmpd="dbl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0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EAA2-6F0D-992D-987B-BF55EEF2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Wir schauen uns nun einen Beweis einer solchen All-Implikation aus dem Bereich der Teilbarkeit an.&#10;&#10;&#10;\end{document}&#10;" title="IguanaTex Bitmap Display">
            <a:extLst>
              <a:ext uri="{FF2B5EF4-FFF2-40B4-BE49-F238E27FC236}">
                <a16:creationId xmlns:a16="http://schemas.microsoft.com/office/drawing/2014/main" id="{F887D42F-19D1-89DB-7C58-7D34C72E14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" y="917955"/>
            <a:ext cx="8640000" cy="4321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" name="Grafik 1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Satz: \black Für alle geraden Zahlen $a$ und $b$ ist auch $a+b$ eine gerade Zahl.&#10;\end{document}&#10;" title="IguanaTex Bitmap Display">
            <a:extLst>
              <a:ext uri="{FF2B5EF4-FFF2-40B4-BE49-F238E27FC236}">
                <a16:creationId xmlns:a16="http://schemas.microsoft.com/office/drawing/2014/main" id="{21BC819C-EA1E-1674-C002-A45ECEDE95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" y="1552790"/>
            <a:ext cx="7142120" cy="172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\black Es seien $a$ und $b$ gerade Zahlen.&#10;\end{document}&#10;" title="IguanaTex Bitmap Display">
            <a:extLst>
              <a:ext uri="{FF2B5EF4-FFF2-40B4-BE49-F238E27FC236}">
                <a16:creationId xmlns:a16="http://schemas.microsoft.com/office/drawing/2014/main" id="{0900324F-FE29-683C-ECF9-9A2B80E9DA1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" y="2343340"/>
            <a:ext cx="4053081" cy="1695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\forall a,b\in\mathbb{Z}:(a,b$ gerade $\Rightarrow a+b$ gerade).&#10;\end{document}&#10;" title="IguanaTex Bitmap Display">
            <a:extLst>
              <a:ext uri="{FF2B5EF4-FFF2-40B4-BE49-F238E27FC236}">
                <a16:creationId xmlns:a16="http://schemas.microsoft.com/office/drawing/2014/main" id="{7497B43A-5648-3355-6DC2-572979316C1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05" y="1930358"/>
            <a:ext cx="4029708" cy="2015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(Wenn $a$ oder $b$ nicht gerade sind, ist nichts zu tun...)&#10;\end{document}&#10;" title="IguanaTex Bitmap Display">
            <a:extLst>
              <a:ext uri="{FF2B5EF4-FFF2-40B4-BE49-F238E27FC236}">
                <a16:creationId xmlns:a16="http://schemas.microsoft.com/office/drawing/2014/main" id="{FC9C3F01-7554-8F51-B7D3-B0CB210DF78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133" y="2351208"/>
            <a:ext cx="3686296" cy="1306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2" name="Grafik 3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a=2i\,\,\wedge \exists j\in \mZ: b=2j$&#10;\end{document}&#10;" title="IguanaTex Bitmap Display">
            <a:extLst>
              <a:ext uri="{FF2B5EF4-FFF2-40B4-BE49-F238E27FC236}">
                <a16:creationId xmlns:a16="http://schemas.microsoft.com/office/drawing/2014/main" id="{D773BF41-B379-C3C3-8659-C4F66A45DEC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79" y="2987283"/>
            <a:ext cx="4051238" cy="2165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3" name="Grafik 3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6702A8B1-BCD6-CE38-7AA2-0ABD0E9A859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64" y="2848577"/>
            <a:ext cx="1315317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4" name="Rechteck 33">
            <a:extLst>
              <a:ext uri="{FF2B5EF4-FFF2-40B4-BE49-F238E27FC236}">
                <a16:creationId xmlns:a16="http://schemas.microsoft.com/office/drawing/2014/main" id="{83931735-7E49-68F5-3024-605BF95BDB2C}"/>
              </a:ext>
            </a:extLst>
          </p:cNvPr>
          <p:cNvSpPr/>
          <p:nvPr/>
        </p:nvSpPr>
        <p:spPr bwMode="auto">
          <a:xfrm>
            <a:off x="641821" y="2779746"/>
            <a:ext cx="138821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87C1DDE-0192-7ACC-7652-EC820057C0B9}"/>
              </a:ext>
            </a:extLst>
          </p:cNvPr>
          <p:cNvCxnSpPr>
            <a:cxnSpLocks/>
            <a:stCxn id="34" idx="3"/>
          </p:cNvCxnSpPr>
          <p:nvPr/>
        </p:nvCxnSpPr>
        <p:spPr bwMode="auto">
          <a:xfrm>
            <a:off x="2030034" y="2903581"/>
            <a:ext cx="152339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2" name="Grafik 4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,j\in \mZ: a+b=2i+2j$&#10;\end{document}&#10;" title="IguanaTex Bitmap Display">
            <a:extLst>
              <a:ext uri="{FF2B5EF4-FFF2-40B4-BE49-F238E27FC236}">
                <a16:creationId xmlns:a16="http://schemas.microsoft.com/office/drawing/2014/main" id="{6E983306-D794-72CC-399F-5A04A3100AC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381" y="3637042"/>
            <a:ext cx="3349653" cy="2208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3" name="Grafik 5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 title="IguanaTex Bitmap Display">
            <a:extLst>
              <a:ext uri="{FF2B5EF4-FFF2-40B4-BE49-F238E27FC236}">
                <a16:creationId xmlns:a16="http://schemas.microsoft.com/office/drawing/2014/main" id="{39C5CA34-2706-1D58-30F3-8E67FD7ECA5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431" y="3482271"/>
            <a:ext cx="713251" cy="1079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9" name="Rechteck 38">
            <a:extLst>
              <a:ext uri="{FF2B5EF4-FFF2-40B4-BE49-F238E27FC236}">
                <a16:creationId xmlns:a16="http://schemas.microsoft.com/office/drawing/2014/main" id="{02EBF636-196F-6800-9F78-315F2627812F}"/>
              </a:ext>
            </a:extLst>
          </p:cNvPr>
          <p:cNvSpPr/>
          <p:nvPr/>
        </p:nvSpPr>
        <p:spPr bwMode="auto">
          <a:xfrm>
            <a:off x="1138257" y="3413440"/>
            <a:ext cx="891777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710CAF0-CC39-1910-C890-0AC518A61A04}"/>
              </a:ext>
            </a:extLst>
          </p:cNvPr>
          <p:cNvCxnSpPr>
            <a:cxnSpLocks/>
            <a:stCxn id="39" idx="3"/>
          </p:cNvCxnSpPr>
          <p:nvPr/>
        </p:nvCxnSpPr>
        <p:spPr bwMode="auto">
          <a:xfrm>
            <a:off x="2030034" y="3537275"/>
            <a:ext cx="152339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BE2B622B-28FB-2E61-E2FD-E92593E65D44}"/>
              </a:ext>
            </a:extLst>
          </p:cNvPr>
          <p:cNvSpPr/>
          <p:nvPr/>
        </p:nvSpPr>
        <p:spPr bwMode="auto">
          <a:xfrm>
            <a:off x="3377520" y="2963282"/>
            <a:ext cx="803825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92E4EC3-A2DA-4164-4668-ECD5721D8BB5}"/>
              </a:ext>
            </a:extLst>
          </p:cNvPr>
          <p:cNvSpPr/>
          <p:nvPr/>
        </p:nvSpPr>
        <p:spPr bwMode="auto">
          <a:xfrm>
            <a:off x="5416186" y="2943821"/>
            <a:ext cx="803825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75BEE590-651B-D1B1-1079-323993EE7363}"/>
              </a:ext>
            </a:extLst>
          </p:cNvPr>
          <p:cNvCxnSpPr>
            <a:cxnSpLocks/>
            <a:stCxn id="43" idx="2"/>
          </p:cNvCxnSpPr>
          <p:nvPr/>
        </p:nvCxnSpPr>
        <p:spPr bwMode="auto">
          <a:xfrm>
            <a:off x="3779433" y="3210952"/>
            <a:ext cx="779204" cy="4068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0CA3D7B-4E0F-06DC-2283-19420B94B6EC}"/>
              </a:ext>
            </a:extLst>
          </p:cNvPr>
          <p:cNvCxnSpPr>
            <a:cxnSpLocks/>
            <a:stCxn id="44" idx="2"/>
          </p:cNvCxnSpPr>
          <p:nvPr/>
        </p:nvCxnSpPr>
        <p:spPr bwMode="auto">
          <a:xfrm flipH="1">
            <a:off x="4650319" y="3191491"/>
            <a:ext cx="1167780" cy="4227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7" name="Grafik 5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2(i+j)$&#10;\end{document}&#10;" title="IguanaTex Bitmap Display">
            <a:extLst>
              <a:ext uri="{FF2B5EF4-FFF2-40B4-BE49-F238E27FC236}">
                <a16:creationId xmlns:a16="http://schemas.microsoft.com/office/drawing/2014/main" id="{9EF6B3D4-C703-31B1-F13F-7F984DBF86D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761" y="3603480"/>
            <a:ext cx="1129487" cy="2208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4" name="Grafik 6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k\in \mZ: a+b=2k$&#10;\end{document}&#10;" title="IguanaTex Bitmap Display">
            <a:extLst>
              <a:ext uri="{FF2B5EF4-FFF2-40B4-BE49-F238E27FC236}">
                <a16:creationId xmlns:a16="http://schemas.microsoft.com/office/drawing/2014/main" id="{A86C90BC-8797-0051-93E6-31383C25E122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381" y="4291104"/>
            <a:ext cx="2792287" cy="2208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0" name="Grafik 6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k=i+j\in\mZ$&#10;\end{document}&#10;" title="IguanaTex Bitmap Display">
            <a:extLst>
              <a:ext uri="{FF2B5EF4-FFF2-40B4-BE49-F238E27FC236}">
                <a16:creationId xmlns:a16="http://schemas.microsoft.com/office/drawing/2014/main" id="{14D101A2-F7A7-02C5-3B40-E46B217F76C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76" y="4072010"/>
            <a:ext cx="1618886" cy="137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0" name="Rechteck 59">
            <a:extLst>
              <a:ext uri="{FF2B5EF4-FFF2-40B4-BE49-F238E27FC236}">
                <a16:creationId xmlns:a16="http://schemas.microsoft.com/office/drawing/2014/main" id="{D390381F-B70C-0FCC-E01D-B18DD2CB1BF4}"/>
              </a:ext>
            </a:extLst>
          </p:cNvPr>
          <p:cNvSpPr/>
          <p:nvPr/>
        </p:nvSpPr>
        <p:spPr bwMode="auto">
          <a:xfrm>
            <a:off x="215516" y="4003179"/>
            <a:ext cx="1814519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D53565EE-0550-5612-EBAF-2FD15BAE7CEB}"/>
              </a:ext>
            </a:extLst>
          </p:cNvPr>
          <p:cNvCxnSpPr>
            <a:cxnSpLocks/>
            <a:stCxn id="60" idx="3"/>
          </p:cNvCxnSpPr>
          <p:nvPr/>
        </p:nvCxnSpPr>
        <p:spPr bwMode="auto">
          <a:xfrm>
            <a:off x="2030035" y="4127014"/>
            <a:ext cx="152338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6" name="Grafik 7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a+b$ gerade&#10;\end{document}&#10;" title="IguanaTex Bitmap Display">
            <a:extLst>
              <a:ext uri="{FF2B5EF4-FFF2-40B4-BE49-F238E27FC236}">
                <a16:creationId xmlns:a16="http://schemas.microsoft.com/office/drawing/2014/main" id="{F1820939-6F53-DE41-82A0-7A201365DEE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381" y="4945167"/>
            <a:ext cx="1987404" cy="2264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8" name="Grafik 7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BD3F2876-58A0-BF10-9ECB-B86DF0E0CB31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92" y="4803671"/>
            <a:ext cx="1315316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3" name="Rechteck 72">
            <a:extLst>
              <a:ext uri="{FF2B5EF4-FFF2-40B4-BE49-F238E27FC236}">
                <a16:creationId xmlns:a16="http://schemas.microsoft.com/office/drawing/2014/main" id="{7828C554-F5A8-FB6B-4E77-D833E692F23D}"/>
              </a:ext>
            </a:extLst>
          </p:cNvPr>
          <p:cNvSpPr/>
          <p:nvPr/>
        </p:nvSpPr>
        <p:spPr bwMode="auto">
          <a:xfrm>
            <a:off x="539552" y="4744379"/>
            <a:ext cx="149048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C21703F4-812A-C5D4-2E4C-9A2E08590199}"/>
              </a:ext>
            </a:extLst>
          </p:cNvPr>
          <p:cNvCxnSpPr>
            <a:cxnSpLocks/>
            <a:stCxn id="73" idx="3"/>
          </p:cNvCxnSpPr>
          <p:nvPr/>
        </p:nvCxnSpPr>
        <p:spPr bwMode="auto">
          <a:xfrm>
            <a:off x="2030035" y="4868214"/>
            <a:ext cx="152338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4" name="Grafik 8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 Bei Beweisen ist es wichtig, dass man die formalen Definitionen&#10;in den zu beweisenden Aussagen gut kennt. Damit lassen&#10;sich Aussagen in eine andere Form bringen, welche sich dann mathematisch&#10;weiter umformen lässt.&#10;\end{document}&#10;" title="IguanaTex Bitmap Display">
            <a:extLst>
              <a:ext uri="{FF2B5EF4-FFF2-40B4-BE49-F238E27FC236}">
                <a16:creationId xmlns:a16="http://schemas.microsoft.com/office/drawing/2014/main" id="{A8DDF07A-31EB-D4E9-ACA7-8CB5019A980B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76" y="5661248"/>
            <a:ext cx="8640000" cy="7503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9" name="Grafik 8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merkung: \black&#10;\end{document}&#10;" title="IguanaTex Bitmap Display">
            <a:extLst>
              <a:ext uri="{FF2B5EF4-FFF2-40B4-BE49-F238E27FC236}">
                <a16:creationId xmlns:a16="http://schemas.microsoft.com/office/drawing/2014/main" id="{336122DF-6FE8-F2F3-51F7-5738EE41B43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" y="5373236"/>
            <a:ext cx="1244614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14927B7-4774-86E1-BD74-8E5E706788ED}"/>
              </a:ext>
            </a:extLst>
          </p:cNvPr>
          <p:cNvSpPr/>
          <p:nvPr/>
        </p:nvSpPr>
        <p:spPr bwMode="auto">
          <a:xfrm>
            <a:off x="35496" y="1420780"/>
            <a:ext cx="8979493" cy="3844444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9F86B8E-E08C-B7D4-5B59-B962099F7CC2}"/>
              </a:ext>
            </a:extLst>
          </p:cNvPr>
          <p:cNvSpPr/>
          <p:nvPr/>
        </p:nvSpPr>
        <p:spPr bwMode="auto">
          <a:xfrm>
            <a:off x="35496" y="5305210"/>
            <a:ext cx="8979493" cy="1194484"/>
          </a:xfrm>
          <a:prstGeom prst="rect">
            <a:avLst/>
          </a:prstGeom>
          <a:noFill/>
          <a:ln w="9525" cap="flat" cmpd="sng" algn="ctr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Grafik 7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 title="IguanaTex Bitmap Display">
            <a:extLst>
              <a:ext uri="{FF2B5EF4-FFF2-40B4-BE49-F238E27FC236}">
                <a16:creationId xmlns:a16="http://schemas.microsoft.com/office/drawing/2014/main" id="{4C5D7704-5816-1A54-77D2-F2170DDC2319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174" y="268306"/>
            <a:ext cx="4215652" cy="2041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83649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9" grpId="0" animBg="1"/>
      <p:bldP spid="43" grpId="0" animBg="1"/>
      <p:bldP spid="44" grpId="0" animBg="1"/>
      <p:bldP spid="60" grpId="0" animBg="1"/>
      <p:bldP spid="7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F31D-7247-4728-82DB-FB9ABD15F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In Beweisen von Aussagen vom Typ $\forall x\in M:P(x)$ können auch {\mydarkgreen  Fallunterscheidungen} nützlich sein.&#10;&#10;\end{document}&#10;" title="IguanaTex Bitmap Display">
            <a:extLst>
              <a:ext uri="{FF2B5EF4-FFF2-40B4-BE49-F238E27FC236}">
                <a16:creationId xmlns:a16="http://schemas.microsoft.com/office/drawing/2014/main" id="{37DC767E-14F6-E0F0-6A0D-638A276A55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58" y="917955"/>
            <a:ext cx="8641964" cy="4753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Hier teilt man $M$ in mehrere Mengen $M_1,M_2,\ldots,M_k$ auf, so dass $M=M_1\cup M_2\cup\ldots\cup M_k$ und beweist nacheinander die Aussagen &#10;&#10;\end{document}&#10;" title="IguanaTex Bitmap Display">
            <a:extLst>
              <a:ext uri="{FF2B5EF4-FFF2-40B4-BE49-F238E27FC236}">
                <a16:creationId xmlns:a16="http://schemas.microsoft.com/office/drawing/2014/main" id="{4A8FD92D-34A2-05A5-4F6A-BDCD285099A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63" y="1818776"/>
            <a:ext cx="8641964" cy="4812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 $\left(\forall x\in M_1:P(x)\right)$,  $\left(\forall x\in M_2:P(x)\right)$,\ldots, $\left(\forall x\in M_k:P(x)\right)$.&#10;\end{document}&#10;" title="IguanaTex Bitmap Display">
            <a:extLst>
              <a:ext uri="{FF2B5EF4-FFF2-40B4-BE49-F238E27FC236}">
                <a16:creationId xmlns:a16="http://schemas.microsoft.com/office/drawing/2014/main" id="{7F8FCF55-95EE-8022-6C66-EBE5F733EFC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644" y="2668884"/>
            <a:ext cx="6113875" cy="2153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Dann hat man die Aussage letzlich auch für alle $x\in M$ bewiesen.&#10;\end{document}&#10;" title="IguanaTex Bitmap Display">
            <a:extLst>
              <a:ext uri="{FF2B5EF4-FFF2-40B4-BE49-F238E27FC236}">
                <a16:creationId xmlns:a16="http://schemas.microsoft.com/office/drawing/2014/main" id="{84AE7398-691C-722F-EDEA-5301CB77C5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66" y="3505240"/>
            <a:ext cx="6723735" cy="1757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 title="IguanaTex Bitmap Display">
            <a:extLst>
              <a:ext uri="{FF2B5EF4-FFF2-40B4-BE49-F238E27FC236}">
                <a16:creationId xmlns:a16="http://schemas.microsoft.com/office/drawing/2014/main" id="{655E5342-6AD2-037E-5073-C0472CD8E5D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174" y="268306"/>
            <a:ext cx="4215652" cy="2041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63078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9326-E62D-F7F1-627A-FC6067E3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rafik 7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Satz: \black $\forall n\in\mZ: n^2+n+2$ ist gerade.&#10;\end{document}&#10;" title="IguanaTex Bitmap Display">
            <a:extLst>
              <a:ext uri="{FF2B5EF4-FFF2-40B4-BE49-F238E27FC236}">
                <a16:creationId xmlns:a16="http://schemas.microsoft.com/office/drawing/2014/main" id="{44079E64-DF11-9465-1C18-E6715A2528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28" y="955391"/>
            <a:ext cx="4433686" cy="2630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5" name="Grafik 7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&#10;\end{document}&#10;" title="IguanaTex Bitmap Display">
            <a:extLst>
              <a:ext uri="{FF2B5EF4-FFF2-40B4-BE49-F238E27FC236}">
                <a16:creationId xmlns:a16="http://schemas.microsoft.com/office/drawing/2014/main" id="{0E74C273-A522-C96D-6446-B3943A9EDC0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81" y="1426611"/>
            <a:ext cx="825614" cy="1623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5" name="Grafik 8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=2i$&#10;\end{document}&#10;" title="IguanaTex Bitmap Display">
            <a:extLst>
              <a:ext uri="{FF2B5EF4-FFF2-40B4-BE49-F238E27FC236}">
                <a16:creationId xmlns:a16="http://schemas.microsoft.com/office/drawing/2014/main" id="{02472CDD-39CB-0CAF-0CB9-D1B1243DC0C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940" y="1780843"/>
            <a:ext cx="2030130" cy="18564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6DA902A8-1774-8EF1-6B99-EA9B823F8A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194" y="1432519"/>
            <a:ext cx="1315317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8" name="Rechteck 37">
            <a:extLst>
              <a:ext uri="{FF2B5EF4-FFF2-40B4-BE49-F238E27FC236}">
                <a16:creationId xmlns:a16="http://schemas.microsoft.com/office/drawing/2014/main" id="{1CE07E13-68D5-6EA2-370D-6E695723E5B4}"/>
              </a:ext>
            </a:extLst>
          </p:cNvPr>
          <p:cNvSpPr/>
          <p:nvPr/>
        </p:nvSpPr>
        <p:spPr bwMode="auto">
          <a:xfrm>
            <a:off x="1330329" y="1363688"/>
            <a:ext cx="138821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7D16CB70-6722-7632-CBE3-FED0415A3ED2}"/>
              </a:ext>
            </a:extLst>
          </p:cNvPr>
          <p:cNvCxnSpPr>
            <a:cxnSpLocks/>
            <a:stCxn id="38" idx="3"/>
          </p:cNvCxnSpPr>
          <p:nvPr/>
        </p:nvCxnSpPr>
        <p:spPr bwMode="auto">
          <a:xfrm>
            <a:off x="2718542" y="1487523"/>
            <a:ext cx="152644" cy="2219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7" name="Grafik 8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^2+n+2=(2i)^2+2i+2$&#10;\end{document}&#10;" title="IguanaTex Bitmap Display">
            <a:extLst>
              <a:ext uri="{FF2B5EF4-FFF2-40B4-BE49-F238E27FC236}">
                <a16:creationId xmlns:a16="http://schemas.microsoft.com/office/drawing/2014/main" id="{F48C1CC7-7841-A262-90B4-B267E7F1DD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282" y="2290657"/>
            <a:ext cx="4460415" cy="2655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7" name="Grafik 4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 title="IguanaTex Bitmap Display">
            <a:extLst>
              <a:ext uri="{FF2B5EF4-FFF2-40B4-BE49-F238E27FC236}">
                <a16:creationId xmlns:a16="http://schemas.microsoft.com/office/drawing/2014/main" id="{FB1A02B5-7538-A145-DEDB-E87EAE2BBC2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8" y="2156888"/>
            <a:ext cx="713251" cy="1079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3FFB3565-88ED-D0E6-4F8D-CC4CE7192A8B}"/>
              </a:ext>
            </a:extLst>
          </p:cNvPr>
          <p:cNvSpPr/>
          <p:nvPr/>
        </p:nvSpPr>
        <p:spPr bwMode="auto">
          <a:xfrm>
            <a:off x="404734" y="2088057"/>
            <a:ext cx="891777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827DBEB-9176-6250-2ECD-BA6AA94DC1CD}"/>
              </a:ext>
            </a:extLst>
          </p:cNvPr>
          <p:cNvCxnSpPr>
            <a:cxnSpLocks/>
            <a:stCxn id="48" idx="3"/>
          </p:cNvCxnSpPr>
          <p:nvPr/>
        </p:nvCxnSpPr>
        <p:spPr bwMode="auto">
          <a:xfrm>
            <a:off x="1296511" y="2211892"/>
            <a:ext cx="152339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0" name="Grafik 8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4i^2+2i+2=$&#10;\end{document}&#10;" title="IguanaTex Bitmap Display">
            <a:extLst>
              <a:ext uri="{FF2B5EF4-FFF2-40B4-BE49-F238E27FC236}">
                <a16:creationId xmlns:a16="http://schemas.microsoft.com/office/drawing/2014/main" id="{8B1A9878-0ED6-F9E3-BD32-6EA48738625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063" y="2302727"/>
            <a:ext cx="1911281" cy="2407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7" name="Grafik 9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k\in \mZ: n^2+n+2=2k$&#10;\end{document}&#10;" title="IguanaTex Bitmap Display">
            <a:extLst>
              <a:ext uri="{FF2B5EF4-FFF2-40B4-BE49-F238E27FC236}">
                <a16:creationId xmlns:a16="http://schemas.microsoft.com/office/drawing/2014/main" id="{CFDDE688-9C2D-CD84-5563-244BFEF2D4A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395" y="3001311"/>
            <a:ext cx="3143152" cy="2476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5" name="Grafik 9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k=2i^2+i+1\in\mZ$&#10;\end{document}&#10;" title="IguanaTex Bitmap Display">
            <a:extLst>
              <a:ext uri="{FF2B5EF4-FFF2-40B4-BE49-F238E27FC236}">
                <a16:creationId xmlns:a16="http://schemas.microsoft.com/office/drawing/2014/main" id="{A3562874-C9A7-6BB8-7E04-40DEDCD6558D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3" y="2876978"/>
            <a:ext cx="1684316" cy="1302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2" name="Rechteck 61">
            <a:extLst>
              <a:ext uri="{FF2B5EF4-FFF2-40B4-BE49-F238E27FC236}">
                <a16:creationId xmlns:a16="http://schemas.microsoft.com/office/drawing/2014/main" id="{D1752E0F-C4D6-261E-1FAF-C58EE8DEBD5D}"/>
              </a:ext>
            </a:extLst>
          </p:cNvPr>
          <p:cNvSpPr/>
          <p:nvPr/>
        </p:nvSpPr>
        <p:spPr bwMode="auto">
          <a:xfrm>
            <a:off x="120867" y="2800524"/>
            <a:ext cx="1814519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A6BFD223-5855-AE50-23AF-66C8E8B274AE}"/>
              </a:ext>
            </a:extLst>
          </p:cNvPr>
          <p:cNvCxnSpPr>
            <a:cxnSpLocks/>
            <a:stCxn id="62" idx="3"/>
          </p:cNvCxnSpPr>
          <p:nvPr/>
        </p:nvCxnSpPr>
        <p:spPr bwMode="auto">
          <a:xfrm>
            <a:off x="1935386" y="2924359"/>
            <a:ext cx="152338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6" name="Grafik 6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876E90D5-0165-F279-6D12-7632059CF99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06" y="3370120"/>
            <a:ext cx="1315316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7" name="Rechteck 66">
            <a:extLst>
              <a:ext uri="{FF2B5EF4-FFF2-40B4-BE49-F238E27FC236}">
                <a16:creationId xmlns:a16="http://schemas.microsoft.com/office/drawing/2014/main" id="{9E1C93F7-ADC1-A1C7-761B-E5FAF62F72C6}"/>
              </a:ext>
            </a:extLst>
          </p:cNvPr>
          <p:cNvSpPr/>
          <p:nvPr/>
        </p:nvSpPr>
        <p:spPr bwMode="auto">
          <a:xfrm>
            <a:off x="388566" y="3310828"/>
            <a:ext cx="149048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F8011C40-B696-A66C-9BAF-136322BB0035}"/>
              </a:ext>
            </a:extLst>
          </p:cNvPr>
          <p:cNvCxnSpPr>
            <a:cxnSpLocks/>
            <a:stCxn id="67" idx="3"/>
          </p:cNvCxnSpPr>
          <p:nvPr/>
        </p:nvCxnSpPr>
        <p:spPr bwMode="auto">
          <a:xfrm>
            <a:off x="1879049" y="3434663"/>
            <a:ext cx="152338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0" name="Grafik 7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1. Fall: \black $n$ ist gerade.&#10;\end{document}&#10;" title="IguanaTex Bitmap Display">
            <a:extLst>
              <a:ext uri="{FF2B5EF4-FFF2-40B4-BE49-F238E27FC236}">
                <a16:creationId xmlns:a16="http://schemas.microsoft.com/office/drawing/2014/main" id="{D932325B-DE53-5DA1-8996-D39965D43CB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95" y="1752793"/>
            <a:ext cx="2395666" cy="1963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3" name="Grafik 9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2(2i^2+i+1)$&#10;\end{document}&#10;" title="IguanaTex Bitmap Display">
            <a:extLst>
              <a:ext uri="{FF2B5EF4-FFF2-40B4-BE49-F238E27FC236}">
                <a16:creationId xmlns:a16="http://schemas.microsoft.com/office/drawing/2014/main" id="{8C0BD615-E452-1430-EF1B-CA45C267F466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320" y="2682681"/>
            <a:ext cx="1940634" cy="2711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0" name="Grafik 9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 n^2+n+2$ gerade&#10;\end{document}&#10;" title="IguanaTex Bitmap Display">
            <a:extLst>
              <a:ext uri="{FF2B5EF4-FFF2-40B4-BE49-F238E27FC236}">
                <a16:creationId xmlns:a16="http://schemas.microsoft.com/office/drawing/2014/main" id="{7568BE52-012C-2E24-2A4B-A94110D26BA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852" y="3490890"/>
            <a:ext cx="2300645" cy="239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5" name="Grafik 12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=2i+1$&#10;\end{document}&#10;" title="IguanaTex Bitmap Display">
            <a:extLst>
              <a:ext uri="{FF2B5EF4-FFF2-40B4-BE49-F238E27FC236}">
                <a16:creationId xmlns:a16="http://schemas.microsoft.com/office/drawing/2014/main" id="{5492FEAD-E1CA-DB04-FDCA-2A8B033E810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26" y="4141371"/>
            <a:ext cx="2774141" cy="2237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3" name="Grafik 12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ungerade&#10;\end{document}&#10;" title="IguanaTex Bitmap Display">
            <a:extLst>
              <a:ext uri="{FF2B5EF4-FFF2-40B4-BE49-F238E27FC236}">
                <a16:creationId xmlns:a16="http://schemas.microsoft.com/office/drawing/2014/main" id="{DF67E762-D4BA-2BE4-EEB6-E78FDB61E293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55" y="3875124"/>
            <a:ext cx="1505856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03" name="Rechteck 102">
            <a:extLst>
              <a:ext uri="{FF2B5EF4-FFF2-40B4-BE49-F238E27FC236}">
                <a16:creationId xmlns:a16="http://schemas.microsoft.com/office/drawing/2014/main" id="{ACF946D4-096E-381A-4DC0-CFFC3D081C5A}"/>
              </a:ext>
            </a:extLst>
          </p:cNvPr>
          <p:cNvSpPr/>
          <p:nvPr/>
        </p:nvSpPr>
        <p:spPr bwMode="auto">
          <a:xfrm>
            <a:off x="1282851" y="3789040"/>
            <a:ext cx="1564755" cy="288977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40559BE1-B9CE-8361-D56C-5D38A22FA404}"/>
              </a:ext>
            </a:extLst>
          </p:cNvPr>
          <p:cNvCxnSpPr>
            <a:cxnSpLocks/>
            <a:stCxn id="103" idx="3"/>
          </p:cNvCxnSpPr>
          <p:nvPr/>
        </p:nvCxnSpPr>
        <p:spPr bwMode="auto">
          <a:xfrm>
            <a:off x="2847606" y="3933529"/>
            <a:ext cx="212226" cy="203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7" name="Grafik 12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^2+n+2=(2i+1)^2+2i+1+2$&#10;\end{document}&#10;" title="IguanaTex Bitmap Display">
            <a:extLst>
              <a:ext uri="{FF2B5EF4-FFF2-40B4-BE49-F238E27FC236}">
                <a16:creationId xmlns:a16="http://schemas.microsoft.com/office/drawing/2014/main" id="{E9459BA6-EE6D-81EE-0173-FBBAD0A9040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82" y="4669995"/>
            <a:ext cx="5395875" cy="2636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6" name="Grafik 10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 title="IguanaTex Bitmap Display">
            <a:extLst>
              <a:ext uri="{FF2B5EF4-FFF2-40B4-BE49-F238E27FC236}">
                <a16:creationId xmlns:a16="http://schemas.microsoft.com/office/drawing/2014/main" id="{81BE859E-475D-6E79-4714-C218EED18B59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01" y="4553802"/>
            <a:ext cx="713251" cy="1079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07" name="Rechteck 106">
            <a:extLst>
              <a:ext uri="{FF2B5EF4-FFF2-40B4-BE49-F238E27FC236}">
                <a16:creationId xmlns:a16="http://schemas.microsoft.com/office/drawing/2014/main" id="{15737346-96DB-D569-6C7F-5CDBE9D7D818}"/>
              </a:ext>
            </a:extLst>
          </p:cNvPr>
          <p:cNvSpPr/>
          <p:nvPr/>
        </p:nvSpPr>
        <p:spPr bwMode="auto">
          <a:xfrm>
            <a:off x="166727" y="4484971"/>
            <a:ext cx="891777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DA7817CB-2CF5-2710-6701-1671CEE53C5A}"/>
              </a:ext>
            </a:extLst>
          </p:cNvPr>
          <p:cNvCxnSpPr>
            <a:cxnSpLocks/>
            <a:stCxn id="107" idx="3"/>
          </p:cNvCxnSpPr>
          <p:nvPr/>
        </p:nvCxnSpPr>
        <p:spPr bwMode="auto">
          <a:xfrm>
            <a:off x="1058504" y="4608806"/>
            <a:ext cx="152339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9" name="Grafik 12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4i^2+4i+1+2i+1+2=$&#10;\end{document}&#10;" title="IguanaTex Bitmap Display">
            <a:extLst>
              <a:ext uri="{FF2B5EF4-FFF2-40B4-BE49-F238E27FC236}">
                <a16:creationId xmlns:a16="http://schemas.microsoft.com/office/drawing/2014/main" id="{62FF7F67-9044-0393-7F32-B43CEB58401C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971" y="5031567"/>
            <a:ext cx="3163718" cy="2237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0" name="Grafik 10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k\in \mZ: n^2+n+2=2k$&#10;\end{document}&#10;" title="IguanaTex Bitmap Display">
            <a:extLst>
              <a:ext uri="{FF2B5EF4-FFF2-40B4-BE49-F238E27FC236}">
                <a16:creationId xmlns:a16="http://schemas.microsoft.com/office/drawing/2014/main" id="{B7AB9480-1242-75EF-8316-27D8DB3DF197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798" y="5754023"/>
            <a:ext cx="3143152" cy="2476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6" name="Grafik 13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k=2i^2+3i+2\in\mZ$&#10;\end{document}&#10;" title="IguanaTex Bitmap Display">
            <a:extLst>
              <a:ext uri="{FF2B5EF4-FFF2-40B4-BE49-F238E27FC236}">
                <a16:creationId xmlns:a16="http://schemas.microsoft.com/office/drawing/2014/main" id="{F15F26DC-BD65-1FA3-99D6-F28E2E15147B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69" y="5672820"/>
            <a:ext cx="1686614" cy="1244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12" name="Rechteck 111">
            <a:extLst>
              <a:ext uri="{FF2B5EF4-FFF2-40B4-BE49-F238E27FC236}">
                <a16:creationId xmlns:a16="http://schemas.microsoft.com/office/drawing/2014/main" id="{A8AD61A9-080C-8432-5286-FF3D0FB1D78E}"/>
              </a:ext>
            </a:extLst>
          </p:cNvPr>
          <p:cNvSpPr/>
          <p:nvPr/>
        </p:nvSpPr>
        <p:spPr bwMode="auto">
          <a:xfrm>
            <a:off x="129493" y="5596366"/>
            <a:ext cx="1814519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1843F304-982A-F22A-B2D9-A5D51FAA3965}"/>
              </a:ext>
            </a:extLst>
          </p:cNvPr>
          <p:cNvCxnSpPr>
            <a:cxnSpLocks/>
            <a:stCxn id="112" idx="3"/>
          </p:cNvCxnSpPr>
          <p:nvPr/>
        </p:nvCxnSpPr>
        <p:spPr bwMode="auto">
          <a:xfrm>
            <a:off x="1944012" y="5720201"/>
            <a:ext cx="152338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14" name="Grafik 11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70649C05-8334-F6DF-CB14-1D6F081B66BB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69" y="6163011"/>
            <a:ext cx="1315316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15" name="Rechteck 114">
            <a:extLst>
              <a:ext uri="{FF2B5EF4-FFF2-40B4-BE49-F238E27FC236}">
                <a16:creationId xmlns:a16="http://schemas.microsoft.com/office/drawing/2014/main" id="{67364ABA-EE1D-7AA7-F707-579F86ABD97D}"/>
              </a:ext>
            </a:extLst>
          </p:cNvPr>
          <p:cNvSpPr/>
          <p:nvPr/>
        </p:nvSpPr>
        <p:spPr bwMode="auto">
          <a:xfrm>
            <a:off x="453529" y="6103719"/>
            <a:ext cx="1490483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EBDB1E3F-66ED-6592-0FD9-F3BFA4C4BDA9}"/>
              </a:ext>
            </a:extLst>
          </p:cNvPr>
          <p:cNvCxnSpPr>
            <a:cxnSpLocks/>
            <a:stCxn id="115" idx="3"/>
          </p:cNvCxnSpPr>
          <p:nvPr/>
        </p:nvCxnSpPr>
        <p:spPr bwMode="auto">
          <a:xfrm>
            <a:off x="1944012" y="6227554"/>
            <a:ext cx="152338" cy="804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1" name="Grafik 12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2. Fall: \black $n$ ist ungerade.&#10;\end{document}&#10;" title="IguanaTex Bitmap Display">
            <a:extLst>
              <a:ext uri="{FF2B5EF4-FFF2-40B4-BE49-F238E27FC236}">
                <a16:creationId xmlns:a16="http://schemas.microsoft.com/office/drawing/2014/main" id="{F422F39E-A23D-2FA5-F6A6-4FB820E4FC80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7" y="4168750"/>
            <a:ext cx="2697466" cy="1963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1" name="Grafik 13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4i^2+6i+4=$&#10;\end{document}&#10;" title="IguanaTex Bitmap Display">
            <a:extLst>
              <a:ext uri="{FF2B5EF4-FFF2-40B4-BE49-F238E27FC236}">
                <a16:creationId xmlns:a16="http://schemas.microsoft.com/office/drawing/2014/main" id="{3E5E34CC-B9D5-C10C-585A-A268ABCEDF79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971" y="5401190"/>
            <a:ext cx="1737528" cy="2188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9" name="Grafik 11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 n^2+n+2$ gerade&#10;\end{document}&#10;" title="IguanaTex Bitmap Display">
            <a:extLst>
              <a:ext uri="{FF2B5EF4-FFF2-40B4-BE49-F238E27FC236}">
                <a16:creationId xmlns:a16="http://schemas.microsoft.com/office/drawing/2014/main" id="{209868BA-9EA8-6B6A-F1E2-1A60FA9BE73E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758" y="6283314"/>
            <a:ext cx="2300645" cy="239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4" name="Grafik 13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2(2i^2+3i+2)$&#10;\end{document}&#10;" title="IguanaTex Bitmap Display">
            <a:extLst>
              <a:ext uri="{FF2B5EF4-FFF2-40B4-BE49-F238E27FC236}">
                <a16:creationId xmlns:a16="http://schemas.microsoft.com/office/drawing/2014/main" id="{ADDB7D70-A192-1575-5B4D-7B19D1C5CFD0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547" y="5382361"/>
            <a:ext cx="1977116" cy="2564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69CE275-1EC8-9CC2-AD8B-05464530453F}"/>
              </a:ext>
            </a:extLst>
          </p:cNvPr>
          <p:cNvSpPr/>
          <p:nvPr/>
        </p:nvSpPr>
        <p:spPr bwMode="auto">
          <a:xfrm>
            <a:off x="66575" y="836712"/>
            <a:ext cx="8979493" cy="5686182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" name="Grafik 4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 title="IguanaTex Bitmap Display">
            <a:extLst>
              <a:ext uri="{FF2B5EF4-FFF2-40B4-BE49-F238E27FC236}">
                <a16:creationId xmlns:a16="http://schemas.microsoft.com/office/drawing/2014/main" id="{FC812BF6-679F-1880-2785-8A25A7BA73D5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174" y="268306"/>
            <a:ext cx="4215652" cy="2041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23779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8" grpId="0" animBg="1"/>
      <p:bldP spid="62" grpId="0" animBg="1"/>
      <p:bldP spid="67" grpId="0" animBg="1"/>
      <p:bldP spid="103" grpId="0" animBg="1"/>
      <p:bldP spid="107" grpId="0" animBg="1"/>
      <p:bldP spid="112" grpId="0" animBg="1"/>
      <p:bldP spid="1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F07A0-512A-83F1-A2E4-2CC1231F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 title="IguanaTex Bitmap Display">
            <a:extLst>
              <a:ext uri="{FF2B5EF4-FFF2-40B4-BE49-F238E27FC236}">
                <a16:creationId xmlns:a16="http://schemas.microsoft.com/office/drawing/2014/main" id="{74F957A0-AE6C-2DCE-B1C5-41B359057F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424" y="293686"/>
            <a:ext cx="413315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\documentclass{slides}&#10;\include{macros}&#10;\begin{document}&#10;Wir haben früher schon gesehen, dass &#10;die Aussagen $A\Rightarrow Z$ und $\neg Z\Rightarrow \neg A$ stets den selben Wahrheitsgehalt haben.&#10;\end{document}&#10;" title="IguanaTex Bitmap Display">
            <a:extLst>
              <a:ext uri="{FF2B5EF4-FFF2-40B4-BE49-F238E27FC236}">
                <a16:creationId xmlns:a16="http://schemas.microsoft.com/office/drawing/2014/main" id="{0CA5E45B-EBC2-F281-8BE7-D23A6846CF3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4" y="1032457"/>
            <a:ext cx="8638036" cy="4653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 \documentclass{slides}&#10;\include{macros}&#10;\begin{document}&#10;Wenn nun $A\Rightarrow Z$ zu beweisen ist, kann man also auch die sogenannte {\mydarkgreen logische Kontraposition} $\neg Z\Rightarrow \neg A$ beweisen.&#10;\end{document}&#10;" title="IguanaTex Bitmap Display">
            <a:extLst>
              <a:ext uri="{FF2B5EF4-FFF2-40B4-BE49-F238E27FC236}">
                <a16:creationId xmlns:a16="http://schemas.microsoft.com/office/drawing/2014/main" id="{53018CF8-4CDD-A07C-D3FE-CE46F4DB88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93" y="2076431"/>
            <a:ext cx="8638037" cy="4614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 \documentclass{slides}&#10;\include{macros}&#10;\begin{document}&#10;Dies nennt man {\mydarkgreen Beweis durch Kontraposition}.&#10;\end{document}&#10;" title="IguanaTex Bitmap Display">
            <a:extLst>
              <a:ext uri="{FF2B5EF4-FFF2-40B4-BE49-F238E27FC236}">
                <a16:creationId xmlns:a16="http://schemas.microsoft.com/office/drawing/2014/main" id="{6391A089-F0A1-5214-F716-44076B0A2E5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93" y="3699570"/>
            <a:ext cx="5367199" cy="1914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 \documentclass{slides}&#10;\include{macros}&#10;\begin{document}&#10;Das ist manchmal einfacher.&#10;\end{document}&#10;" title="IguanaTex Bitmap Display">
            <a:extLst>
              <a:ext uri="{FF2B5EF4-FFF2-40B4-BE49-F238E27FC236}">
                <a16:creationId xmlns:a16="http://schemas.microsoft.com/office/drawing/2014/main" id="{0016EEDF-03B7-D3E4-664F-5158A74C465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97" y="2977332"/>
            <a:ext cx="3267912" cy="1636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56739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81D0-D34D-EA54-C362-64FB205D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spe&#10;\end{document}&#10;" title="IguanaTex Bitmap Display">
            <a:extLst>
              <a:ext uri="{FF2B5EF4-FFF2-40B4-BE49-F238E27FC236}">
                <a16:creationId xmlns:a16="http://schemas.microsoft.com/office/drawing/2014/main" id="{A5A16BA2-7E04-C710-EBC9-1427AD7E72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" y="1069346"/>
            <a:ext cx="898554" cy="1653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E{Wenn ist Kaffee trinke, bin ich wach.}&#10;\end{document}&#10;" title="IguanaTex Bitmap Display">
            <a:extLst>
              <a:ext uri="{FF2B5EF4-FFF2-40B4-BE49-F238E27FC236}">
                <a16:creationId xmlns:a16="http://schemas.microsoft.com/office/drawing/2014/main" id="{0109054A-6011-DA96-5523-F96150CC80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2" y="1452635"/>
            <a:ext cx="4643319" cy="2164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Kontraposition: Wenn ist nicht wach bin, dann habe ich keinen Kaffee getrunken.&#10;\end{document}&#10;" title="IguanaTex Bitmap Display">
            <a:extLst>
              <a:ext uri="{FF2B5EF4-FFF2-40B4-BE49-F238E27FC236}">
                <a16:creationId xmlns:a16="http://schemas.microsoft.com/office/drawing/2014/main" id="{18DD93B5-D3B4-3DA9-2F79-C46E157FB46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84" y="1861336"/>
            <a:ext cx="8224053" cy="1701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4" name="Grafik 2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Z{Wenn die Sonne scheint und ich fit bin, gehe ich klettern.}&#10;\end{document}&#10;" title="IguanaTex Bitmap Display">
            <a:extLst>
              <a:ext uri="{FF2B5EF4-FFF2-40B4-BE49-F238E27FC236}">
                <a16:creationId xmlns:a16="http://schemas.microsoft.com/office/drawing/2014/main" id="{3B5686A8-CBB1-2B8F-3907-CD7D6D7D1BA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58161"/>
            <a:ext cx="6798284" cy="2101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Kontraposition: Wenn ist nicht klettern gehe, dann scheint die Sonne nicht {\red oder} ich bin nicht fit.&#10;\end{document}&#10;" title="IguanaTex Bitmap Display">
            <a:extLst>
              <a:ext uri="{FF2B5EF4-FFF2-40B4-BE49-F238E27FC236}">
                <a16:creationId xmlns:a16="http://schemas.microsoft.com/office/drawing/2014/main" id="{3D9DE153-5940-F2C9-7118-CB77514FB7A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33" y="3070942"/>
            <a:ext cx="8368928" cy="4183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2" name="Grafik 3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Zur Erinnerung: De Morgan $\neg (A\wedge B)\equiv \neg A\vee \neg B$&#10;\end{document}&#10;" title="IguanaTex Bitmap Display">
            <a:extLst>
              <a:ext uri="{FF2B5EF4-FFF2-40B4-BE49-F238E27FC236}">
                <a16:creationId xmlns:a16="http://schemas.microsoft.com/office/drawing/2014/main" id="{27324BA5-00CD-6CA3-E282-65D1B361418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9" y="3857476"/>
            <a:ext cx="4295559" cy="1678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79032A47-B441-0EC6-165F-7F8901310048}"/>
              </a:ext>
            </a:extLst>
          </p:cNvPr>
          <p:cNvSpPr/>
          <p:nvPr/>
        </p:nvSpPr>
        <p:spPr bwMode="auto">
          <a:xfrm>
            <a:off x="4194370" y="3744158"/>
            <a:ext cx="4482412" cy="39807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18668AB-4D47-F666-CF83-4557907053B7}"/>
              </a:ext>
            </a:extLst>
          </p:cNvPr>
          <p:cNvCxnSpPr>
            <a:stCxn id="30" idx="0"/>
          </p:cNvCxnSpPr>
          <p:nvPr/>
        </p:nvCxnSpPr>
        <p:spPr bwMode="auto">
          <a:xfrm flipV="1">
            <a:off x="6435576" y="3284984"/>
            <a:ext cx="2241206" cy="45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0B76F29C-7609-692E-2B38-E993F7EC7EA7}"/>
              </a:ext>
            </a:extLst>
          </p:cNvPr>
          <p:cNvSpPr/>
          <p:nvPr/>
        </p:nvSpPr>
        <p:spPr bwMode="auto">
          <a:xfrm>
            <a:off x="40069" y="938402"/>
            <a:ext cx="9013950" cy="3426701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" name="Grafik 4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 title="IguanaTex Bitmap Display">
            <a:extLst>
              <a:ext uri="{FF2B5EF4-FFF2-40B4-BE49-F238E27FC236}">
                <a16:creationId xmlns:a16="http://schemas.microsoft.com/office/drawing/2014/main" id="{57AA27D8-D447-9E5C-4312-C7A80EAAFB2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424" y="293686"/>
            <a:ext cx="413315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76029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EB64-AB17-4F55-E6AB-06A0A39A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forall n\in\mZ: \left(n^2 \mbox{ gerade }\Rightarrow n \mbox{ gerade }\right)$.&#10;\end{document}&#10;" title="IguanaTex Bitmap Display">
            <a:extLst>
              <a:ext uri="{FF2B5EF4-FFF2-40B4-BE49-F238E27FC236}">
                <a16:creationId xmlns:a16="http://schemas.microsoft.com/office/drawing/2014/main" id="{BD2B1809-BFFC-4407-3EA0-FA744F7E352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47" y="950041"/>
            <a:ext cx="4777699" cy="36619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Grafik 1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Wir beweisen die &#10;äquivalente Aussage $\forall n\in\mZ: \left(n \mbox{ ungerade }\Rightarrow n^2 \mbox{ ungerade }\right)$.&#10;\end{document}&#10;" title="IguanaTex Bitmap Display">
            <a:extLst>
              <a:ext uri="{FF2B5EF4-FFF2-40B4-BE49-F238E27FC236}">
                <a16:creationId xmlns:a16="http://schemas.microsoft.com/office/drawing/2014/main" id="{BEC801BD-0622-A951-BC5D-552D7CB614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77" y="1448780"/>
            <a:ext cx="8794683" cy="3198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Es sei $n$ eine beliebige ungerade Zahl.&#10;\end{document}&#10;" title="IguanaTex Bitmap Display">
            <a:extLst>
              <a:ext uri="{FF2B5EF4-FFF2-40B4-BE49-F238E27FC236}">
                <a16:creationId xmlns:a16="http://schemas.microsoft.com/office/drawing/2014/main" id="{2553D25F-1D5B-35E9-2853-98C21503F07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89" y="1908001"/>
            <a:ext cx="3920061" cy="175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Grafik 2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n=2i+1$.&#10;\end{document}&#10;" title="IguanaTex Bitmap Display">
            <a:extLst>
              <a:ext uri="{FF2B5EF4-FFF2-40B4-BE49-F238E27FC236}">
                <a16:creationId xmlns:a16="http://schemas.microsoft.com/office/drawing/2014/main" id="{A0E8142B-F3E0-6A37-F9D0-E758C86F1A8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646" y="2600323"/>
            <a:ext cx="2593761" cy="2027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8" name="Grafik 2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ungerade&#10;\end{document}&#10;" title="IguanaTex Bitmap Display">
            <a:extLst>
              <a:ext uri="{FF2B5EF4-FFF2-40B4-BE49-F238E27FC236}">
                <a16:creationId xmlns:a16="http://schemas.microsoft.com/office/drawing/2014/main" id="{C9F32F6C-9116-BCE6-C4DF-AF8800D5226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08" y="2456639"/>
            <a:ext cx="1505856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C1BDE7A2-6AD5-69F1-40E8-FFA5DEAA683F}"/>
              </a:ext>
            </a:extLst>
          </p:cNvPr>
          <p:cNvSpPr/>
          <p:nvPr/>
        </p:nvSpPr>
        <p:spPr bwMode="auto">
          <a:xfrm>
            <a:off x="327800" y="2371390"/>
            <a:ext cx="1634499" cy="29042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3547302-5CEC-21AF-1D13-1F302054E183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>
            <a:off x="1962299" y="2516600"/>
            <a:ext cx="308955" cy="719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7" name="Grafik 3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n^2=(2i+1)^2$&#10;\end{document}&#10;" title="IguanaTex Bitmap Display">
            <a:extLst>
              <a:ext uri="{FF2B5EF4-FFF2-40B4-BE49-F238E27FC236}">
                <a16:creationId xmlns:a16="http://schemas.microsoft.com/office/drawing/2014/main" id="{83EDF489-841F-F384-241C-9E83F7A9472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504" y="3222421"/>
            <a:ext cx="3023600" cy="2757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8" name="Grafik 3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 title="IguanaTex Bitmap Display">
            <a:extLst>
              <a:ext uri="{FF2B5EF4-FFF2-40B4-BE49-F238E27FC236}">
                <a16:creationId xmlns:a16="http://schemas.microsoft.com/office/drawing/2014/main" id="{AC7F6982-67EE-F2D6-EB62-B18D2A73F97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95" y="3073915"/>
            <a:ext cx="713251" cy="1079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9" name="Rechteck 38">
            <a:extLst>
              <a:ext uri="{FF2B5EF4-FFF2-40B4-BE49-F238E27FC236}">
                <a16:creationId xmlns:a16="http://schemas.microsoft.com/office/drawing/2014/main" id="{2F1A5732-1880-9022-4E79-1FC839FEB014}"/>
              </a:ext>
            </a:extLst>
          </p:cNvPr>
          <p:cNvSpPr/>
          <p:nvPr/>
        </p:nvSpPr>
        <p:spPr bwMode="auto">
          <a:xfrm>
            <a:off x="1070521" y="3005084"/>
            <a:ext cx="891777" cy="24767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518FC59-3FE0-9C87-A841-D9ADFB63DB8E}"/>
              </a:ext>
            </a:extLst>
          </p:cNvPr>
          <p:cNvCxnSpPr>
            <a:cxnSpLocks/>
            <a:stCxn id="39" idx="3"/>
          </p:cNvCxnSpPr>
          <p:nvPr/>
        </p:nvCxnSpPr>
        <p:spPr bwMode="auto">
          <a:xfrm>
            <a:off x="1962298" y="3128919"/>
            <a:ext cx="327206" cy="935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3" name="Grafik 4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=4i^2+4i+1$&#10;\end{document}&#10;" title="IguanaTex Bitmap Display">
            <a:extLst>
              <a:ext uri="{FF2B5EF4-FFF2-40B4-BE49-F238E27FC236}">
                <a16:creationId xmlns:a16="http://schemas.microsoft.com/office/drawing/2014/main" id="{8F5A60D9-CE72-1171-26EA-5DB44BCAAE0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518" y="3679200"/>
            <a:ext cx="1737777" cy="2588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6" name="Grafik 4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=2(2i^2+2i)+1$&#10;\end{document}&#10;" title="IguanaTex Bitmap Display">
            <a:extLst>
              <a:ext uri="{FF2B5EF4-FFF2-40B4-BE49-F238E27FC236}">
                <a16:creationId xmlns:a16="http://schemas.microsoft.com/office/drawing/2014/main" id="{60FA8067-C62A-EBD4-D476-24D23E14BAE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518" y="4119022"/>
            <a:ext cx="2127064" cy="2757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2" name="Grafik 5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j\in\mZ: n^2=2j+1$&#10;\end{document}&#10;" title="IguanaTex Bitmap Display">
            <a:extLst>
              <a:ext uri="{FF2B5EF4-FFF2-40B4-BE49-F238E27FC236}">
                <a16:creationId xmlns:a16="http://schemas.microsoft.com/office/drawing/2014/main" id="{1110DEC3-FE36-1A17-93E2-4163AF9BD55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254" y="4756857"/>
            <a:ext cx="2708042" cy="274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j=2i^2+2i\in\mZ$&#10;\end{document}&#10;" title="IguanaTex Bitmap Display">
            <a:extLst>
              <a:ext uri="{FF2B5EF4-FFF2-40B4-BE49-F238E27FC236}">
                <a16:creationId xmlns:a16="http://schemas.microsoft.com/office/drawing/2014/main" id="{2B98A84D-147F-6AFA-4953-6F9CC2C3225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6" y="4611081"/>
            <a:ext cx="1859250" cy="1716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B4109294-7719-675E-3F02-5AC29C959257}"/>
              </a:ext>
            </a:extLst>
          </p:cNvPr>
          <p:cNvSpPr/>
          <p:nvPr/>
        </p:nvSpPr>
        <p:spPr bwMode="auto">
          <a:xfrm>
            <a:off x="97889" y="4539604"/>
            <a:ext cx="1905757" cy="30601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6AC64EC-FBE8-4BAC-9FA0-678C0E7E7ACE}"/>
              </a:ext>
            </a:extLst>
          </p:cNvPr>
          <p:cNvCxnSpPr>
            <a:cxnSpLocks/>
            <a:stCxn id="49" idx="3"/>
          </p:cNvCxnSpPr>
          <p:nvPr/>
        </p:nvCxnSpPr>
        <p:spPr bwMode="auto">
          <a:xfrm>
            <a:off x="2003646" y="4692609"/>
            <a:ext cx="245581" cy="64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" name="Grafik 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n^2$ ungerade&#10;\end{document}&#10;" title="IguanaTex Bitmap Display">
            <a:extLst>
              <a:ext uri="{FF2B5EF4-FFF2-40B4-BE49-F238E27FC236}">
                <a16:creationId xmlns:a16="http://schemas.microsoft.com/office/drawing/2014/main" id="{D97F001C-5393-7E30-EB61-182AB0FEA60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540" y="5457573"/>
            <a:ext cx="1826251" cy="2639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7" name="Grafik 5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ungerade&#10;\end{document}&#10;" title="IguanaTex Bitmap Display">
            <a:extLst>
              <a:ext uri="{FF2B5EF4-FFF2-40B4-BE49-F238E27FC236}">
                <a16:creationId xmlns:a16="http://schemas.microsoft.com/office/drawing/2014/main" id="{2B8A30AA-2077-FADD-168F-B21E8EB44EE2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08" y="5313592"/>
            <a:ext cx="1505856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58" name="Rechteck 57">
            <a:extLst>
              <a:ext uri="{FF2B5EF4-FFF2-40B4-BE49-F238E27FC236}">
                <a16:creationId xmlns:a16="http://schemas.microsoft.com/office/drawing/2014/main" id="{1E27F1F1-D9DC-45AD-52B0-46528F769B28}"/>
              </a:ext>
            </a:extLst>
          </p:cNvPr>
          <p:cNvSpPr/>
          <p:nvPr/>
        </p:nvSpPr>
        <p:spPr bwMode="auto">
          <a:xfrm>
            <a:off x="327800" y="5228343"/>
            <a:ext cx="1634499" cy="29042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C3BD41E-7166-3EA7-CB0B-FBF52A4B63ED}"/>
              </a:ext>
            </a:extLst>
          </p:cNvPr>
          <p:cNvCxnSpPr>
            <a:cxnSpLocks/>
            <a:stCxn id="58" idx="3"/>
          </p:cNvCxnSpPr>
          <p:nvPr/>
        </p:nvCxnSpPr>
        <p:spPr bwMode="auto">
          <a:xfrm>
            <a:off x="1962299" y="5373553"/>
            <a:ext cx="250240" cy="35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ABCC8FA3-AD8F-0378-6464-11769581E183}"/>
              </a:ext>
            </a:extLst>
          </p:cNvPr>
          <p:cNvSpPr/>
          <p:nvPr/>
        </p:nvSpPr>
        <p:spPr bwMode="auto">
          <a:xfrm>
            <a:off x="66575" y="836712"/>
            <a:ext cx="8979493" cy="5071247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1" name="Grafik 10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 title="IguanaTex Bitmap Display">
            <a:extLst>
              <a:ext uri="{FF2B5EF4-FFF2-40B4-BE49-F238E27FC236}">
                <a16:creationId xmlns:a16="http://schemas.microsoft.com/office/drawing/2014/main" id="{C0EC21D2-85A2-1AE0-DF1C-2234216EBB4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424" y="293686"/>
            <a:ext cx="413315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352986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9" grpId="0" animBg="1"/>
      <p:bldP spid="49" grpId="0" animBg="1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8BC3E-9587-EA02-7370-3A7DD14B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forall n\in\mZ: \left(n^2 \mbox{ gerade }\Rightarrow n \mbox{ gerade }\right)$.&#10;\end{document}&#10;" title="IguanaTex Bitmap Display">
            <a:extLst>
              <a:ext uri="{FF2B5EF4-FFF2-40B4-BE49-F238E27FC236}">
                <a16:creationId xmlns:a16="http://schemas.microsoft.com/office/drawing/2014/main" id="{DD4F0179-F4F0-0CB0-5301-8D144E6B84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2" y="1529768"/>
            <a:ext cx="4873731" cy="3735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9" name="Grafik 2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Es sei $n^2$ eine beliebige gerade Zahl.&#10;\end{document}&#10;" title="IguanaTex Bitmap Display">
            <a:extLst>
              <a:ext uri="{FF2B5EF4-FFF2-40B4-BE49-F238E27FC236}">
                <a16:creationId xmlns:a16="http://schemas.microsoft.com/office/drawing/2014/main" id="{7A6D6327-A413-A87D-AEDF-0137EFCB6B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2" y="2061800"/>
            <a:ext cx="5321267" cy="2528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n^2=2i$.&#10;\end{document}&#10;" title="IguanaTex Bitmap Display">
            <a:extLst>
              <a:ext uri="{FF2B5EF4-FFF2-40B4-BE49-F238E27FC236}">
                <a16:creationId xmlns:a16="http://schemas.microsoft.com/office/drawing/2014/main" id="{6E33DEB0-F019-1394-A562-B211AA21A38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774644"/>
            <a:ext cx="2049612" cy="2223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" name="Grafik 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 title="IguanaTex Bitmap Display">
            <a:extLst>
              <a:ext uri="{FF2B5EF4-FFF2-40B4-BE49-F238E27FC236}">
                <a16:creationId xmlns:a16="http://schemas.microsoft.com/office/drawing/2014/main" id="{29D46D8D-2194-4D53-628A-F70C9CA2BD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75" y="2636748"/>
            <a:ext cx="1315317" cy="1319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E080765E-16EF-5529-7DB0-603CFF3260CF}"/>
              </a:ext>
            </a:extLst>
          </p:cNvPr>
          <p:cNvSpPr/>
          <p:nvPr/>
        </p:nvSpPr>
        <p:spPr bwMode="auto">
          <a:xfrm>
            <a:off x="323528" y="2551499"/>
            <a:ext cx="1634499" cy="29042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AE2DD9D-DA83-8F37-6412-59D1FE4FC1EF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>
            <a:off x="1958027" y="2696709"/>
            <a:ext cx="255014" cy="779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" name="Grafik 1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Jetzt müsste man aus der Darstellung von $n^2$ als $2i$ irgendwie auf eine Darstellung von $n$ als $2j$ kommen.&#10;\end{document}&#10;" title="IguanaTex Bitmap Display">
            <a:extLst>
              <a:ext uri="{FF2B5EF4-FFF2-40B4-BE49-F238E27FC236}">
                <a16:creationId xmlns:a16="http://schemas.microsoft.com/office/drawing/2014/main" id="{313FB490-1C11-D9B9-01B0-46DE368D9BB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29" y="3284984"/>
            <a:ext cx="8640000" cy="51657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Grafik 1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Das ist nicht direkt möglich.&#10;\end{document}&#10;" title="IguanaTex Bitmap Display">
            <a:extLst>
              <a:ext uri="{FF2B5EF4-FFF2-40B4-BE49-F238E27FC236}">
                <a16:creationId xmlns:a16="http://schemas.microsoft.com/office/drawing/2014/main" id="{740CD7BA-63BD-9E93-FEB8-9FCA9528A67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29" y="4085892"/>
            <a:ext cx="2958930" cy="176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Hier war es viel einfacher, aus einer Darstellung von $n$ als ungerade Zahl auf eine Darstellung von $n^2$ als ungerade Zahl zu kommen.&#10;\end{document}&#10;" title="IguanaTex Bitmap Display">
            <a:extLst>
              <a:ext uri="{FF2B5EF4-FFF2-40B4-BE49-F238E27FC236}">
                <a16:creationId xmlns:a16="http://schemas.microsoft.com/office/drawing/2014/main" id="{C296845F-57CB-387C-E63E-85090BE52A3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29" y="4581128"/>
            <a:ext cx="8640000" cy="4634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6" name="Grafik 2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Man könnte auch versuchen, den Satz direkt zu beweisen.&#10;\end{document}&#10;" title="IguanaTex Bitmap Display">
            <a:extLst>
              <a:ext uri="{FF2B5EF4-FFF2-40B4-BE49-F238E27FC236}">
                <a16:creationId xmlns:a16="http://schemas.microsoft.com/office/drawing/2014/main" id="{C722668D-1DD4-52E5-6465-BD684EA426F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1" y="1051630"/>
            <a:ext cx="6489886" cy="185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E3556179-8CAD-166D-1B93-E6607D3879AF}"/>
              </a:ext>
            </a:extLst>
          </p:cNvPr>
          <p:cNvSpPr/>
          <p:nvPr/>
        </p:nvSpPr>
        <p:spPr bwMode="auto">
          <a:xfrm>
            <a:off x="66575" y="1412424"/>
            <a:ext cx="8979493" cy="3915807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Grafik 9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 title="IguanaTex Bitmap Display">
            <a:extLst>
              <a:ext uri="{FF2B5EF4-FFF2-40B4-BE49-F238E27FC236}">
                <a16:creationId xmlns:a16="http://schemas.microsoft.com/office/drawing/2014/main" id="{E3C109C6-1797-6C64-CDDF-6559D0315DA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424" y="293686"/>
            <a:ext cx="4133152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99234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C01F-9E1E-E2CD-C259-21BA0C84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indirekter Beweis}&#10;\end{document}&#10;" title="IguanaTex Bitmap Display">
            <a:extLst>
              <a:ext uri="{FF2B5EF4-FFF2-40B4-BE49-F238E27FC236}">
                <a16:creationId xmlns:a16="http://schemas.microsoft.com/office/drawing/2014/main" id="{67A6F089-4820-EE86-913C-BCF9CF84DC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382" y="293687"/>
            <a:ext cx="2415236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" name="Grafik 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Um eine Aussage $Z$ mit einem {\mydarkgreen indirektem Beweis} zu zeigen, startet man mit dem Gegenteil $\neg Z&#10;$ und findet davon ausgehend eine Folge wahrer Implikationen&#10;$\neg Z\Rightarrow B_1, B_1\Rightarrow B_2,\ldots,&#10;B_{k-1}\Rightarrow B_k, B_k\Rightarrow W$, die zu einer falschen Aussage $W$ (``Widerspruch'') führt.&#10;\end{document}&#10;" title="IguanaTex Bitmap Display">
            <a:extLst>
              <a:ext uri="{FF2B5EF4-FFF2-40B4-BE49-F238E27FC236}">
                <a16:creationId xmlns:a16="http://schemas.microsoft.com/office/drawing/2014/main" id="{63C5C603-D37B-E4E0-6FDB-0C8D5FF6FD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78" y="1880827"/>
            <a:ext cx="8640000" cy="10449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4" name="Grafik 2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Wenn bei einer wahren Implikation $A\Rightarrow W$ die Aussage $W$ falsch ist, dann muss gemäss der Definition der Implikation auch $A$ falsch sein.&#10;\end{document}&#10;" title="IguanaTex Bitmap Display">
            <a:extLst>
              <a:ext uri="{FF2B5EF4-FFF2-40B4-BE49-F238E27FC236}">
                <a16:creationId xmlns:a16="http://schemas.microsoft.com/office/drawing/2014/main" id="{4E126141-EECC-72F5-AB8C-AE47BA40FBC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09891"/>
            <a:ext cx="8641964" cy="4655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5" name="Grafik 3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forall n\in\mN: \left(2n+2\geq 4\right)$.&#10;\end{document}&#10;" title="IguanaTex Bitmap Display">
            <a:extLst>
              <a:ext uri="{FF2B5EF4-FFF2-40B4-BE49-F238E27FC236}">
                <a16:creationId xmlns:a16="http://schemas.microsoft.com/office/drawing/2014/main" id="{916F9B4E-92E3-B003-75E4-809C04F0660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8" y="3501008"/>
            <a:ext cx="3145779" cy="220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7" name="Grafik 3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Es sei $n$ eine beliebige natürliche Zahl.&#10;\end{document}&#10;" title="IguanaTex Bitmap Display">
            <a:extLst>
              <a:ext uri="{FF2B5EF4-FFF2-40B4-BE49-F238E27FC236}">
                <a16:creationId xmlns:a16="http://schemas.microsoft.com/office/drawing/2014/main" id="{ADA346FB-5691-5E01-9E18-3813A98D2C4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8" y="3902862"/>
            <a:ext cx="5320058" cy="1911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0" name="Grafik 3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Annahme: $2n+2&lt;4$&#10;\end{document}&#10;" title="IguanaTex Bitmap Display">
            <a:extLst>
              <a:ext uri="{FF2B5EF4-FFF2-40B4-BE49-F238E27FC236}">
                <a16:creationId xmlns:a16="http://schemas.microsoft.com/office/drawing/2014/main" id="{EA398BAD-DD7B-7660-485F-FBF1C9C2383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72" y="4275867"/>
            <a:ext cx="2247064" cy="1699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3" name="Grafik 4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2n&lt;2$&#10;\end{document}&#10;" title="IguanaTex Bitmap Display">
            <a:extLst>
              <a:ext uri="{FF2B5EF4-FFF2-40B4-BE49-F238E27FC236}">
                <a16:creationId xmlns:a16="http://schemas.microsoft.com/office/drawing/2014/main" id="{075E003D-8257-3382-C8E2-9CA3514CE84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168" y="4637372"/>
            <a:ext cx="929478" cy="1520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6" name="Grafik 4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n&lt;1$&#10;\end{document}&#10;" title="IguanaTex Bitmap Display">
            <a:extLst>
              <a:ext uri="{FF2B5EF4-FFF2-40B4-BE49-F238E27FC236}">
                <a16:creationId xmlns:a16="http://schemas.microsoft.com/office/drawing/2014/main" id="{91FC9695-8438-F270-2AA2-7DC5685E562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741" y="4938542"/>
            <a:ext cx="872869" cy="1672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17D7C228-1711-9394-32E9-E2BFF6EFEF76}"/>
              </a:ext>
            </a:extLst>
          </p:cNvPr>
          <p:cNvSpPr/>
          <p:nvPr/>
        </p:nvSpPr>
        <p:spPr bwMode="auto">
          <a:xfrm>
            <a:off x="2519772" y="4869160"/>
            <a:ext cx="566621" cy="32403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49733056-B38D-ACE7-922E-43ED018EBCF1}"/>
              </a:ext>
            </a:extLst>
          </p:cNvPr>
          <p:cNvSpPr/>
          <p:nvPr/>
        </p:nvSpPr>
        <p:spPr bwMode="auto">
          <a:xfrm>
            <a:off x="1799692" y="3843628"/>
            <a:ext cx="3636404" cy="28310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76CB743B-C3F9-848C-FF8A-57A4A44D9B93}"/>
              </a:ext>
            </a:extLst>
          </p:cNvPr>
          <p:cNvSpPr/>
          <p:nvPr/>
        </p:nvSpPr>
        <p:spPr bwMode="auto">
          <a:xfrm>
            <a:off x="3088257" y="3992876"/>
            <a:ext cx="3283943" cy="1044950"/>
          </a:xfrm>
          <a:custGeom>
            <a:avLst/>
            <a:gdLst>
              <a:gd name="csX0" fmla="*/ 1492369 w 2065017"/>
              <a:gd name="csY0" fmla="*/ 0 h 1000664"/>
              <a:gd name="csX1" fmla="*/ 1984075 w 2065017"/>
              <a:gd name="csY1" fmla="*/ 577970 h 1000664"/>
              <a:gd name="csX2" fmla="*/ 0 w 2065017"/>
              <a:gd name="csY2" fmla="*/ 1000664 h 1000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5017" h="1000664">
                <a:moveTo>
                  <a:pt x="1492369" y="0"/>
                </a:moveTo>
                <a:cubicBezTo>
                  <a:pt x="1862586" y="205596"/>
                  <a:pt x="2232803" y="411193"/>
                  <a:pt x="1984075" y="577970"/>
                </a:cubicBezTo>
                <a:cubicBezTo>
                  <a:pt x="1735347" y="744747"/>
                  <a:pt x="867673" y="872705"/>
                  <a:pt x="0" y="100066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2" name="Grafik 5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red Widerspruch!&#10;\end{document}&#10;" title="IguanaTex Bitmap Display">
            <a:extLst>
              <a:ext uri="{FF2B5EF4-FFF2-40B4-BE49-F238E27FC236}">
                <a16:creationId xmlns:a16="http://schemas.microsoft.com/office/drawing/2014/main" id="{EFDB3B39-7D57-2C4C-C905-E22ABD7E1BD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963" y="4568335"/>
            <a:ext cx="1211288" cy="1550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5" name="Grafik 5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Unsere Annahme $2n+2&lt;4$ muss also falsch sein, womit das Gegenteil davon richtig ist, also $2n+2\geq 4$.&#10;\end{document}&#10;" title="IguanaTex Bitmap Display">
            <a:extLst>
              <a:ext uri="{FF2B5EF4-FFF2-40B4-BE49-F238E27FC236}">
                <a16:creationId xmlns:a16="http://schemas.microsoft.com/office/drawing/2014/main" id="{4E392867-28A3-951B-A8EB-FED73824565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8" y="5404787"/>
            <a:ext cx="8569959" cy="4637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464A374C-560F-2615-D7DD-95B62347A0A1}"/>
              </a:ext>
            </a:extLst>
          </p:cNvPr>
          <p:cNvSpPr/>
          <p:nvPr/>
        </p:nvSpPr>
        <p:spPr bwMode="auto">
          <a:xfrm>
            <a:off x="42388" y="3393162"/>
            <a:ext cx="8979493" cy="2547983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01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BEBB-81AA-25EA-2E7E-9A87CAA2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indirekter Beweis}&#10;\end{document}&#10;" title="IguanaTex Bitmap Display">
            <a:extLst>
              <a:ext uri="{FF2B5EF4-FFF2-40B4-BE49-F238E27FC236}">
                <a16:creationId xmlns:a16="http://schemas.microsoft.com/office/drawing/2014/main" id="{5875D2A2-1AB1-A520-83D9-CE7BE9F704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382" y="293687"/>
            <a:ext cx="2415236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" name="Grafik 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Für das nächste Beispiel brauchen wir die formale Definition von rationalen&#10;Zahlen. Das sind Zahlen, die sich als Bruch schreiben lassen:&#10;\end{document}&#10;" title="IguanaTex Bitmap Display">
            <a:extLst>
              <a:ext uri="{FF2B5EF4-FFF2-40B4-BE49-F238E27FC236}">
                <a16:creationId xmlns:a16="http://schemas.microsoft.com/office/drawing/2014/main" id="{F186C4F0-7445-DAE7-8972-61A0073D6D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09891"/>
            <a:ext cx="8641964" cy="4615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" name="Grafik 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Definition:&#10;\end{document}&#10;" title="IguanaTex Bitmap Display">
            <a:extLst>
              <a:ext uri="{FF2B5EF4-FFF2-40B4-BE49-F238E27FC236}">
                <a16:creationId xmlns:a16="http://schemas.microsoft.com/office/drawing/2014/main" id="{56AE10AE-7C3A-BB85-3803-E9E8332C17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48" y="1794342"/>
            <a:ext cx="1062692" cy="1487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Die Menge der {\mydarkgreen rationalen Zahlen} ist definiert als &#10;$&#10;\mQ=\left\{\frac pq\mid p,q\in\mZ \mbox{ und } q\neq 0&#10;\right\}$.&#10;Man nennt $p$ den {\mydarkgreen Zähler} und $q$ den {\mydarkgreen Nenner}.&#10;\end{document}&#10;" title="IguanaTex Bitmap Display">
            <a:extLst>
              <a:ext uri="{FF2B5EF4-FFF2-40B4-BE49-F238E27FC236}">
                <a16:creationId xmlns:a16="http://schemas.microsoft.com/office/drawing/2014/main" id="{F352C8A4-9CE9-AFF4-648A-0E01415450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73" y="2060184"/>
            <a:ext cx="8643928" cy="5381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spe&#10;\end{document}&#10;" title="IguanaTex Bitmap Display">
            <a:extLst>
              <a:ext uri="{FF2B5EF4-FFF2-40B4-BE49-F238E27FC236}">
                <a16:creationId xmlns:a16="http://schemas.microsoft.com/office/drawing/2014/main" id="{CC57EA0C-0E6F-338E-3F79-734B36C2F4C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48" y="2968988"/>
            <a:ext cx="999421" cy="18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E{$\frac12\in\mQ$}&#10;\end{document}&#10;" title="IguanaTex Bitmap Display">
            <a:extLst>
              <a:ext uri="{FF2B5EF4-FFF2-40B4-BE49-F238E27FC236}">
                <a16:creationId xmlns:a16="http://schemas.microsoft.com/office/drawing/2014/main" id="{06920082-C7D8-0935-17CD-6F0417CE785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65" y="3299493"/>
            <a:ext cx="886436" cy="2590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Z{$5=\frac51\in\mQ$}&#10;\end{document}&#10;" title="IguanaTex Bitmap Display">
            <a:extLst>
              <a:ext uri="{FF2B5EF4-FFF2-40B4-BE49-F238E27FC236}">
                <a16:creationId xmlns:a16="http://schemas.microsoft.com/office/drawing/2014/main" id="{A69982C9-CF86-8ADB-AA0A-D6D6A73A7E3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65" y="3871546"/>
            <a:ext cx="1300718" cy="2555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Grafik 2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D{$0.25=\frac14\in\mQ$}&#10;\end{document}&#10;" title="IguanaTex Bitmap Display">
            <a:extLst>
              <a:ext uri="{FF2B5EF4-FFF2-40B4-BE49-F238E27FC236}">
                <a16:creationId xmlns:a16="http://schemas.microsoft.com/office/drawing/2014/main" id="{1B8B2139-3766-9EB8-FAE5-9635A188EDC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65" y="4440161"/>
            <a:ext cx="1593523" cy="2590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7" name="Grafik 2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{(4)}{$\frac70\notin\mQ$}&#10;\end{document}&#10;" title="IguanaTex Bitmap Display">
            <a:extLst>
              <a:ext uri="{FF2B5EF4-FFF2-40B4-BE49-F238E27FC236}">
                <a16:creationId xmlns:a16="http://schemas.microsoft.com/office/drawing/2014/main" id="{365525CF-4B34-730E-2F8B-CA4A8018D81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65" y="5012215"/>
            <a:ext cx="886436" cy="2584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F6912EBA-709E-56CC-8E14-80C66643E26D}"/>
              </a:ext>
            </a:extLst>
          </p:cNvPr>
          <p:cNvSpPr/>
          <p:nvPr/>
        </p:nvSpPr>
        <p:spPr bwMode="auto">
          <a:xfrm>
            <a:off x="72302" y="1700808"/>
            <a:ext cx="8978691" cy="104384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23BCED-7818-9CE7-42DB-C15A99F60AC6}"/>
              </a:ext>
            </a:extLst>
          </p:cNvPr>
          <p:cNvSpPr/>
          <p:nvPr/>
        </p:nvSpPr>
        <p:spPr bwMode="auto">
          <a:xfrm>
            <a:off x="71500" y="2838182"/>
            <a:ext cx="8979493" cy="2679050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12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2F29-520A-B9B0-31AB-7F028000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indirekter Beweis}&#10;\end{document}&#10;" title="IguanaTex Bitmap Display">
            <a:extLst>
              <a:ext uri="{FF2B5EF4-FFF2-40B4-BE49-F238E27FC236}">
                <a16:creationId xmlns:a16="http://schemas.microsoft.com/office/drawing/2014/main" id="{C03C762C-9811-8AC4-0D5B-FBABCAB522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382" y="293687"/>
            <a:ext cx="2415236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1" name="Grafik 4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sqrt2\notin\mQ$. $\sqrt2$ ist also keine rationale Zahl.&#10;\end{document}&#10;" title="IguanaTex Bitmap Display">
            <a:extLst>
              <a:ext uri="{FF2B5EF4-FFF2-40B4-BE49-F238E27FC236}">
                <a16:creationId xmlns:a16="http://schemas.microsoft.com/office/drawing/2014/main" id="{25A31935-5E8C-69F8-CF91-A737482BF91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72775"/>
            <a:ext cx="5322657" cy="2515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4" name="Grafik 4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Annahme: $\sqrt2\in\mQ$.&#10;\end{document}&#10;" title="IguanaTex Bitmap Display">
            <a:extLst>
              <a:ext uri="{FF2B5EF4-FFF2-40B4-BE49-F238E27FC236}">
                <a16:creationId xmlns:a16="http://schemas.microsoft.com/office/drawing/2014/main" id="{E5026D87-9523-8C2D-74EB-C2AC0633693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32260"/>
            <a:ext cx="2851885" cy="217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1" name="Grafik 5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p,q\in\mZ$ mit $q\neq 0$, so dass $\sqrt2 =\frac pq$.&#10;\end{document}&#10;" title="IguanaTex Bitmap Display">
            <a:extLst>
              <a:ext uri="{FF2B5EF4-FFF2-40B4-BE49-F238E27FC236}">
                <a16:creationId xmlns:a16="http://schemas.microsoft.com/office/drawing/2014/main" id="{D3A2647B-1E87-5FF4-B5BD-D1428E9899E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38" y="1986071"/>
            <a:ext cx="3758761" cy="2767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8" name="Grafik 5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textwidth150mm&#10;\begin{document}&#10;Hier können wir zusätzlich annehmen, dass $p$ und $q$ vollständig gekürzt ist, d.h.~$p$ und $q$ keinen gemeinsamen Teiler haben.&#10;\end{document}&#10;" title="IguanaTex Bitmap Display">
            <a:extLst>
              <a:ext uri="{FF2B5EF4-FFF2-40B4-BE49-F238E27FC236}">
                <a16:creationId xmlns:a16="http://schemas.microsoft.com/office/drawing/2014/main" id="{BE096794-E15C-9D59-DCFA-F8CFD9403D2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731" y="1951904"/>
            <a:ext cx="3570248" cy="6172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4" name="Grafik 6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sqrt2\cdot q =p$&#10;\end{document}&#10;" title="IguanaTex Bitmap Display">
            <a:extLst>
              <a:ext uri="{FF2B5EF4-FFF2-40B4-BE49-F238E27FC236}">
                <a16:creationId xmlns:a16="http://schemas.microsoft.com/office/drawing/2014/main" id="{3D4E6F97-9098-8FD1-EAE4-C8426295176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76" y="2519185"/>
            <a:ext cx="1243775" cy="2152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9" name="Grafik 6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 title="IguanaTex Bitmap Display">
            <a:extLst>
              <a:ext uri="{FF2B5EF4-FFF2-40B4-BE49-F238E27FC236}">
                <a16:creationId xmlns:a16="http://schemas.microsoft.com/office/drawing/2014/main" id="{69372647-D582-3AF4-C47D-56112FF697A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38" y="1867253"/>
            <a:ext cx="295727" cy="108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66" name="Rechteck 65">
            <a:extLst>
              <a:ext uri="{FF2B5EF4-FFF2-40B4-BE49-F238E27FC236}">
                <a16:creationId xmlns:a16="http://schemas.microsoft.com/office/drawing/2014/main" id="{6ECF5057-2644-ECB9-31E4-8F536751FD02}"/>
              </a:ext>
            </a:extLst>
          </p:cNvPr>
          <p:cNvSpPr/>
          <p:nvPr/>
        </p:nvSpPr>
        <p:spPr bwMode="auto">
          <a:xfrm>
            <a:off x="705227" y="1764888"/>
            <a:ext cx="394070" cy="2767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57192762-CD74-176F-56FD-DABE33C487EC}"/>
              </a:ext>
            </a:extLst>
          </p:cNvPr>
          <p:cNvCxnSpPr>
            <a:cxnSpLocks/>
            <a:stCxn id="66" idx="3"/>
          </p:cNvCxnSpPr>
          <p:nvPr/>
        </p:nvCxnSpPr>
        <p:spPr bwMode="auto">
          <a:xfrm>
            <a:off x="1099297" y="1903256"/>
            <a:ext cx="173140" cy="1185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8" name="Grafik 7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$\cdot q$&#10;\end{document}&#10;" title="IguanaTex Bitmap Display">
            <a:extLst>
              <a:ext uri="{FF2B5EF4-FFF2-40B4-BE49-F238E27FC236}">
                <a16:creationId xmlns:a16="http://schemas.microsoft.com/office/drawing/2014/main" id="{3F922DE5-F3EA-4856-AC9D-9B708B20FDD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01" y="2379237"/>
            <a:ext cx="104266" cy="9689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75" name="Rechteck 74">
            <a:extLst>
              <a:ext uri="{FF2B5EF4-FFF2-40B4-BE49-F238E27FC236}">
                <a16:creationId xmlns:a16="http://schemas.microsoft.com/office/drawing/2014/main" id="{AB549D97-663A-884A-A1F9-F80BFEAC038E}"/>
              </a:ext>
            </a:extLst>
          </p:cNvPr>
          <p:cNvSpPr/>
          <p:nvPr/>
        </p:nvSpPr>
        <p:spPr bwMode="auto">
          <a:xfrm>
            <a:off x="885247" y="2276872"/>
            <a:ext cx="234894" cy="2767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673273C2-5D2E-1CED-83B4-BDC18BC4FC46}"/>
              </a:ext>
            </a:extLst>
          </p:cNvPr>
          <p:cNvCxnSpPr>
            <a:cxnSpLocks/>
            <a:stCxn id="75" idx="3"/>
          </p:cNvCxnSpPr>
          <p:nvPr/>
        </p:nvCxnSpPr>
        <p:spPr bwMode="auto">
          <a:xfrm>
            <a:off x="1120141" y="2415240"/>
            <a:ext cx="152296" cy="1108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8" name="Grafik 8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2\cdot q^2 =p^2$&#10;\end{document}&#10;" title="IguanaTex Bitmap Display">
            <a:extLst>
              <a:ext uri="{FF2B5EF4-FFF2-40B4-BE49-F238E27FC236}">
                <a16:creationId xmlns:a16="http://schemas.microsoft.com/office/drawing/2014/main" id="{2E0CFC47-14FB-EC60-2661-1B68CF5F73A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76" y="2990799"/>
            <a:ext cx="1272430" cy="2249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5" name="Grafik 8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quadrieren&#10;\end{document}&#10;" title="IguanaTex Bitmap Display">
            <a:extLst>
              <a:ext uri="{FF2B5EF4-FFF2-40B4-BE49-F238E27FC236}">
                <a16:creationId xmlns:a16="http://schemas.microsoft.com/office/drawing/2014/main" id="{067D7D3B-39C9-596F-52BB-01EF88FF83D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62" y="2857228"/>
            <a:ext cx="650852" cy="10524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2" name="Rechteck 81">
            <a:extLst>
              <a:ext uri="{FF2B5EF4-FFF2-40B4-BE49-F238E27FC236}">
                <a16:creationId xmlns:a16="http://schemas.microsoft.com/office/drawing/2014/main" id="{263057F0-D7D8-307D-003A-A6C06DFEC297}"/>
              </a:ext>
            </a:extLst>
          </p:cNvPr>
          <p:cNvSpPr/>
          <p:nvPr/>
        </p:nvSpPr>
        <p:spPr bwMode="auto">
          <a:xfrm>
            <a:off x="450419" y="2752852"/>
            <a:ext cx="708514" cy="28994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10B60CF9-561D-9004-2111-0693DCA15BCD}"/>
              </a:ext>
            </a:extLst>
          </p:cNvPr>
          <p:cNvCxnSpPr>
            <a:cxnSpLocks/>
          </p:cNvCxnSpPr>
          <p:nvPr/>
        </p:nvCxnSpPr>
        <p:spPr bwMode="auto">
          <a:xfrm>
            <a:off x="1158934" y="2891219"/>
            <a:ext cx="113503" cy="1090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1" name="Grafik 90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p^2$ gerade&#10;\end{document}&#10;" title="IguanaTex Bitmap Display">
            <a:extLst>
              <a:ext uri="{FF2B5EF4-FFF2-40B4-BE49-F238E27FC236}">
                <a16:creationId xmlns:a16="http://schemas.microsoft.com/office/drawing/2014/main" id="{0E42E073-EF54-09F4-535D-9CE717A9127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17" y="3472169"/>
            <a:ext cx="1235849" cy="2249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0" name="Grafik 9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p$ gerade&#10;\end{document}&#10;" title="IguanaTex Bitmap Display">
            <a:extLst>
              <a:ext uri="{FF2B5EF4-FFF2-40B4-BE49-F238E27FC236}">
                <a16:creationId xmlns:a16="http://schemas.microsoft.com/office/drawing/2014/main" id="{7CD8B763-6253-69B3-47D6-CD95AA413B6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76" y="3953539"/>
            <a:ext cx="1126104" cy="178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3" name="Grafik 9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 title="IguanaTex Bitmap Display">
            <a:extLst>
              <a:ext uri="{FF2B5EF4-FFF2-40B4-BE49-F238E27FC236}">
                <a16:creationId xmlns:a16="http://schemas.microsoft.com/office/drawing/2014/main" id="{E38CF573-1CBC-E6E4-AA11-F296668641B7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07" y="3387349"/>
            <a:ext cx="295727" cy="108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94" name="Rechteck 93">
            <a:extLst>
              <a:ext uri="{FF2B5EF4-FFF2-40B4-BE49-F238E27FC236}">
                <a16:creationId xmlns:a16="http://schemas.microsoft.com/office/drawing/2014/main" id="{EC946F08-7A09-40B9-F12D-27115E0FA45B}"/>
              </a:ext>
            </a:extLst>
          </p:cNvPr>
          <p:cNvSpPr/>
          <p:nvPr/>
        </p:nvSpPr>
        <p:spPr bwMode="auto">
          <a:xfrm>
            <a:off x="780024" y="3284984"/>
            <a:ext cx="394070" cy="2767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6568F49-54A6-E79A-1273-147ED244C6EB}"/>
              </a:ext>
            </a:extLst>
          </p:cNvPr>
          <p:cNvCxnSpPr>
            <a:cxnSpLocks/>
            <a:stCxn id="94" idx="3"/>
          </p:cNvCxnSpPr>
          <p:nvPr/>
        </p:nvCxnSpPr>
        <p:spPr bwMode="auto">
          <a:xfrm>
            <a:off x="1174094" y="3423352"/>
            <a:ext cx="179205" cy="1059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02" name="Grafik 10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Satz von früher&#10;\end{document}&#10;" title="IguanaTex Bitmap Display">
            <a:extLst>
              <a:ext uri="{FF2B5EF4-FFF2-40B4-BE49-F238E27FC236}">
                <a16:creationId xmlns:a16="http://schemas.microsoft.com/office/drawing/2014/main" id="{724EAB7B-6464-03FD-1662-28C02DA54C9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49" y="3848233"/>
            <a:ext cx="990955" cy="915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97" name="Rechteck 96">
            <a:extLst>
              <a:ext uri="{FF2B5EF4-FFF2-40B4-BE49-F238E27FC236}">
                <a16:creationId xmlns:a16="http://schemas.microsoft.com/office/drawing/2014/main" id="{3D69415D-20DE-EFF9-63E6-F536E83B3822}"/>
              </a:ext>
            </a:extLst>
          </p:cNvPr>
          <p:cNvSpPr/>
          <p:nvPr/>
        </p:nvSpPr>
        <p:spPr bwMode="auto">
          <a:xfrm>
            <a:off x="101548" y="3736258"/>
            <a:ext cx="1042414" cy="30940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C832E7D8-40DC-1D0F-08CD-2216DDE5C573}"/>
              </a:ext>
            </a:extLst>
          </p:cNvPr>
          <p:cNvCxnSpPr>
            <a:cxnSpLocks/>
            <a:stCxn id="97" idx="3"/>
          </p:cNvCxnSpPr>
          <p:nvPr/>
        </p:nvCxnSpPr>
        <p:spPr bwMode="auto">
          <a:xfrm>
            <a:off x="1143962" y="3890959"/>
            <a:ext cx="190632" cy="977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09" name="Grafik 10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p=2i$&#10;\end{document}&#10;" title="IguanaTex Bitmap Display">
            <a:extLst>
              <a:ext uri="{FF2B5EF4-FFF2-40B4-BE49-F238E27FC236}">
                <a16:creationId xmlns:a16="http://schemas.microsoft.com/office/drawing/2014/main" id="{88176964-1096-902A-4F34-1F7AF623E3F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17" y="4388570"/>
            <a:ext cx="1651660" cy="178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5" name="Grafik 10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 title="IguanaTex Bitmap Display">
            <a:extLst>
              <a:ext uri="{FF2B5EF4-FFF2-40B4-BE49-F238E27FC236}">
                <a16:creationId xmlns:a16="http://schemas.microsoft.com/office/drawing/2014/main" id="{DE3B483F-109D-FE19-8F33-3831BF4A7FA0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5" y="4251445"/>
            <a:ext cx="295727" cy="108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06" name="Rechteck 105">
            <a:extLst>
              <a:ext uri="{FF2B5EF4-FFF2-40B4-BE49-F238E27FC236}">
                <a16:creationId xmlns:a16="http://schemas.microsoft.com/office/drawing/2014/main" id="{72857C97-1EC8-A26E-664E-9C102DB8F5D0}"/>
              </a:ext>
            </a:extLst>
          </p:cNvPr>
          <p:cNvSpPr/>
          <p:nvPr/>
        </p:nvSpPr>
        <p:spPr bwMode="auto">
          <a:xfrm>
            <a:off x="780024" y="4149080"/>
            <a:ext cx="394070" cy="2767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91BD857-56D6-2121-F4D3-47744F5A90C5}"/>
              </a:ext>
            </a:extLst>
          </p:cNvPr>
          <p:cNvCxnSpPr>
            <a:cxnSpLocks/>
            <a:stCxn id="106" idx="3"/>
          </p:cNvCxnSpPr>
          <p:nvPr/>
        </p:nvCxnSpPr>
        <p:spPr bwMode="auto">
          <a:xfrm>
            <a:off x="1174094" y="4287448"/>
            <a:ext cx="179205" cy="1383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14" name="Grafik 113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2\cdot q^2 =(2i)^2=4i^2$&#10;\end{document}&#10;" title="IguanaTex Bitmap Display">
            <a:extLst>
              <a:ext uri="{FF2B5EF4-FFF2-40B4-BE49-F238E27FC236}">
                <a16:creationId xmlns:a16="http://schemas.microsoft.com/office/drawing/2014/main" id="{EB8213E2-C2E5-E50F-E408-AD5366D553B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77" y="4823601"/>
            <a:ext cx="2183312" cy="2280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9" name="Grafik 11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 title="IguanaTex Bitmap Display">
            <a:extLst>
              <a:ext uri="{FF2B5EF4-FFF2-40B4-BE49-F238E27FC236}">
                <a16:creationId xmlns:a16="http://schemas.microsoft.com/office/drawing/2014/main" id="{706541C5-3FCA-8C77-AD82-0E6C25B7D06D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01" y="4696348"/>
            <a:ext cx="569638" cy="89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16" name="Rechteck 115">
            <a:extLst>
              <a:ext uri="{FF2B5EF4-FFF2-40B4-BE49-F238E27FC236}">
                <a16:creationId xmlns:a16="http://schemas.microsoft.com/office/drawing/2014/main" id="{E3E47829-A5B9-A955-6CC8-65A05BB519F3}"/>
              </a:ext>
            </a:extLst>
          </p:cNvPr>
          <p:cNvSpPr/>
          <p:nvPr/>
        </p:nvSpPr>
        <p:spPr bwMode="auto">
          <a:xfrm>
            <a:off x="450419" y="4617132"/>
            <a:ext cx="708514" cy="23962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233328B0-F875-E46F-C643-99E06F987908}"/>
              </a:ext>
            </a:extLst>
          </p:cNvPr>
          <p:cNvCxnSpPr>
            <a:cxnSpLocks/>
            <a:stCxn id="116" idx="3"/>
          </p:cNvCxnSpPr>
          <p:nvPr/>
        </p:nvCxnSpPr>
        <p:spPr bwMode="auto">
          <a:xfrm>
            <a:off x="1158933" y="4736942"/>
            <a:ext cx="194366" cy="119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8" name="Grafik 127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 q^2 =2i^2$&#10;\end{document}&#10;" title="IguanaTex Bitmap Display">
            <a:extLst>
              <a:ext uri="{FF2B5EF4-FFF2-40B4-BE49-F238E27FC236}">
                <a16:creationId xmlns:a16="http://schemas.microsoft.com/office/drawing/2014/main" id="{3E32FC09-B0D2-2DDA-DA2A-5D3DE5EDC6A7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77" y="5308020"/>
            <a:ext cx="1083425" cy="2249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0" name="Grafik 129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$\colon 2$&#10;\end{document}&#10;" title="IguanaTex Bitmap Display">
            <a:extLst>
              <a:ext uri="{FF2B5EF4-FFF2-40B4-BE49-F238E27FC236}">
                <a16:creationId xmlns:a16="http://schemas.microsoft.com/office/drawing/2014/main" id="{44760988-E139-AB81-1072-D2C33AAF553B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52" y="5201112"/>
            <a:ext cx="121630" cy="857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25" name="Rechteck 124">
            <a:extLst>
              <a:ext uri="{FF2B5EF4-FFF2-40B4-BE49-F238E27FC236}">
                <a16:creationId xmlns:a16="http://schemas.microsoft.com/office/drawing/2014/main" id="{667FCC9D-656A-8819-6D00-72CD353197AC}"/>
              </a:ext>
            </a:extLst>
          </p:cNvPr>
          <p:cNvSpPr/>
          <p:nvPr/>
        </p:nvSpPr>
        <p:spPr bwMode="auto">
          <a:xfrm>
            <a:off x="780023" y="5121188"/>
            <a:ext cx="378909" cy="217836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30E98B92-3972-F29C-DBC6-197A61C6103B}"/>
              </a:ext>
            </a:extLst>
          </p:cNvPr>
          <p:cNvCxnSpPr>
            <a:cxnSpLocks/>
            <a:stCxn id="125" idx="3"/>
          </p:cNvCxnSpPr>
          <p:nvPr/>
        </p:nvCxnSpPr>
        <p:spPr bwMode="auto">
          <a:xfrm>
            <a:off x="1158932" y="5230106"/>
            <a:ext cx="194367" cy="1260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53" name="Grafik 152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q^2$ gerade&#10;\end{document}&#10;" title="IguanaTex Bitmap Display">
            <a:extLst>
              <a:ext uri="{FF2B5EF4-FFF2-40B4-BE49-F238E27FC236}">
                <a16:creationId xmlns:a16="http://schemas.microsoft.com/office/drawing/2014/main" id="{6FB78BB3-1087-A628-0FE4-30F131A85924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17" y="5789390"/>
            <a:ext cx="1230971" cy="2249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5" name="Grafik 154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q$ gerade&#10;\end{document}&#10;" title="IguanaTex Bitmap Display">
            <a:extLst>
              <a:ext uri="{FF2B5EF4-FFF2-40B4-BE49-F238E27FC236}">
                <a16:creationId xmlns:a16="http://schemas.microsoft.com/office/drawing/2014/main" id="{7C6ACAF9-7913-42A2-ABF9-D6D0DFCB2895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76" y="6270760"/>
            <a:ext cx="1121226" cy="178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6" name="Grafik 145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 title="IguanaTex Bitmap Display">
            <a:extLst>
              <a:ext uri="{FF2B5EF4-FFF2-40B4-BE49-F238E27FC236}">
                <a16:creationId xmlns:a16="http://schemas.microsoft.com/office/drawing/2014/main" id="{9392AB62-518E-CF4B-45AA-726F135FE400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1" y="5702247"/>
            <a:ext cx="295727" cy="108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47" name="Rechteck 146">
            <a:extLst>
              <a:ext uri="{FF2B5EF4-FFF2-40B4-BE49-F238E27FC236}">
                <a16:creationId xmlns:a16="http://schemas.microsoft.com/office/drawing/2014/main" id="{8E19CDD1-511B-B8F9-AAE8-5BF016B12356}"/>
              </a:ext>
            </a:extLst>
          </p:cNvPr>
          <p:cNvSpPr/>
          <p:nvPr/>
        </p:nvSpPr>
        <p:spPr bwMode="auto">
          <a:xfrm>
            <a:off x="790910" y="5599882"/>
            <a:ext cx="394070" cy="276735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396E03D9-2235-CD5C-A61E-477E2F605243}"/>
              </a:ext>
            </a:extLst>
          </p:cNvPr>
          <p:cNvCxnSpPr>
            <a:cxnSpLocks/>
            <a:stCxn id="147" idx="3"/>
          </p:cNvCxnSpPr>
          <p:nvPr/>
        </p:nvCxnSpPr>
        <p:spPr bwMode="auto">
          <a:xfrm>
            <a:off x="1184980" y="5738250"/>
            <a:ext cx="179205" cy="1059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49" name="Grafik 148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Satz von früher&#10;\end{document}&#10;" title="IguanaTex Bitmap Display">
            <a:extLst>
              <a:ext uri="{FF2B5EF4-FFF2-40B4-BE49-F238E27FC236}">
                <a16:creationId xmlns:a16="http://schemas.microsoft.com/office/drawing/2014/main" id="{87267EEB-3006-F664-F8F0-44617A6560A3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54" y="6169267"/>
            <a:ext cx="990955" cy="915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50" name="Rechteck 149">
            <a:extLst>
              <a:ext uri="{FF2B5EF4-FFF2-40B4-BE49-F238E27FC236}">
                <a16:creationId xmlns:a16="http://schemas.microsoft.com/office/drawing/2014/main" id="{F22AE0D1-2025-211F-BC5C-A45DE4D35626}"/>
              </a:ext>
            </a:extLst>
          </p:cNvPr>
          <p:cNvSpPr/>
          <p:nvPr/>
        </p:nvSpPr>
        <p:spPr bwMode="auto">
          <a:xfrm>
            <a:off x="120253" y="6057292"/>
            <a:ext cx="1042414" cy="30940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8D96B9B1-5322-3844-C85D-A030C12CF50C}"/>
              </a:ext>
            </a:extLst>
          </p:cNvPr>
          <p:cNvCxnSpPr>
            <a:cxnSpLocks/>
            <a:stCxn id="150" idx="3"/>
          </p:cNvCxnSpPr>
          <p:nvPr/>
        </p:nvCxnSpPr>
        <p:spPr bwMode="auto">
          <a:xfrm>
            <a:off x="1162667" y="6211993"/>
            <a:ext cx="190632" cy="977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03916495-09E6-FEFD-86B0-61ABCC1B8977}"/>
              </a:ext>
            </a:extLst>
          </p:cNvPr>
          <p:cNvSpPr/>
          <p:nvPr/>
        </p:nvSpPr>
        <p:spPr bwMode="auto">
          <a:xfrm>
            <a:off x="1461311" y="3848233"/>
            <a:ext cx="1059195" cy="361871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0924E6D2-9031-A778-6636-E8C3645EC058}"/>
              </a:ext>
            </a:extLst>
          </p:cNvPr>
          <p:cNvSpPr/>
          <p:nvPr/>
        </p:nvSpPr>
        <p:spPr bwMode="auto">
          <a:xfrm>
            <a:off x="1425893" y="6128776"/>
            <a:ext cx="1059195" cy="361871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BEFA3A5B-B507-F8F1-F01F-2DB8FD889582}"/>
              </a:ext>
            </a:extLst>
          </p:cNvPr>
          <p:cNvSpPr/>
          <p:nvPr/>
        </p:nvSpPr>
        <p:spPr bwMode="auto">
          <a:xfrm>
            <a:off x="5205727" y="1860687"/>
            <a:ext cx="3758761" cy="708459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997FE1D9-FDB8-C7E4-CA30-A9499AA6C797}"/>
              </a:ext>
            </a:extLst>
          </p:cNvPr>
          <p:cNvCxnSpPr>
            <a:stCxn id="156" idx="3"/>
          </p:cNvCxnSpPr>
          <p:nvPr/>
        </p:nvCxnSpPr>
        <p:spPr bwMode="auto">
          <a:xfrm flipV="1">
            <a:off x="2520506" y="3697159"/>
            <a:ext cx="2901245" cy="3320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BF5E823C-6B19-4F08-4AD9-74215E805AD1}"/>
              </a:ext>
            </a:extLst>
          </p:cNvPr>
          <p:cNvCxnSpPr>
            <a:stCxn id="157" idx="3"/>
          </p:cNvCxnSpPr>
          <p:nvPr/>
        </p:nvCxnSpPr>
        <p:spPr bwMode="auto">
          <a:xfrm flipV="1">
            <a:off x="2485088" y="3697159"/>
            <a:ext cx="2936663" cy="261255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ADB6CD64-B626-2773-9750-04F35EFC3E02}"/>
              </a:ext>
            </a:extLst>
          </p:cNvPr>
          <p:cNvCxnSpPr>
            <a:endCxn id="158" idx="2"/>
          </p:cNvCxnSpPr>
          <p:nvPr/>
        </p:nvCxnSpPr>
        <p:spPr bwMode="auto">
          <a:xfrm flipV="1">
            <a:off x="5421751" y="2569146"/>
            <a:ext cx="1605104" cy="11280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67" name="Grafik 166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red Widerspruch!&#10;\end{document}&#10;" title="IguanaTex Bitmap Display">
            <a:extLst>
              <a:ext uri="{FF2B5EF4-FFF2-40B4-BE49-F238E27FC236}">
                <a16:creationId xmlns:a16="http://schemas.microsoft.com/office/drawing/2014/main" id="{639CE096-FA14-6805-0467-4EC7F6779CDA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52" y="3904165"/>
            <a:ext cx="2092575" cy="2678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2" name="Grafik 171" descr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textwidth150mm&#10;\begin{document}&#10;Also muss unsere Annahme $\sqrt2\in\mQ$ falsch sein, womit $\sqrt2\notin \mQ$ richtig ist.&#10;\end{document}&#10;" title="IguanaTex Bitmap Display">
            <a:extLst>
              <a:ext uri="{FF2B5EF4-FFF2-40B4-BE49-F238E27FC236}">
                <a16:creationId xmlns:a16="http://schemas.microsoft.com/office/drawing/2014/main" id="{37FC6143-1532-5D79-E33B-B8C1CDF34231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731" y="4444844"/>
            <a:ext cx="3256261" cy="3869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6D10BC8-DF8E-0997-88EE-D80DDF0B3FF8}"/>
              </a:ext>
            </a:extLst>
          </p:cNvPr>
          <p:cNvSpPr/>
          <p:nvPr/>
        </p:nvSpPr>
        <p:spPr bwMode="auto">
          <a:xfrm>
            <a:off x="66575" y="871409"/>
            <a:ext cx="8979493" cy="5653935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55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5" grpId="0" animBg="1"/>
      <p:bldP spid="82" grpId="0" animBg="1"/>
      <p:bldP spid="94" grpId="0" animBg="1"/>
      <p:bldP spid="97" grpId="0" animBg="1"/>
      <p:bldP spid="106" grpId="0" animBg="1"/>
      <p:bldP spid="116" grpId="0" animBg="1"/>
      <p:bldP spid="125" grpId="0" animBg="1"/>
      <p:bldP spid="147" grpId="0" animBg="1"/>
      <p:bldP spid="150" grpId="0" animBg="1"/>
      <p:bldP spid="156" grpId="0" animBg="1"/>
      <p:bldP spid="157" grpId="0" animBg="1"/>
      <p:bldP spid="15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&#10;\usepackage[ngerman]{babel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256"/>
  <p:tag name="DEFAULTBLEND" val="Falsch"/>
  <p:tag name="DEFAULTTRANSPARENT" val="Falsch"/>
  <p:tag name="DEFAULTWORKAROUNDTRANSPARENCYBUG" val="Falsch"/>
  <p:tag name="DEFAULTRESOLUTION" val="300"/>
  <p:tag name="DEFAULTMAGNIFICATION" val="0,8"/>
  <p:tag name="DEFAULTFONTSIZE" val="10"/>
  <p:tag name="DEFAULTWIDTH" val="526"/>
  <p:tag name="DEFAULTHEIGHT" val="3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.76402"/>
  <p:tag name="ORIGINALWIDTH" val="960.2275"/>
  <p:tag name="LATEXADDIN" val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3: Korrekte Argumentation}&#10;  \end{center}&#10;\end{document}&#10;"/>
  <p:tag name="IGUANATEXSIZE" val="20"/>
  <p:tag name="IGUANATEXCURSOR" val="283"/>
  <p:tag name="TRANSPARENCY" val="Wahr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{\bf\Large Mathematische Grundlagen der Informatik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4"/>
  <p:tag name="PICTUREFILESIZE" val="925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Prof.~Dr.~Andreas Vogt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7"/>
  <p:tag name="PICTUREFILESIZE" val="35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87331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Korrekte Argumentation}&#10;\end{document}&#10;"/>
  <p:tag name="IGUANATEXSIZE" val="20"/>
  <p:tag name="IGUANATEXCURSOR" val="3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60.0093"/>
  <p:tag name="LATEXADDIN" val="\documentclass{slides}&#10;\include{macros}&#10;\begin{document}&#10;In diesem Kapitel lernen wir Techniken kennen, wie wir mathematische Aussagen formal beweisen können.&#10;\end{document}&#10;"/>
  <p:tag name="IGUANATEXSIZE" val="20"/>
  <p:tag name="IGUANATEXCURSOR" val="1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1962.505"/>
  <p:tag name="LATEXADDIN" val="\documentclass{slides}&#10;\include{macros}&#10;\begin{document}&#10;Direkter Beweis&#10;\end{document}&#10;"/>
  <p:tag name="IGUANATEXSIZE" val="20"/>
  <p:tag name="IGUANATEXCURSOR" val="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20055"/>
  <p:tag name="ORIGINALWIDTH" val="960.2275"/>
  <p:tag name="LATEXADDIN" val="\documentclass{slides}&#10;\include{macros}&#10;\begin{document}&#10;Beweis durch Kontraposition&#10;\end{document}&#10;"/>
  <p:tag name="IGUANATEXSIZE" val="20"/>
  <p:tag name="IGUANATEXCURSOR" val="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2153.731"/>
  <p:tag name="LATEXADDIN" val="\documentclass{slides}&#10;\include{macros}&#10;\begin{document}&#10;Indirekter Beweis&#10;\end{document}&#10;"/>
  <p:tag name="IGUANATEXSIZE" val="20"/>
  <p:tag name="IGUANATEXCURSOR" val="6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.96402"/>
  <p:tag name="ORIGINALWIDTH" val="960.4457"/>
  <p:tag name="LATEXADDIN" val="\documentclass{slides}&#10;\include{macros}&#10;\begin{document}&#10;&#10;&#10;Wir behandeln dabei folgende Beweisarten:&#10;\end{document}&#10;"/>
  <p:tag name="IGUANATEXSIZE" val="20"/>
  <p:tag name="IGUANATEXCURSOR" val="1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2605.174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Direkter Beweis}&#10;\end{document}&#10;"/>
  <p:tag name="IGUANATEXSIZE" val="20"/>
  <p:tag name="IGUANATEXCURSOR" val="3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Das Ziel eines Beweises ist es, eine Aussage $Z$, die sogenannte {\mydarkgreen Zielaussage}, zu beweisen.&#10;\end{document}&#10;"/>
  <p:tag name="IGUANATEXSIZE" val="20"/>
  <p:tag name="IGUANATEXCURSOR" val="44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70961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Beim {\mydarkgreen direkten Beweis} starten wir dabei mit einer wahren Aussage $A$. Das kann ein Axiom der Mathematik sein oder eine Aussage, die schon früher bewiesen wurde.&#10;\end{document}&#10;"/>
  <p:tag name="IGUANATEXSIZE" val="20"/>
  <p:tag name="IGUANATEXCURSOR" val="3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.4185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Nun finden wir eine Folge von wahren Implikationen &#10;&#10;\end{document}&#10;"/>
  <p:tag name="IGUANATEXSIZE" val="20"/>
  <p:tag name="IGUANATEXCURSOR" val="41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.76402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$A\Rightarrow B_1$, $B_1\Rightarrow B_2$,\ldots,$B_{k-1}\Rightarrow B_k$, $B_k\Rightarrow Z$.&#10;&#10;\end{document}&#10;"/>
  <p:tag name="IGUANATEXSIZE" val="20"/>
  <p:tag name="IGUANATEXCURSOR" val="45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.89134"/>
  <p:tag name="ORIGINALWIDTH" val="959.1366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arum muss dann $Z$ wahr sein?&#10;&#10;\end{document}&#10;"/>
  <p:tag name="IGUANATEXSIZE" val="20"/>
  <p:tag name="IGUANATEXCURSOR" val="3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.61843"/>
  <p:tag name="ORIGINALWIDTH" val="960.4457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enn $A$ wahr ist, und $A\Rightarrow B_1$ wahr ist, dann muss $B_1$ wahr sein.&#10;&#10;\end{document}&#10;"/>
  <p:tag name="IGUANATEXSIZE" val="20"/>
  <p:tag name="IGUANATEXCURSOR" val="43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.09118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enn $B_1$ wahr ist, und $B_1\Rightarrow B_2$ wahr ist, dann muss $B_2$ wahr sein.&#10;&#10;\end{document}&#10;"/>
  <p:tag name="IGUANATEXSIZE" val="20"/>
  <p:tag name="IGUANATEXCURSOR" val="42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0548"/>
  <p:tag name="ORIGINALWIDTH" val="959.57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enn $B_k$ wahr ist, und $B_k\Rightarrow Z$ wahr ist, dann muss $Z$ wahr sein.&#10;&#10;\end{document}&#10;"/>
  <p:tag name="IGUANATEXSIZE" val="20"/>
  <p:tag name="IGUANATEXCURSOR" val="4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6.311"/>
  <p:tag name="ORIGINALWIDTH" val="2221.222"/>
  <p:tag name="LATEXADDIN" val="\documentclass{slides}&#10;\usepackage{pstricks}&#10;\usepackage{color}&#10;%layout&#10;\textwidth297mm&#10;%Macros&#10;\newcommand{\myitemi}{$\bullet$\hspace*{1ex}}&#10;\newcommand{\myenumi}[1]{{#1}\hspace*{1ex}}&#10;\newcommand{\df}[1]{\mydarkgreen #1 \black }&#10;\newcommand{\mytitle}[1]{\bf\large #1}&#10;\newrgbcolor{mydarkblue}{0.0 0.0 0.4}&#10;\newrgbcolor{mydarkgreen}{0.0 0.4 0.0}&#10;\pagestyle{empty}&#10;\begin{document}&#10;\begin{tabular}{|c|c|c|}\hline&#10;$A$&amp;$B$&amp;$(A\Rightarrow B)$\\\hline&#10;0&amp;0&amp;1\\&#10;0&amp;1&amp;1\\&#10;1&amp;0&amp;0\\&#10;1&amp;1&amp;1\\\hline&#10;\end{tabular}&#10;\end{document}&#10;"/>
  <p:tag name="IGUANATEXSIZE" val="20"/>
  <p:tag name="IGUANATEXCURSOR" val="43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.56386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Wir schauen uns nun Beispiele aus dem Bereich der Teilbarkeit an.&#10;&#10;\end{document}&#10;"/>
  <p:tag name="IGUANATEXSIZE" val="20"/>
  <p:tag name="IGUANATEXCURSOR" val="38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4844"/>
  <p:tag name="ORIGINALWIDTH" val="24.746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pagestyle{empty}&#10;\begin{document}&#10;$\vdots$&#10;&#10;\end{document}&#10;"/>
  <p:tag name="IGUANATEXSIZE" val="20"/>
  <p:tag name="IGUANATEXCURSOR" val="3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1718.03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barkeit}&#10;\end{document}&#10;"/>
  <p:tag name="IGUANATEXSIZE" val="20"/>
  <p:tag name="IGUANATEXCURSOR" val="3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.78228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usepackage{amssymb}&#10;\pagestyle{empty}&#10;&#10;\begin{document}&#10;Eine Zahl $a \in \mathbb{Z}$ {\mydarkgreen teilt} eine Zahl $b \in\mathbb{Z}$, wenn eine ganze Zahl $i \in \mathbb{Z}$ existiert,&#10;so dass $b = i\cdot a$. &#10;\end{document}&#10;"/>
  <p:tag name="IGUANATEXSIZE" val="20"/>
  <p:tag name="IGUANATEXCURSOR" val="34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df&#10;\end{document}&#10;"/>
  <p:tag name="IGUANATEXSIZE" val="20"/>
  <p:tag name="IGUANATEXCURSOR" val="8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3096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Wir schreiben dann $a \mid b $ und nennen die Zahl $a$ einen&#10;{\mydarkgreen Teiler} von $b$, und das $b$ ist ein {\mydarkgreen Vielfaches} von $a$.&#10;\end{document}&#10;"/>
  <p:tag name="IGUANATEXSIZE" val="20"/>
  <p:tag name="IGUANATEXCURSOR" val="8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.16417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Kompakt: $a\mid b\Leftrightarrow \exists i\in\mZ:a=i\cdot b$.&#10;\end{document}&#10;"/>
  <p:tag name="IGUANATEXSIZE" val="20"/>
  <p:tag name="IGUANATEXCURSOR" val="78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124.85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spe&#10;\end{document}&#10;"/>
  <p:tag name="IGUANATEXSIZE" val="20"/>
  <p:tag name="IGUANATEXCURSOR" val="8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50961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E{$2\mid 10$, da $10=5\cdot 2$ und $5\in\mZ$}&#10;\end{document}&#10;"/>
  <p:tag name="IGUANATEXSIZE" val="20"/>
  <p:tag name="IGUANATEXCURSOR" val="93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.41858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Z{$-4\mid 12$, da $12=(-3)\cdot (-4)$ und $-3\in\mZ$}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3096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D{$3\mid 7$ gilt nicht. Es ist zwar $7=\frac73\cdot 3$, aber $\frac73\notin\mZ$.}&#10;\end{document}&#10;"/>
  <p:tag name="IGUANATEXSIZE" val="20"/>
  <p:tag name="IGUANATEXCURSOR" val="94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00055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{(4)}{$7\mid 0$, da $0=0\cdot 7$ und $0\in\mZ$.}&#10;\end{document}&#10;"/>
  <p:tag name="IGUANATEXSIZE" val="20"/>
  <p:tag name="IGUANATEXCURSOR" val="8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.8185"/>
  <p:tag name="ORIGINALWIDTH" val="960.445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\itm{(5)}{$0\mid 7$ gilt nicht. Es gibt keine Zahl $i\in\mZ$ mit $7=i\cdot 0$.}&#10;\end{document}&#10;"/>
  <p:tag name="IGUANATEXSIZE" val="20"/>
  <p:tag name="IGUANATEXCURSOR" val="94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49118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usepackage{amssymb}&#10;\pagestyle{empty}&#10;&#10;\begin{document}&#10;Eine Zahl $a \in \mathbb{Z}$ heisst {\mydarkgreen gerade}, wenn sie durch 2 teilbar ist, also $2\mid a$.&#10;\end{document}&#10;"/>
  <p:tag name="IGUANATEXSIZE" val="20"/>
  <p:tag name="IGUANATEXCURSOR" val="48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df&#10;\end{document}&#10;"/>
  <p:tag name="IGUANATEXSIZE" val="20"/>
  <p:tag name="IGUANATEXCURSOR" val="8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.83661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a$ ist somit gerade, wenn eine Zahl $i\in\mathbb{Z}$ existiert mit $a=2i$.&#10;\end{document}&#10;"/>
  <p:tag name="IGUANATEXSIZE" val="20"/>
  <p:tag name="IGUANATEXCURSOR" val="8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3752.53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usepackage{amsmath}&#10;\usepackage{amssymb}&#10;\pagestyle{empty}&#10;&#10;\begin{document}&#10;Andernfalls heisst $a$ {\mydarkgreen ungerade}.&#10;\end{document}&#10;"/>
  <p:tag name="IGUANATEXSIZE" val="20"/>
  <p:tag name="IGUANATEXCURSOR" val="42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21843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a$ ist somit ungerade, wenn eine Zahl $i\in\mathbb{Z}$ existiert mit $a=2i+1$.&#10;\end{document}&#10;"/>
  <p:tag name="IGUANATEXSIZE" val="20"/>
  <p:tag name="IGUANATEXCURSOR" val="93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df&#10;\end{document}&#10;"/>
  <p:tag name="IGUANATEXSIZE" val="20"/>
  <p:tag name="IGUANATEXCURSOR" val="86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.78228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Eine natürliche Zahl $n&gt;1$ heisst {\mydarkgreen Primzahl}, wenn sie in $\mN$ nur 1 und sich selber als Teiler hat.&#10;\end{document}&#10;"/>
  <p:tag name="IGUANATEXSIZE" val="30"/>
  <p:tag name="IGUANATEXCURSOR" val="9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.47307"/>
  <p:tag name="ORIGINALWIDTH" val="960.445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Die ersten Primzahlen sind $2,3,5,7,11,13,17,\ldots$&#10;\end{document}&#10;"/>
  <p:tag name="IGUANATEXSIZE" val="30"/>
  <p:tag name="IGUANATEXCURSOR" val="91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1718.03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barkeit}&#10;\end{document}&#10;"/>
  <p:tag name="IGUANATEXSIZE" val="20"/>
  <p:tag name="IGUANATEXCURSOR" val="3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58236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Zur Illustration eines direkten Beweises wollen wir die (ziemlich triviale) Aussage, dass 6 keine Primzahl ist, formal beweisen.&#10;\end{document}&#10;"/>
  <p:tag name="IGUANATEXSIZE" val="20"/>
  <p:tag name="IGUANATEXCURSOR" val="93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.9775"/>
  <p:tag name="ORIGINALWIDTH" val="3341.58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Satz: \black 6 ist keine Primzahl.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.96386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\black Wir beginnen mit der wahren Aussage, dass $6=2\cdot 3$.\end{document}&#10;"/>
  <p:tag name="IGUANATEXSIZE" val="20"/>
  <p:tag name="IGUANATEXCURSOR" val="93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014.62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6=2\cdot 3$&#10;\end{document}&#10;"/>
  <p:tag name="IGUANATEXSIZE" val="20"/>
  <p:tag name="IGUANATEXCURSOR" val="8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2242.2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\exists i\in\mZ:6=i\cdot 3$&#10;\end{document}&#10;"/>
  <p:tag name="IGUANATEXSIZE" val="20"/>
  <p:tag name="IGUANATEXCURSOR" val="7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.7282"/>
  <p:tag name="ORIGINALWIDTH" val="1667.79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nämlich $i=2$&#10;\end{document}&#10;"/>
  <p:tag name="IGUANATEXSIZE" val="20"/>
  <p:tag name="IGUANATEXCURSOR" val="9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836.145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3\mid 6$&#10;\end{document}&#10;"/>
  <p:tag name="IGUANATEXSIZE" val="20"/>
  <p:tag name="IGUANATEXCURSOR" val="9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2626.92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efinition Teilbarkeit&#10;\end{document}&#10;"/>
  <p:tag name="IGUANATEXSIZE" val="20"/>
  <p:tag name="IGUANATEXCURSOR" val="9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4773"/>
  <p:tag name="ORIGINALWIDTH" val="2518.93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3 ist Teiler von 6&#10;\end{document}&#10;"/>
  <p:tag name="IGUANATEXSIZE" val="20"/>
  <p:tag name="IGUANATEXCURSOR" val="92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4548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6 hat einen Teiler, der verschieden von 1 und 6 ist&#10;\end{document}&#10;"/>
  <p:tag name="IGUANATEXSIZE" val="20"/>
  <p:tag name="IGUANATEXCURSOR" val="95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0.2212"/>
  <p:tag name="ORIGINALWIDTH" val="2444.69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a $1\neq 3$ und $6\neq 3$&#10;\end{document}&#10;"/>
  <p:tag name="IGUANATEXSIZE" val="20"/>
  <p:tag name="IGUANATEXCURSOR" val="88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2020.24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Teiler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4773"/>
  <p:tag name="ORIGINALWIDTH" val="2839.89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6 ist keine Primzahl&#10;\end{document}&#10;"/>
  <p:tag name="IGUANATEXSIZE" val="20"/>
  <p:tag name="IGUANATEXCURSOR" val="92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2398.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efinition Primzahl&#10;\end{document}&#10;"/>
  <p:tag name="IGUANATEXSIZE" val="20"/>
  <p:tag name="IGUANATEXCURSOR" val="8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Hier ist bei jeder Implikation glasklar, warum sie richtig ist. Da die Startaussage offensichtlich auch richtig ist, ist damit auch die Zielaussage richtig.&#10;\end{document}&#10;"/>
  <p:tag name="IGUANATEXSIZE" val="20"/>
  <p:tag name="IGUANATEXCURSOR" val="104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1718.03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Teilbarkeit}&#10;\end{document}&#10;"/>
  <p:tag name="IGUANATEXSIZE" val="20"/>
  <p:tag name="IGUANATEXCURSOR" val="3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27323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Oft sind die Aussagen nicht nur für einzelne Objekte formuliert so wie im&#10;vorherigen Beispiel, sondern direkt für mehrere Objekte.&#10;\end{document}&#10;"/>
  <p:tag name="IGUANATEXSIZE" val="20"/>
  <p:tag name="IGUANATEXCURSOR" val="9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27323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Wir können nicht für alle geraden Zahlen $&gt;2$ je einen Beweis führen. Davon gibt es ja unendlich viele!&#10;\end{document}&#10;"/>
  <p:tag name="IGUANATEXSIZE" val="20"/>
  <p:tag name="IGUANATEXCURSOR" val="93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Wie beweist man etwa die Aussage, dass alle geraden natürlichen Zahlen $n&gt;2$ keine Primzahlen sind?&#10;\end{document}&#10;"/>
  <p:tag name="IGUANATEXSIZE" val="20"/>
  <p:tag name="IGUANATEXCURSOR" val="90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01866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\forall z\in\{4,6,\ldots\}: z$ ist keine Primzahl.&#10;\end{document}&#10;"/>
  <p:tag name="IGUANATEXSIZE" val="20"/>
  <p:tag name="IGUANATEXCURSOR" val="8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43716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Wir führen den&#10;Beweis für eine beliebige allgemeine Zahl $z$ aus $\{4, 6, 8, 10\ldots\}$. Weil diese&#10;Zahl $z$ eine beliebige dieser Zahlen sein kann, gilt dann der Beweis für alle&#10;Zahlen aus der Menge.&#10;\end{document}&#10;"/>
  <p:tag name="IGUANATEXSIZE" val="20"/>
  <p:tag name="IGUANATEXCURSOR" val="106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16409"/>
  <p:tag name="ORIGINALWIDTH" val="960.663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Satz: \black $\forall z\in\{4,6,\ldots\}: z$ ist keine Primzahl.&#10;\end{document}&#10;"/>
  <p:tag name="IGUANATEXSIZE" val="20"/>
  <p:tag name="IGUANATEXCURSOR" val="89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9278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\black Es sei $z\in\{4,6,\ldots\}$ \red beliebig.&#10;\end{document}&#10;"/>
  <p:tag name="IGUANATEXSIZE" val="20"/>
  <p:tag name="IGUANATEXCURSOR" val="87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4773"/>
  <p:tag name="ORIGINALWIDTH" val="2500.93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2 ist Teiler von $z$&#10;\end{document}&#10;"/>
  <p:tag name="IGUANATEXSIZE" val="20"/>
  <p:tag name="IGUANATEXCURSOR" val="92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67299"/>
  <p:tag name="ORIGINALWIDTH" val="960.445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z hat einen Teiler, der verschieden von 1 und z ist&#10;\end{document}&#10;"/>
  <p:tag name="IGUANATEXSIZE" val="20"/>
  <p:tag name="IGUANATEXCURSOR" val="95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0.2212"/>
  <p:tag name="ORIGINALWIDTH" val="2383.20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a $1\neq 2$ und $z&gt;2$&#10;\end{document}&#10;"/>
  <p:tag name="IGUANATEXSIZE" val="20"/>
  <p:tag name="IGUANATEXCURSOR" val="90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4773"/>
  <p:tag name="ORIGINALWIDTH" val="2818.14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$ $z$ ist keine Primzahl&#10;\end{document}&#10;"/>
  <p:tag name="IGUANATEXSIZE" val="20"/>
  <p:tag name="IGUANATEXCURSOR" val="9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2398.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efinition Primzahl&#10;\end{document}&#10;"/>
  <p:tag name="IGUANATEXSIZE" val="20"/>
  <p:tag name="IGUANATEXCURSOR" val="88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.74567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Da $z\in\{4,6\ldots\}$ beliebig war, gilt die Aussage damit für alle $z\in\{4,6,\ldots\}$.&#10;\end{document}&#10;"/>
  <p:tag name="IGUANATEXSIZE" val="20"/>
  <p:tag name="IGUANATEXCURSOR" val="94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54598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Aussagen}&#10;\end{document}&#10;"/>
  <p:tag name="IGUANATEXSIZE" val="20"/>
  <p:tag name="IGUANATEXCURSOR" val="3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54598"/>
  <p:tag name="ORIGINALWIDTH" val="960.0093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Aussagen}&#10;\end{document}&#10;"/>
  <p:tag name="IGUANATEXSIZE" val="20"/>
  <p:tag name="IGUANATEXCURSOR" val="3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21874"/>
  <p:tag name="ORIGINALWIDTH" val="960.88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Um eine Aussage das Typs &#10;&#10;&#10;\end{document}&#10;"/>
  <p:tag name="IGUANATEXSIZE" val="20"/>
  <p:tag name="IGUANATEXCURSOR" val="8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1694.03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$\forall x\in M: P(x)$$&#10;\end{document}&#10;"/>
  <p:tag name="IGUANATEXSIZE" val="20"/>
  <p:tag name="IGUANATEXCURSOR" val="88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.27307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&#10;&#10; zu beweisen, gehen wir also wie folgt vor:&#10;\end{document}&#10;"/>
  <p:tag name="IGUANATEXSIZE" val="20"/>
  <p:tag name="IGUANATEXCURSOR" val="85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.47307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E{Wir starten mit einem beliebigen Element $x\in M$.}&#10;\end{document}&#10;"/>
  <p:tag name="IGUANATEXSIZE" val="20"/>
  <p:tag name="IGUANATEXCURSOR" val="9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54598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Z{Wir zeigen die Gültigkeit von $\left(x\in M\Rightarrow P(x)\right)$ durch eine Folge von wahren Implikationen &#10;$x\in M\Rightarrow B_1\Rightarrow B_2\Rightarrow\ldots\Rightarrow B_k\Rightarrow P(x)$.}&#10;\end{document}&#10;"/>
  <p:tag name="IGUANATEXSIZE" val="20"/>
  <p:tag name="IGUANATEXCURSOR" val="93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D{Da die Aussage $x\in M$ trivialerweise für alle $x\in M$ wahr ist, folgt aus $\left(x\in M\Rightarrow P(x)\right)$, dass auch $P(x)$ für alle $x\in M$ wahr sein muss.}&#10;\end{document}&#10;"/>
  <p:tag name="IGUANATEXSIZE" val="20"/>
  <p:tag name="IGUANATEXCURSOR" val="97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.47315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/>
  <p:tag name="IGUANATEXSIZE" val="20"/>
  <p:tag name="IGUANATEXCURSOR" val="3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.23677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Oft hat man es mit Aussagen vom Typ &#10;&#10;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2931.38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$\forall x\in M:\left(A(x)\Rightarrow P(x)\right)$$&#10;\end{document}&#10;"/>
  <p:tag name="IGUANATEXSIZE" val="20"/>
  <p:tag name="IGUANATEXCURSOR" val="8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860.892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&#10;&#10; zu tun.&#10;\end{document}&#10;"/>
  <p:tag name="IGUANATEXSIZE" val="20"/>
  <p:tag name="IGUANATEXCURSOR" val="86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6548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E{Wir starten mit einem beliebigen Element $x\in M$, welches $A(x)$ erfüllt.}&#10;\end{document}&#10;"/>
  <p:tag name="IGUANATEXSIZE" val="20"/>
  <p:tag name="IGUANATEXCURSOR" val="93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54598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Z{Wir zeigen die Gültigkeit von $\left(A(x)\Rightarrow P(x)\right)$ durch eine Folge von wahren Implikationen &#10;$A(x)\Rightarrow B_1\Rightarrow B_2\Rightarrow\ldots\Rightarrow B_k\Rightarrow P(x)$.}&#10;\end{document}&#10;"/>
  <p:tag name="IGUANATEXSIZE" val="20"/>
  <p:tag name="IGUANATEXCURSOR" val="97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3.7109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D{Damit haben wir bewiesen, dass die Aussage $\left(A(x)\Rightarrow P(x)\right)$ für die $x\in M$ wahr ist, die $A(x)$ erfüllen.&#10;&#10;Für die $x\in M$, die $A(x)$ nicht erfüllen, ist gemäss der Definition der Implikation $\left(A(x)\Rightarrow P(x)\right)$ auch wahr.&#10;&#10;Damit ist $\left(A(x)\Rightarrow P(x)\right)$ tatsächlich für alle $x\in M$ wahr.}&#10;\end{document}&#10;"/>
  <p:tag name="IGUANATEXSIZE" val="20"/>
  <p:tag name="IGUANATEXCURSOR" val="120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60047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&#10;&#10; Hier geht man folgendermassen vor:&#10;\end{document}&#10;"/>
  <p:tag name="IGUANATEXSIZE" val="20"/>
  <p:tag name="IGUANATEXCURSOR" val="89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Wir schauen uns nun einen Beweis einer solchen All-Implikation aus dem Bereich der Teilbarkeit an.&#10;&#10;&#10;\end{document}&#10;"/>
  <p:tag name="IGUANATEXSIZE" val="20"/>
  <p:tag name="IGUANATEXCURSOR" val="9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.12748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Satz: \black Für alle geraden Zahlen $a$ und $b$ ist auch $a+b$ eine gerade Zahl.&#10;\end{document}&#10;"/>
  <p:tag name="IGUANATEXSIZE" val="20"/>
  <p:tag name="IGUANATEXCURSOR" val="94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.14583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\black Es seien $a$ und $b$ gerade Zahlen.&#10;\end{document}&#10;"/>
  <p:tag name="IGUANATEXSIZE" val="20"/>
  <p:tag name="IGUANATEXCURSOR" val="91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$\forall a,b\in\mathbb{Z}:(a,b$ gerade $\Rightarrow a+b$ gerade).&#10;\end{document}&#10;"/>
  <p:tag name="IGUANATEXSIZE" val="20"/>
  <p:tag name="IGUANATEXCURSOR" val="88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.03669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(Wenn $a$ oder $b$ nicht gerade sind, ist nichts zu tun...)&#10;\end{document}&#10;"/>
  <p:tag name="IGUANATEXSIZE" val="20"/>
  <p:tag name="IGUANATEXCURSOR" val="91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27323"/>
  <p:tag name="ORIGINALWIDTH" val="959.354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a=2i\,\,\wedge \exists j\in \mZ: b=2j$&#10;\end{document}&#10;"/>
  <p:tag name="IGUANATEXSIZE" val="20"/>
  <p:tag name="IGUANATEXCURSOR" val="7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3.27331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,j\in \mZ: a+b=2i+2j$&#10;\end{document}&#10;"/>
  <p:tag name="IGUANATEXSIZE" val="20"/>
  <p:tag name="IGUANATEXCURSOR" val="93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1159.35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1235.09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2(i+j)$&#10;\end{document}&#10;"/>
  <p:tag name="IGUANATEXSIZE" val="20"/>
  <p:tag name="IGUANATEXCURSOR" val="8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2617.1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k\in \mZ: a+b=2k$&#10;\end{document}&#10;"/>
  <p:tag name="IGUANATEXSIZE" val="20"/>
  <p:tag name="IGUANATEXCURSOR" val="9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2.7221"/>
  <p:tag name="ORIGINALWIDTH" val="2631.42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k=i+j\in\mZ$&#10;\end{document}&#10;"/>
  <p:tag name="IGUANATEXSIZE" val="20"/>
  <p:tag name="IGUANATEXCURSOR" val="90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1862.76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a+b$ gerade&#10;\end{document}&#10;"/>
  <p:tag name="IGUANATEXSIZE" val="20"/>
  <p:tag name="IGUANATEXCURSOR" val="91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3463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 Bei Beweisen ist es wichtig, dass man die formalen Definitionen&#10;in den zu beweisenden Aussagen gut kennt. Damit lassen&#10;sich Aussagen in eine andere Form bringen, welche sich dann mathematisch&#10;weiter umformen lässt.&#10;\end{document}&#10;"/>
  <p:tag name="IGUANATEXSIZE" val="20"/>
  <p:tag name="IGUANATEXCURSOR" val="8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.4735"/>
  <p:tag name="ORIGINALWIDTH" val="1462.31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merkung: \black&#10;\end{document}&#10;"/>
  <p:tag name="IGUANATEXSIZE" val="20"/>
  <p:tag name="IGUANATEXCURSOR" val="88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.47315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/>
  <p:tag name="IGUANATEXSIZE" val="20"/>
  <p:tag name="IGUANATEXCURSOR" val="3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80055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In Beweisen von Aussagen vom Typ $\forall x\in M:P(x)$ können auch {\mydarkgreen  Fallunterscheidungen} nützlich sein.&#10;&#10;\end{document}&#10;"/>
  <p:tag name="IGUANATEXSIZE" val="20"/>
  <p:tag name="IGUANATEXCURSOR" val="9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45504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Hier teilt man $M$ in mehrere Mengen $M_1,M_2,\ldots,M_k$ auf, so dass $M=M_1\cup M_2\cup\ldots\cup M_k$ und beweist nacheinander die Aussagen &#10;&#10;\end{document}&#10;"/>
  <p:tag name="IGUANATEXSIZE" val="20"/>
  <p:tag name="IGUANATEXCURSOR" val="10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.8185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 $\left(\forall x\in M_1:P(x)\right)$,  $\left(\forall x\in M_2:P(x)\right)$,\ldots, $\left(\forall x\in M_k:P(x)\right)$.&#10;\end{document}&#10;"/>
  <p:tag name="IGUANATEXSIZE" val="20"/>
  <p:tag name="IGUANATEXCURSOR" val="97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.09118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Dann hat man die Aussage letzlich auch für alle $x\in M$ bewiesen.&#10;\end{document}&#10;"/>
  <p:tag name="IGUANATEXSIZE" val="20"/>
  <p:tag name="IGUANATEXCURSOR" val="9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.47315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/>
  <p:tag name="IGUANATEXSIZE" val="20"/>
  <p:tag name="IGUANATEXCURSOR" val="3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4598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Satz: \black $\forall n\in\mZ: n^2+n+2$ ist gerade.&#10;\end{document}&#10;"/>
  <p:tag name="IGUANATEXSIZE" val="20"/>
  <p:tag name="IGUANATEXCURSOR" val="91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892.388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Beweis: &#10;\end{document}&#10;"/>
  <p:tag name="IGUANATEXSIZE" val="20"/>
  <p:tag name="IGUANATEXCURSOR" val="8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2058.4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=2i$&#10;\end{document}&#10;"/>
  <p:tag name="IGUANATEXSIZE" val="20"/>
  <p:tag name="IGUANATEXCURSOR" val="91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.16417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^2+n+2=(2i)^2+2i+2$&#10;\end{document}&#10;"/>
  <p:tag name="IGUANATEXSIZE" val="20"/>
  <p:tag name="IGUANATEXCURSOR" val="93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1159.35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2171"/>
  <p:tag name="ORIGINALWIDTH" val="2089.98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4i^2+2i+2=$&#10;\end{document}&#10;"/>
  <p:tag name="IGUANATEXSIZE" val="20"/>
  <p:tag name="IGUANATEXCURSOR" val="9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70984"/>
  <p:tag name="ORIGINALWIDTH" val="960.88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k\in \mZ: n^2+n+2=2k$&#10;\end{document}&#10;"/>
  <p:tag name="IGUANATEXSIZE" val="20"/>
  <p:tag name="IGUANATEXCURSOR" val="92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18252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k=2i^2+i+1\in\mZ$&#10;\end{document}&#10;"/>
  <p:tag name="IGUANATEXSIZE" val="20"/>
  <p:tag name="IGUANATEXCURSOR" val="90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589.42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1. Fall: \black $n$ ist gerade.&#10;\end{document}&#10;"/>
  <p:tag name="IGUANATEXSIZE" val="20"/>
  <p:tag name="IGUANATEXCURSOR" val="89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007.49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2(2i^2+i+1)$&#10;\end{document}&#10;"/>
  <p:tag name="IGUANATEXSIZE" val="20"/>
  <p:tag name="IGUANATEXCURSOR" val="9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2578.17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 n^2+n+2$ gerade&#10;\end{document}&#10;"/>
  <p:tag name="IGUANATEXSIZE" val="20"/>
  <p:tag name="IGUANATEXCURSOR" val="91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2243"/>
  <p:tag name="ORIGINALWIDTH" val="2557.1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=2i+1$&#10;\end{document}&#10;"/>
  <p:tag name="IGUANATEXSIZE" val="20"/>
  <p:tag name="IGUANATEXCURSOR" val="9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447.69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ungerade&#10;\end{document}&#10;"/>
  <p:tag name="IGUANATEXSIZE" val="20"/>
  <p:tag name="IGUANATEXCURSOR" val="90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.90953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i\in \mZ: n^2+n+2=(2i+1)^2+2i+1+2$&#10;\end{document}&#10;"/>
  <p:tag name="IGUANATEXSIZE" val="20"/>
  <p:tag name="IGUANATEXCURSOR" val="93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1159.35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.85519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4i^2+4i+1+2i+1+2=$&#10;\end{document}&#10;"/>
  <p:tag name="IGUANATEXSIZE" val="20"/>
  <p:tag name="IGUANATEXCURSOR" val="9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70984"/>
  <p:tag name="ORIGINALWIDTH" val="960.88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\exists k\in \mZ: n^2+n+2=2k$&#10;\end{document}&#10;"/>
  <p:tag name="IGUANATEXSIZE" val="20"/>
  <p:tag name="IGUANATEXCURSOR" val="92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.90977"/>
  <p:tag name="ORIGINALWIDTH" val="960.88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k=2i^2+3i+2\in\mZ$&#10;\end{document}&#10;"/>
  <p:tag name="IGUANATEXSIZE" val="20"/>
  <p:tag name="IGUANATEXCURSOR" val="90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915.63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lue 2. Fall: \black $n$ ist ungerade.&#10;\end{document}&#10;"/>
  <p:tag name="IGUANATEXSIZE" val="20"/>
  <p:tag name="IGUANATEXCURSOR" val="89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2171"/>
  <p:tag name="ORIGINALWIDTH" val="2089.98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4i^2+6i+4=$&#10;\end{document}&#10;"/>
  <p:tag name="IGUANATEXSIZE" val="20"/>
  <p:tag name="IGUANATEXCURSOR" val="90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2578.17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\Rightarrow  n^2+n+2$ gerade&#10;\end{document}&#10;"/>
  <p:tag name="IGUANATEXSIZE" val="20"/>
  <p:tag name="IGUANATEXCURSOR" val="91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161.9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$=2(2i^2+3i+2)$&#10;\end{document}&#10;"/>
  <p:tag name="IGUANATEXSIZE" val="20"/>
  <p:tag name="IGUANATEXCURSOR" val="90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.47315"/>
  <p:tag name="ORIGINALWIDTH" val="959.7911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en von All-Implikationen}&#10;\end{document}&#10;"/>
  <p:tag name="IGUANATEXSIZE" val="20"/>
  <p:tag name="IGUANATEXCURSOR" val="3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18229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/>
  <p:tag name="IGUANATEXSIZE" val="20"/>
  <p:tag name="IGUANATEXCURSOR" val="3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70961"/>
  <p:tag name="ORIGINALWIDTH" val="959.7911"/>
  <p:tag name="LATEXADDIN" val="\documentclass{slides}&#10;\include{macros}&#10;\begin{document}&#10;Wir haben früher schon gesehen, dass &#10;die Aussagen $A\Rightarrow Z$ und $\neg Z\Rightarrow \neg A$ stets den selben Wahrheitsgehalt haben.&#10;\end{document}&#10;"/>
  <p:tag name="IGUANATEXSIZE" val="20"/>
  <p:tag name="IGUANATEXCURSOR" val="1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27323"/>
  <p:tag name="ORIGINALWIDTH" val="959.7911"/>
  <p:tag name="LATEXADDIN" val=" \documentclass{slides}&#10;\include{macros}&#10;\begin{document}&#10;Wenn nun $A\Rightarrow Z$ zu beweisen ist, kann man also auch die sogenannte {\mydarkgreen logische Kontraposition} $\neg Z\Rightarrow \neg A$ beweisen.&#10;\end{document}&#10;"/>
  <p:tag name="IGUANATEXSIZE" val="20"/>
  <p:tag name="IGUANATEXCURSOR" val="1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.25488"/>
  <p:tag name="ORIGINALWIDTH" val="960.4457"/>
  <p:tag name="LATEXADDIN" val=" \documentclass{slides}&#10;\include{macros}&#10;\begin{document}&#10;Dies nennt man {\mydarkgreen Beweis durch Kontraposition}.&#10;\end{document}&#10;"/>
  <p:tag name="IGUANATEXSIZE" val="20"/>
  <p:tag name="IGUANATEXCURSOR" val="11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3549.306"/>
  <p:tag name="LATEXADDIN" val=" \documentclass{slides}&#10;\include{macros}&#10;\begin{document}&#10;Das ist manchmal einfacher.&#10;\end{document}&#10;"/>
  <p:tag name="IGUANATEXSIZE" val="20"/>
  <p:tag name="IGUANATEXCURSOR" val="8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124.85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bspe&#10;\end{document}&#10;"/>
  <p:tag name="IGUANATEXSIZE" val="20"/>
  <p:tag name="IGUANATEXCURSOR" val="8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.72772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E{Wenn ist Kaffee trinke, bin ich wach.}&#10;\end{document}&#10;"/>
  <p:tag name="IGUANATEXSIZE" val="20"/>
  <p:tag name="IGUANATEXCURSOR" val="8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.85472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Kontraposition: Wenn ist nicht wach bin, dann habe ich keinen Kaffee getrunken.&#10;\end{document}&#10;"/>
  <p:tag name="IGUANATEXSIZE" val="20"/>
  <p:tag name="IGUANATEXCURSOR" val="93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67299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\itmZ{Wenn die Sonne scheint und ich fit bin, gehe ich klettern.}&#10;\end{document}&#10;"/>
  <p:tag name="IGUANATEXSIZE" val="20"/>
  <p:tag name="IGUANATEXCURSOR" val="92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.00047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Kontraposition: Wenn ist nicht klettern gehe, dann scheint die Sonne nicht {\red oder} ich bin nicht fit.&#10;\end{document}&#10;"/>
  <p:tag name="IGUANATEXSIZE" val="20"/>
  <p:tag name="IGUANATEXCURSOR" val="9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.52764"/>
  <p:tag name="ORIGINALWIDTH" val="960.445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newcommand{\mO}{{\cal O}}&#10;\begin{document}&#10;Zur Erinnerung: De Morgan $\neg (A\wedge B)\equiv \neg A\vee \neg B$&#10;\end{document}&#10;"/>
  <p:tag name="IGUANATEXSIZE" val="20"/>
  <p:tag name="IGUANATEXCURSOR" val="90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18229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/>
  <p:tag name="IGUANATEXSIZE" val="20"/>
  <p:tag name="IGUANATEXCURSOR" val="3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2795"/>
  <p:tag name="ORIGINALWIDTH" val="959.354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forall n\in\mZ: \left(n^2 \mbox{ gerade }\Rightarrow n \mbox{ gerade }\right)$.&#10;\end{document}&#10;"/>
  <p:tag name="IGUANATEXSIZE" val="20"/>
  <p:tag name="IGUANATEXCURSOR" val="98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.90945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Wir beweisen die &#10;äquivalente Aussage $\forall n\in\mZ: \left(n \mbox{ ungerade }\Rightarrow n^2 \mbox{ ungerade }\right)$.&#10;\end{document}&#10;"/>
  <p:tag name="IGUANATEXSIZE" val="20"/>
  <p:tag name="IGUANATEXCURSOR" val="75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.9822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Es sei $n$ eine beliebige ungerade Zahl.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2243"/>
  <p:tag name="ORIGINALWIDTH" val="2638.1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n=2i+1$.&#10;\end{document}&#10;"/>
  <p:tag name="IGUANATEXSIZE" val="20"/>
  <p:tag name="IGUANATEXCURSOR" val="8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447.69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ungerade&#10;\end{document}&#10;"/>
  <p:tag name="IGUANATEXSIZE" val="20"/>
  <p:tag name="IGUANATEXCURSOR" val="90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3075.36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n^2=(2i+1)^2$&#10;\end{document}&#10;"/>
  <p:tag name="IGUANATEXSIZE" val="20"/>
  <p:tag name="IGUANATEXCURSOR" val="91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1159.35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2171"/>
  <p:tag name="ORIGINALWIDTH" val="1767.52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=4i^2+4i+1$&#10;\end{document}&#10;"/>
  <p:tag name="IGUANATEXSIZE" val="20"/>
  <p:tag name="IGUANATEXCURSOR" val="8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163.47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=2(2i^2+2i)+1$&#10;\end{document}&#10;"/>
  <p:tag name="IGUANATEXSIZE" val="20"/>
  <p:tag name="IGUANATEXCURSOR" val="8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8.9651"/>
  <p:tag name="ORIGINALWIDTH" val="2754.40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j\in\mZ: n^2=2j+1$&#10;\end{document}&#10;"/>
  <p:tag name="IGUANATEXSIZE" val="20"/>
  <p:tag name="IGUANATEXCURSOR" val="8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8.9651"/>
  <p:tag name="ORIGINALWIDTH" val="3022.12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nämlich $j=2i^2+2i\in\mZ$&#10;\end{document}&#10;"/>
  <p:tag name="IGUANATEXSIZE" val="20"/>
  <p:tag name="IGUANATEXCURSOR" val="9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1857.51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n^2$ ungerade&#10;\end{document}&#10;"/>
  <p:tag name="IGUANATEXSIZE" val="20"/>
  <p:tag name="IGUANATEXCURSOR" val="8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447.69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ungerade&#10;\end{document}&#10;"/>
  <p:tag name="IGUANATEXSIZE" val="20"/>
  <p:tag name="IGUANATEXCURSOR" val="90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18229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/>
  <p:tag name="IGUANATEXSIZE" val="20"/>
  <p:tag name="IGUANATEXCURSOR" val="3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2795"/>
  <p:tag name="ORIGINALWIDTH" val="959.354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forall n\in\mZ: \left(n^2 \mbox{ gerade }\Rightarrow n \mbox{ gerade }\right)$.&#10;\end{document}&#10;"/>
  <p:tag name="IGUANATEXSIZE" val="20"/>
  <p:tag name="IGUANATEXCURSOR" val="98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60047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Es sei $n^2$ eine beliebige gerade Zahl.&#10;\end{document}&#10;"/>
  <p:tag name="IGUANATEXSIZE" val="20"/>
  <p:tag name="IGUANATEXCURSOR" val="87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5.2194"/>
  <p:tag name="ORIGINALWIDTH" val="2260.96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n^2=2i$.&#10;\end{document}&#10;"/>
  <p:tag name="IGUANATEXSIZE" val="20"/>
  <p:tag name="IGUANATEXCURSOR" val="89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4731"/>
  <p:tag name="ORIGINALWIDTH" val="2137.9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inition gerade&#10;\end{document}&#10;"/>
  <p:tag name="IGUANATEXSIZE" val="20"/>
  <p:tag name="IGUANATEXCURSOR" val="90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.38236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Jetzt müsste man aus der Darstellung von $n^2$ als $2i$ irgendwie auf eine Darstellung von $n$ als $2j$ kommen.&#10;\end{document}&#10;"/>
  <p:tag name="IGUANATEXSIZE" val="20"/>
  <p:tag name="IGUANATEXCURSOR" val="96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.16417"/>
  <p:tag name="ORIGINALWIDTH" val="958.918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Das ist nicht direkt möglich.&#10;\end{document}&#10;"/>
  <p:tag name="IGUANATEXSIZE" val="20"/>
  <p:tag name="IGUANATEXCURSOR" val="8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49142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Hier war es viel einfacher, aus einer Darstellung von $n$ als ungerade Zahl auf eine Darstellung von $n^2$ als ungerade Zahl zu kommen.&#10;\end{document}&#10;"/>
  <p:tag name="IGUANATEXSIZE" val="20"/>
  <p:tag name="IGUANATEXCURSOR" val="9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49118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Man könnte auch versuchen, den Satz direkt zu beweisen.&#10;\end{document}&#10;"/>
  <p:tag name="IGUANATEXSIZE" val="20"/>
  <p:tag name="IGUANATEXCURSOR" val="94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18229"/>
  <p:tag name="ORIGINALWIDTH" val="960.2275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Beweis durch Kontraposition}&#10;\end{document}&#10;"/>
  <p:tag name="IGUANATEXSIZE" val="20"/>
  <p:tag name="IGUANATEXCURSOR" val="37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2817.39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indirekter Beweis}&#10;\end{document}&#10;"/>
  <p:tag name="IGUANATEXSIZE" val="20"/>
  <p:tag name="IGUANATEXCURSOR" val="3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0739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Um eine Aussage $Z$ mit einem {\mydarkgreen indirektem Beweis} zu zeigen, startet man mit dem Gegenteil $\neg Z&#10;$ und findet davon ausgehend eine Folge wahrer Implikationen&#10;$\neg Z\Rightarrow B_1, B_1\Rightarrow B_2,\ldots,&#10;B_{k-1}\Rightarrow B_k, B_k\Rightarrow W$, die zu einer falschen Aussage $W$ (``Widerspruch'') führt.&#10;\end{document}&#10;"/>
  <p:tag name="IGUANATEXSIZE" val="20"/>
  <p:tag name="IGUANATEXCURSOR" val="115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70961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Wenn bei einer wahren Implikation $A\Rightarrow W$ die Aussage $W$ falsch ist, dann muss gemäss der Definition der Implikation auch $A$ falsch sein.&#10;\end{document}&#10;"/>
  <p:tag name="IGUANATEXSIZE" val="20"/>
  <p:tag name="IGUANATEXCURSOR" val="101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1.4698"/>
  <p:tag name="ORIGINALWIDTH" val="3442.8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forall n\in\mN: \left(2n+2\geq 4\right)$.&#10;\end{document}&#10;"/>
  <p:tag name="IGUANATEXSIZE" val="20"/>
  <p:tag name="IGUANATEXCURSOR" val="94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.47307"/>
  <p:tag name="ORIGINALWIDTH" val="959.57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Es sei $n$ eine beliebige natürliche Zahl.&#10;\end{document}&#10;"/>
  <p:tag name="IGUANATEXSIZE" val="20"/>
  <p:tag name="IGUANATEXCURSOR" val="91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2243"/>
  <p:tag name="ORIGINALWIDTH" val="2726.65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Annahme: $2n+2&lt;4$&#10;\end{document}&#10;"/>
  <p:tag name="IGUANATEXSIZE" val="20"/>
  <p:tag name="IGUANATEXCURSOR" val="8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127.85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2n&lt;2$&#10;\end{document}&#10;"/>
  <p:tag name="IGUANATEXSIZE" val="20"/>
  <p:tag name="IGUANATEXCURSOR" val="87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962.879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n&lt;1$&#10;\end{document}&#10;"/>
  <p:tag name="IGUANATEXSIZE" val="20"/>
  <p:tag name="IGUANATEXCURSOR" val="8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616.79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red Widerspruch!&#10;\end{document}&#10;"/>
  <p:tag name="IGUANATEXSIZE" val="20"/>
  <p:tag name="IGUANATEXCURSOR" val="8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9278"/>
  <p:tag name="ORIGINALWIDTH" val="959.791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Unsere Annahme $2n+2&lt;4$ muss also falsch sein, womit das Gegenteil davon richtig ist, also $2n+2\geq 4$.&#10;\end{document}&#10;"/>
  <p:tag name="IGUANATEXSIZE" val="20"/>
  <p:tag name="IGUANATEXCURSOR" val="96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2817.39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indirekter Beweis}&#10;\end{document}&#10;"/>
  <p:tag name="IGUANATEXSIZE" val="20"/>
  <p:tag name="IGUANATEXCURSOR" val="3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27323"/>
  <p:tag name="ORIGINALWIDTH" val="960.009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Für das nächste Beispiel brauchen wir die formale Definition von rationalen&#10;Zahlen. Das sind Zahlen, die sich als Bruch schreiben lassen:&#10;\end{document}&#10;"/>
  <p:tag name="IGUANATEXSIZE" val="20"/>
  <p:tag name="IGUANATEXCURSOR" val="102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1264.342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Definition:&#10;\end{document}&#10;"/>
  <p:tag name="IGUANATEXSIZE" val="20"/>
  <p:tag name="IGUANATEXCURSOR" val="87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.78236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Die Menge der {\mydarkgreen rationalen Zahlen} ist definiert als &#10;$&#10;\mQ=\left\{\frac pq\mid p,q\in\mZ \mbox{ und } q\neq 0&#10;\right\}$.&#10;Man nennt $p$ den {\mydarkgreen Zähler} und $q$ den {\mydarkgreen Nenner}.&#10;\end{document}&#10;"/>
  <p:tag name="IGUANATEXSIZE" val="20"/>
  <p:tag name="IGUANATEXCURSOR" val="99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124.85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spe&#10;\end{document}&#10;"/>
  <p:tag name="IGUANATEXSIZE" val="20"/>
  <p:tag name="IGUANATEXCURSOR" val="8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1160.10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E{$\frac12\in\mQ$}&#10;\end{document}&#10;"/>
  <p:tag name="IGUANATEXSIZE" val="20"/>
  <p:tag name="IGUANATEXCURSOR" val="86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.4582"/>
  <p:tag name="ORIGINALWIDTH" val="1702.28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Z{$5=\frac51\in\mQ$}&#10;\end{document}&#10;"/>
  <p:tag name="IGUANATEXSIZE" val="20"/>
  <p:tag name="IGUANATEXCURSOR" val="8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2085.48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D{$0.25=\frac14\in\mQ$}&#10;\end{document}&#10;"/>
  <p:tag name="IGUANATEXSIZE" val="20"/>
  <p:tag name="IGUANATEXCURSOR" val="87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2077"/>
  <p:tag name="ORIGINALWIDTH" val="1160.10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itm{(4)}{$\frac70\notin\mQ$}&#10;\end{document}&#10;"/>
  <p:tag name="IGUANATEXSIZE" val="20"/>
  <p:tag name="IGUANATEXCURSOR" val="88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9738"/>
  <p:tag name="ORIGINALWIDTH" val="2817.398"/>
  <p:tag name="LATEXADDIN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indirekter Beweis}&#10;\end{document}&#10;"/>
  <p:tag name="IGUANATEXSIZE" val="20"/>
  <p:tag name="IGUANATEXCURSOR" val="36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.38228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&#10;\newcommand{\mR}{\mathbb{R}} \newcommand{\mQ}{\mathbb{Q}}&#10;\newcommand{\mO}{{\cal O}}&#10;\begin{document}&#10;\blue Satz: \black $\sqrt2\notin\mQ$. $\sqrt2$ ist also keine rationale Zahl.&#10;\end{document}&#10;"/>
  <p:tag name="IGUANATEXSIZE" val="20"/>
  <p:tag name="IGUANATEXCURSOR" val="9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9674"/>
  <p:tag name="ORIGINALWIDTH" val="3417.32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blue Beweis: \black Annahme: $\sqrt2\in\mQ$.&#10;\end{document}&#10;"/>
  <p:tag name="IGUANATEXSIZE" val="20"/>
  <p:tag name="IGUANATEXCURSOR" val="90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.69157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p,q\in\mZ$ mit $q\neq 0$, so dass $\sqrt2 =\frac pq$.&#10;\end{document}&#10;"/>
  <p:tag name="IGUANATEXSIZE" val="20"/>
  <p:tag name="IGUANATEXCURSOR" val="89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6.0379"/>
  <p:tag name="ORIGINALWIDTH" val="960.445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textwidth150mm&#10;\begin{document}&#10;Hier können wir zusätzlich annehmen, dass $p$ und $q$ vollständig gekürzt ist, d.h.~$p$ und $q$ keinen gemeinsamen Teiler haben.&#10;\end{document}&#10;"/>
  <p:tag name="IGUANATEXSIZE" val="20"/>
  <p:tag name="IGUANATEXCURSOR" val="8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1529.80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sqrt2\cdot q =p$&#10;\end{document}&#10;"/>
  <p:tag name="IGUANATEXSIZE" val="20"/>
  <p:tag name="IGUANATEXCURSOR" val="88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480.689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4803"/>
  <p:tag name="ORIGINALWIDTH" val="169.478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$\cdot q$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565.05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2\cdot q^2 =p^2$&#10;\end{document}&#10;"/>
  <p:tag name="IGUANATEXSIZE" val="20"/>
  <p:tag name="IGUANATEXCURSOR" val="88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280.0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quadrieren&#10;\end{document}&#10;"/>
  <p:tag name="IGUANATEXSIZE" val="20"/>
  <p:tag name="IGUANATEXCURSOR" val="88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520.0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p^2$ gerade&#10;\end{document}&#10;"/>
  <p:tag name="IGUANATEXSIZE" val="20"/>
  <p:tag name="IGUANATEXCURSOR" val="88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9.7225"/>
  <p:tag name="ORIGINALWIDTH" val="1385.077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p$ gerade&#10;\end{document}&#10;"/>
  <p:tag name="IGUANATEXSIZE" val="20"/>
  <p:tag name="IGUANATEXCURSOR" val="8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480.689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.9775"/>
  <p:tag name="ORIGINALWIDTH" val="1949.00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Satz von früher&#10;\end{document}&#10;"/>
  <p:tag name="IGUANATEXSIZE" val="20"/>
  <p:tag name="IGUANATEXCURSOR" val="9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9.7225"/>
  <p:tag name="ORIGINALWIDTH" val="2031.49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\exists i\in\mZ: p=2i$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480.689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685.414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2\cdot q^2 =(2i)^2=4i^2$&#10;\end{document}&#10;"/>
  <p:tag name="IGUANATEXSIZE" val="20"/>
  <p:tag name="IGUANATEXCURSOR" val="88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478"/>
  <p:tag name="ORIGINALWIDTH" val="1120.3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einsetzen&#10;\end{document}&#10;"/>
  <p:tag name="IGUANATEXSIZE" val="20"/>
  <p:tag name="IGUANATEXCURSOR" val="89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332.583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 q^2 =2i^2$&#10;\end{document}&#10;"/>
  <p:tag name="IGUANATEXSIZE" val="20"/>
  <p:tag name="IGUANATEXCURSOR" val="88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239.220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$\colon 2$&#10;\end{document}&#10;"/>
  <p:tag name="IGUANATEXSIZE" val="20"/>
  <p:tag name="IGUANATEXCURSOR" val="89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514.061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q^2$ gerade&#10;\end{document}&#10;"/>
  <p:tag name="IGUANATEXSIZE" val="20"/>
  <p:tag name="IGUANATEXCURSOR" val="8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9.7225"/>
  <p:tag name="ORIGINALWIDTH" val="1379.07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$\Rightarrow q$ gerade&#10;\end{document}&#10;"/>
  <p:tag name="IGUANATEXSIZE" val="20"/>
  <p:tag name="IGUANATEXCURSOR" val="87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480.6899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Def.&#10;\end{document}&#10;"/>
  <p:tag name="IGUANATEXSIZE" val="20"/>
  <p:tag name="IGUANATEXCURSOR" val="89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.9775"/>
  <p:tag name="ORIGINALWIDTH" val="1949.006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Z}{\mathbb{Z}} &#10;\newcommand{\mR}{\mathbb{R}} \newcommand{\mQ}{\mathbb{Q}}&#10;\newcommand{\mO}{{\cal O}}&#10;\begin{document}&#10; Satz von früher&#10;\end{document}&#10;"/>
  <p:tag name="IGUANATEXSIZE" val="20"/>
  <p:tag name="IGUANATEXCURSOR" val="90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616.798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begin{document}&#10;\red Widerspruch!&#10;\end{document}&#10;"/>
  <p:tag name="IGUANATEXSIZE" val="20"/>
  <p:tag name="IGUANATEXCURSOR" val="8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1102"/>
  <p:tag name="ORIGINALWIDTH" val="960.2275"/>
  <p:tag name="LATEXADDIN" val="\documentclass{slides} \usepackage{pstricks} &#10;\usepackage[utf8]{inputenc}&#10;\usepackage{color} &#10;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Z}{\mathbb{Z}} &#10;\newcommand{\mR}{\mathbb{R}} \newcommand{\mQ}{\mathbb{Q}}&#10;\newcommand{\mO}{{\cal O}}&#10;\textwidth150mm&#10;\begin{document}&#10;Also muss unsere Annahme $\sqrt2\in\mQ$ falsch sein, womit $\sqrt2\notin \mQ$ richtig ist.&#10;\end{document}&#10;"/>
  <p:tag name="IGUANATEXSIZE" val="20"/>
  <p:tag name="IGUANATEXCURSOR" val="8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96C0376D138147AFD8A93DB6072E62" ma:contentTypeVersion="3" ma:contentTypeDescription="Ein neues Dokument erstellen." ma:contentTypeScope="" ma:versionID="7b6183dba92cfb1dc3c728ebc8e40250">
  <xsd:schema xmlns:xsd="http://www.w3.org/2001/XMLSchema" xmlns:xs="http://www.w3.org/2001/XMLSchema" xmlns:p="http://schemas.microsoft.com/office/2006/metadata/properties" xmlns:ns2="21bf46ba-4ab2-48e1-878b-391588be817c" targetNamespace="http://schemas.microsoft.com/office/2006/metadata/properties" ma:root="true" ma:fieldsID="738911e9f4fe1455424c4f27595063a5" ns2:_="">
    <xsd:import namespace="21bf46ba-4ab2-48e1-878b-391588be8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f46ba-4ab2-48e1-878b-391588be8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FA9BA1-477F-4625-875D-F63A7E216AEB}"/>
</file>

<file path=customXml/itemProps2.xml><?xml version="1.0" encoding="utf-8"?>
<ds:datastoreItem xmlns:ds="http://schemas.openxmlformats.org/officeDocument/2006/customXml" ds:itemID="{DDAE2ABF-A019-4571-96E5-4F9749DF7C94}"/>
</file>

<file path=customXml/itemProps3.xml><?xml version="1.0" encoding="utf-8"?>
<ds:datastoreItem xmlns:ds="http://schemas.openxmlformats.org/officeDocument/2006/customXml" ds:itemID="{D74443A4-3606-41BC-A700-6F34B3F8FF6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1" baseType="lpstr">
      <vt:lpstr>Arial</vt:lpstr>
      <vt:lpstr>Standarddesign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Andreas Vogt</dc:creator>
  <cp:lastModifiedBy>Andreas Vogt</cp:lastModifiedBy>
  <cp:revision>494</cp:revision>
  <dcterms:created xsi:type="dcterms:W3CDTF">2005-01-22T10:46:42Z</dcterms:created>
  <dcterms:modified xsi:type="dcterms:W3CDTF">2026-09-05T15:29:11Z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0x0101008A96C0376D138147AFD8A93DB6072E62</vt:lpwstr>
  </property>
</Properties>
</file>