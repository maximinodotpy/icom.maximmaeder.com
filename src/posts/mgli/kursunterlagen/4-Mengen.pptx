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1"/>
  </p:notesMasterIdLst>
  <p:sldIdLst>
    <p:sldId id="402" r:id="rId2"/>
    <p:sldId id="422" r:id="rId3"/>
    <p:sldId id="404" r:id="rId4"/>
    <p:sldId id="405" r:id="rId5"/>
    <p:sldId id="407" r:id="rId6"/>
    <p:sldId id="408" r:id="rId7"/>
    <p:sldId id="423" r:id="rId8"/>
    <p:sldId id="406" r:id="rId9"/>
    <p:sldId id="409" r:id="rId10"/>
    <p:sldId id="419" r:id="rId11"/>
    <p:sldId id="413" r:id="rId12"/>
    <p:sldId id="416" r:id="rId13"/>
    <p:sldId id="414" r:id="rId14"/>
    <p:sldId id="415" r:id="rId15"/>
    <p:sldId id="417" r:id="rId16"/>
    <p:sldId id="412" r:id="rId17"/>
    <p:sldId id="424" r:id="rId18"/>
    <p:sldId id="425" r:id="rId19"/>
    <p:sldId id="426" r:id="rId20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0">
          <p15:clr>
            <a:srgbClr val="A4A3A4"/>
          </p15:clr>
        </p15:guide>
        <p15:guide id="2" orient="horz" pos="336">
          <p15:clr>
            <a:srgbClr val="A4A3A4"/>
          </p15:clr>
        </p15:guide>
        <p15:guide id="3" orient="horz" pos="3997">
          <p15:clr>
            <a:srgbClr val="A4A3A4"/>
          </p15:clr>
        </p15:guide>
        <p15:guide id="4" orient="horz" pos="3226">
          <p15:clr>
            <a:srgbClr val="A4A3A4"/>
          </p15:clr>
        </p15:guide>
        <p15:guide id="5" pos="1292">
          <p15:clr>
            <a:srgbClr val="A4A3A4"/>
          </p15:clr>
        </p15:guide>
        <p15:guide id="6" pos="771">
          <p15:clr>
            <a:srgbClr val="A4A3A4"/>
          </p15:clr>
        </p15:guide>
        <p15:guide id="7" pos="2925">
          <p15:clr>
            <a:srgbClr val="A4A3A4"/>
          </p15:clr>
        </p15:guide>
        <p15:guide id="8" pos="589">
          <p15:clr>
            <a:srgbClr val="A4A3A4"/>
          </p15:clr>
        </p15:guide>
        <p15:guide id="9" pos="2721">
          <p15:clr>
            <a:srgbClr val="A4A3A4"/>
          </p15:clr>
        </p15:guide>
        <p15:guide id="10" pos="1451">
          <p15:clr>
            <a:srgbClr val="A4A3A4"/>
          </p15:clr>
        </p15:guide>
        <p15:guide id="11" pos="3470">
          <p15:clr>
            <a:srgbClr val="A4A3A4"/>
          </p15:clr>
        </p15:guide>
        <p15:guide id="12" pos="24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9900"/>
    <a:srgbClr val="FF5050"/>
    <a:srgbClr val="333399"/>
    <a:srgbClr val="808080"/>
    <a:srgbClr val="AF0000"/>
    <a:srgbClr val="0066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3E233-CC4B-442A-B0FE-07CBA4284C1A}" v="261" dt="2026-09-07T08:51:46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8" autoAdjust="0"/>
    <p:restoredTop sz="83255" autoAdjust="0"/>
  </p:normalViewPr>
  <p:slideViewPr>
    <p:cSldViewPr snapToObjects="1">
      <p:cViewPr varScale="1">
        <p:scale>
          <a:sx n="98" d="100"/>
          <a:sy n="98" d="100"/>
        </p:scale>
        <p:origin x="496" y="64"/>
      </p:cViewPr>
      <p:guideLst>
        <p:guide orient="horz" pos="3680"/>
        <p:guide orient="horz" pos="336"/>
        <p:guide orient="horz" pos="3997"/>
        <p:guide orient="horz" pos="3226"/>
        <p:guide pos="1292"/>
        <p:guide pos="771"/>
        <p:guide pos="2925"/>
        <p:guide pos="589"/>
        <p:guide pos="2721"/>
        <p:guide pos="1451"/>
        <p:guide pos="3470"/>
        <p:guide pos="24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Vogt" userId="8f2cb726-881e-407e-b2de-45ed121033e4" providerId="ADAL" clId="{70EBE32E-D786-43DC-AA27-849F4B469A0A}"/>
    <pc:docChg chg="undo custSel addSld modSld sldOrd">
      <pc:chgData name="Andreas Vogt" userId="8f2cb726-881e-407e-b2de-45ed121033e4" providerId="ADAL" clId="{70EBE32E-D786-43DC-AA27-849F4B469A0A}" dt="2026-09-07T08:51:48.802" v="3854" actId="1037"/>
      <pc:docMkLst>
        <pc:docMk/>
      </pc:docMkLst>
      <pc:sldChg chg="modSp mod">
        <pc:chgData name="Andreas Vogt" userId="8f2cb726-881e-407e-b2de-45ed121033e4" providerId="ADAL" clId="{70EBE32E-D786-43DC-AA27-849F4B469A0A}" dt="2026-08-24T07:42:55.393" v="3497" actId="12788"/>
        <pc:sldMkLst>
          <pc:docMk/>
          <pc:sldMk cId="0" sldId="402"/>
        </pc:sldMkLst>
        <pc:picChg chg="mod ord">
          <ac:chgData name="Andreas Vogt" userId="8f2cb726-881e-407e-b2de-45ed121033e4" providerId="ADAL" clId="{70EBE32E-D786-43DC-AA27-849F4B469A0A}" dt="2026-08-24T07:42:55.393" v="3497" actId="12788"/>
          <ac:picMkLst>
            <pc:docMk/>
            <pc:sldMk cId="0" sldId="402"/>
            <ac:picMk id="5" creationId="{5593AABD-ECA9-58F6-C7B8-31C37CF2B5F9}"/>
          </ac:picMkLst>
        </pc:picChg>
      </pc:sldChg>
      <pc:sldChg chg="addSp delSp modSp mod modAnim">
        <pc:chgData name="Andreas Vogt" userId="8f2cb726-881e-407e-b2de-45ed121033e4" providerId="ADAL" clId="{70EBE32E-D786-43DC-AA27-849F4B469A0A}" dt="2026-08-22T15:17:58.951" v="3343"/>
        <pc:sldMkLst>
          <pc:docMk/>
          <pc:sldMk cId="0" sldId="404"/>
        </pc:sldMkLst>
        <pc:spChg chg="add mod">
          <ac:chgData name="Andreas Vogt" userId="8f2cb726-881e-407e-b2de-45ed121033e4" providerId="ADAL" clId="{70EBE32E-D786-43DC-AA27-849F4B469A0A}" dt="2026-08-22T15:10:19.256" v="3052" actId="1036"/>
          <ac:spMkLst>
            <pc:docMk/>
            <pc:sldMk cId="0" sldId="404"/>
            <ac:spMk id="6" creationId="{78FE8AF9-305B-C1AD-8025-DD4D9BE143F8}"/>
          </ac:spMkLst>
        </pc:spChg>
        <pc:picChg chg="mod">
          <ac:chgData name="Andreas Vogt" userId="8f2cb726-881e-407e-b2de-45ed121033e4" providerId="ADAL" clId="{70EBE32E-D786-43DC-AA27-849F4B469A0A}" dt="2026-08-16T12:23:47.164" v="102" actId="465"/>
          <ac:picMkLst>
            <pc:docMk/>
            <pc:sldMk cId="0" sldId="404"/>
            <ac:picMk id="5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6T12:23:47.164" v="102" actId="465"/>
          <ac:picMkLst>
            <pc:docMk/>
            <pc:sldMk cId="0" sldId="404"/>
            <ac:picMk id="9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6T12:23:47.164" v="102" actId="465"/>
          <ac:picMkLst>
            <pc:docMk/>
            <pc:sldMk cId="0" sldId="404"/>
            <ac:picMk id="11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6T12:23:47.164" v="102" actId="465"/>
          <ac:picMkLst>
            <pc:docMk/>
            <pc:sldMk cId="0" sldId="404"/>
            <ac:picMk id="13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6T12:23:47.164" v="102" actId="465"/>
          <ac:picMkLst>
            <pc:docMk/>
            <pc:sldMk cId="0" sldId="404"/>
            <ac:picMk id="16" creationId="{62B08154-BDB3-F113-CDE7-2B7E55577BAF}"/>
          </ac:picMkLst>
        </pc:picChg>
        <pc:picChg chg="mod ord">
          <ac:chgData name="Andreas Vogt" userId="8f2cb726-881e-407e-b2de-45ed121033e4" providerId="ADAL" clId="{70EBE32E-D786-43DC-AA27-849F4B469A0A}" dt="2026-08-16T12:23:47.164" v="102" actId="465"/>
          <ac:picMkLst>
            <pc:docMk/>
            <pc:sldMk cId="0" sldId="404"/>
            <ac:picMk id="18" creationId="{FA76F5B6-D4E3-B7DE-E7E0-B349D8084CA9}"/>
          </ac:picMkLst>
        </pc:picChg>
        <pc:picChg chg="mod">
          <ac:chgData name="Andreas Vogt" userId="8f2cb726-881e-407e-b2de-45ed121033e4" providerId="ADAL" clId="{70EBE32E-D786-43DC-AA27-849F4B469A0A}" dt="2026-08-16T12:23:47.164" v="102" actId="465"/>
          <ac:picMkLst>
            <pc:docMk/>
            <pc:sldMk cId="0" sldId="404"/>
            <ac:picMk id="19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6T12:26:16.966" v="147" actId="1036"/>
          <ac:picMkLst>
            <pc:docMk/>
            <pc:sldMk cId="0" sldId="404"/>
            <ac:picMk id="20" creationId="{00000000-0000-0000-0000-000000000000}"/>
          </ac:picMkLst>
        </pc:picChg>
      </pc:sldChg>
      <pc:sldChg chg="addSp delSp modSp mod modAnim">
        <pc:chgData name="Andreas Vogt" userId="8f2cb726-881e-407e-b2de-45ed121033e4" providerId="ADAL" clId="{70EBE32E-D786-43DC-AA27-849F4B469A0A}" dt="2026-08-22T15:18:52.699" v="3348" actId="14100"/>
        <pc:sldMkLst>
          <pc:docMk/>
          <pc:sldMk cId="0" sldId="405"/>
        </pc:sldMkLst>
        <pc:spChg chg="add mod">
          <ac:chgData name="Andreas Vogt" userId="8f2cb726-881e-407e-b2de-45ed121033e4" providerId="ADAL" clId="{70EBE32E-D786-43DC-AA27-849F4B469A0A}" dt="2026-08-22T15:06:52.757" v="2617" actId="14100"/>
          <ac:spMkLst>
            <pc:docMk/>
            <pc:sldMk cId="0" sldId="405"/>
            <ac:spMk id="4" creationId="{66D45C81-DB90-D04E-CCCB-738E3923815D}"/>
          </ac:spMkLst>
        </pc:spChg>
        <pc:spChg chg="add mod">
          <ac:chgData name="Andreas Vogt" userId="8f2cb726-881e-407e-b2de-45ed121033e4" providerId="ADAL" clId="{70EBE32E-D786-43DC-AA27-849F4B469A0A}" dt="2026-08-22T15:18:52.699" v="3348" actId="14100"/>
          <ac:spMkLst>
            <pc:docMk/>
            <pc:sldMk cId="0" sldId="405"/>
            <ac:spMk id="12" creationId="{9144A6E3-A407-7881-D250-F7CC4C1D09C6}"/>
          </ac:spMkLst>
        </pc:spChg>
        <pc:spChg chg="add mod">
          <ac:chgData name="Andreas Vogt" userId="8f2cb726-881e-407e-b2de-45ed121033e4" providerId="ADAL" clId="{70EBE32E-D786-43DC-AA27-849F4B469A0A}" dt="2026-08-22T15:17:04.523" v="3338" actId="208"/>
          <ac:spMkLst>
            <pc:docMk/>
            <pc:sldMk cId="0" sldId="405"/>
            <ac:spMk id="15" creationId="{D6F4D6E8-B86C-9A93-2E32-71F63A7473D6}"/>
          </ac:spMkLst>
        </pc:spChg>
        <pc:spChg chg="mod topLvl">
          <ac:chgData name="Andreas Vogt" userId="8f2cb726-881e-407e-b2de-45ed121033e4" providerId="ADAL" clId="{70EBE32E-D786-43DC-AA27-849F4B469A0A}" dt="2026-08-22T15:11:06.070" v="3091" actId="1076"/>
          <ac:spMkLst>
            <pc:docMk/>
            <pc:sldMk cId="0" sldId="405"/>
            <ac:spMk id="5135" creationId="{00000000-0000-0000-0000-000000000000}"/>
          </ac:spMkLst>
        </pc:spChg>
        <pc:spChg chg="mod topLvl">
          <ac:chgData name="Andreas Vogt" userId="8f2cb726-881e-407e-b2de-45ed121033e4" providerId="ADAL" clId="{70EBE32E-D786-43DC-AA27-849F4B469A0A}" dt="2026-08-22T15:11:06.070" v="3091" actId="1076"/>
          <ac:spMkLst>
            <pc:docMk/>
            <pc:sldMk cId="0" sldId="405"/>
            <ac:spMk id="5136" creationId="{00000000-0000-0000-0000-000000000000}"/>
          </ac:spMkLst>
        </pc:spChg>
        <pc:spChg chg="mod topLvl">
          <ac:chgData name="Andreas Vogt" userId="8f2cb726-881e-407e-b2de-45ed121033e4" providerId="ADAL" clId="{70EBE32E-D786-43DC-AA27-849F4B469A0A}" dt="2026-08-22T15:11:06.070" v="3091" actId="1076"/>
          <ac:spMkLst>
            <pc:docMk/>
            <pc:sldMk cId="0" sldId="405"/>
            <ac:spMk id="5137" creationId="{00000000-0000-0000-0000-000000000000}"/>
          </ac:spMkLst>
        </pc:spChg>
        <pc:grpChg chg="add mod">
          <ac:chgData name="Andreas Vogt" userId="8f2cb726-881e-407e-b2de-45ed121033e4" providerId="ADAL" clId="{70EBE32E-D786-43DC-AA27-849F4B469A0A}" dt="2026-08-22T15:11:06.070" v="3091" actId="1076"/>
          <ac:grpSpMkLst>
            <pc:docMk/>
            <pc:sldMk cId="0" sldId="405"/>
            <ac:grpSpMk id="14" creationId="{010E3F07-A0C6-E20C-D6D6-D17A8DD8F1E8}"/>
          </ac:grpSpMkLst>
        </pc:grpChg>
        <pc:picChg chg="mod">
          <ac:chgData name="Andreas Vogt" userId="8f2cb726-881e-407e-b2de-45ed121033e4" providerId="ADAL" clId="{70EBE32E-D786-43DC-AA27-849F4B469A0A}" dt="2026-08-22T15:06:44.011" v="2616" actId="1038"/>
          <ac:picMkLst>
            <pc:docMk/>
            <pc:sldMk cId="0" sldId="405"/>
            <ac:picMk id="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6:44.011" v="2616" actId="1038"/>
          <ac:picMkLst>
            <pc:docMk/>
            <pc:sldMk cId="0" sldId="405"/>
            <ac:picMk id="6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0:43.926" v="3082" actId="1036"/>
          <ac:picMkLst>
            <pc:docMk/>
            <pc:sldMk cId="0" sldId="405"/>
            <ac:picMk id="10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22T15:06:44.011" v="2616" actId="1038"/>
          <ac:picMkLst>
            <pc:docMk/>
            <pc:sldMk cId="0" sldId="405"/>
            <ac:picMk id="13" creationId="{29D7020F-197A-D4BC-8377-53B37D5406C6}"/>
          </ac:picMkLst>
        </pc:picChg>
        <pc:picChg chg="mod ord">
          <ac:chgData name="Andreas Vogt" userId="8f2cb726-881e-407e-b2de-45ed121033e4" providerId="ADAL" clId="{70EBE32E-D786-43DC-AA27-849F4B469A0A}" dt="2026-08-16T12:25:50.783" v="136" actId="1076"/>
          <ac:picMkLst>
            <pc:docMk/>
            <pc:sldMk cId="0" sldId="405"/>
            <ac:picMk id="16" creationId="{E348E949-2E56-C765-3AD3-8CCBF525BD12}"/>
          </ac:picMkLst>
        </pc:picChg>
        <pc:picChg chg="mod">
          <ac:chgData name="Andreas Vogt" userId="8f2cb726-881e-407e-b2de-45ed121033e4" providerId="ADAL" clId="{70EBE32E-D786-43DC-AA27-849F4B469A0A}" dt="2026-08-22T15:06:44.011" v="2616" actId="1038"/>
          <ac:picMkLst>
            <pc:docMk/>
            <pc:sldMk cId="0" sldId="405"/>
            <ac:picMk id="21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6T12:26:29.019" v="149" actId="1035"/>
          <ac:picMkLst>
            <pc:docMk/>
            <pc:sldMk cId="0" sldId="405"/>
            <ac:picMk id="23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6T12:26:29.019" v="149" actId="1035"/>
          <ac:picMkLst>
            <pc:docMk/>
            <pc:sldMk cId="0" sldId="405"/>
            <ac:picMk id="24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6T12:26:29.019" v="149" actId="1035"/>
          <ac:picMkLst>
            <pc:docMk/>
            <pc:sldMk cId="0" sldId="405"/>
            <ac:picMk id="26" creationId="{00000000-0000-0000-0000-000000000000}"/>
          </ac:picMkLst>
        </pc:picChg>
        <pc:picChg chg="mod topLvl">
          <ac:chgData name="Andreas Vogt" userId="8f2cb726-881e-407e-b2de-45ed121033e4" providerId="ADAL" clId="{70EBE32E-D786-43DC-AA27-849F4B469A0A}" dt="2026-08-22T15:11:06.070" v="3091" actId="1076"/>
          <ac:picMkLst>
            <pc:docMk/>
            <pc:sldMk cId="0" sldId="405"/>
            <ac:picMk id="3076" creationId="{00000000-0000-0000-0000-000000000000}"/>
          </ac:picMkLst>
        </pc:picChg>
        <pc:picChg chg="mod topLvl">
          <ac:chgData name="Andreas Vogt" userId="8f2cb726-881e-407e-b2de-45ed121033e4" providerId="ADAL" clId="{70EBE32E-D786-43DC-AA27-849F4B469A0A}" dt="2026-08-22T15:11:06.070" v="3091" actId="1076"/>
          <ac:picMkLst>
            <pc:docMk/>
            <pc:sldMk cId="0" sldId="405"/>
            <ac:picMk id="3077" creationId="{00000000-0000-0000-0000-000000000000}"/>
          </ac:picMkLst>
        </pc:picChg>
        <pc:picChg chg="mod topLvl">
          <ac:chgData name="Andreas Vogt" userId="8f2cb726-881e-407e-b2de-45ed121033e4" providerId="ADAL" clId="{70EBE32E-D786-43DC-AA27-849F4B469A0A}" dt="2026-08-22T15:11:06.070" v="3091" actId="1076"/>
          <ac:picMkLst>
            <pc:docMk/>
            <pc:sldMk cId="0" sldId="405"/>
            <ac:picMk id="3078" creationId="{00000000-0000-0000-0000-000000000000}"/>
          </ac:picMkLst>
        </pc:picChg>
      </pc:sldChg>
      <pc:sldChg chg="addSp modSp mod ord modAnim">
        <pc:chgData name="Andreas Vogt" userId="8f2cb726-881e-407e-b2de-45ed121033e4" providerId="ADAL" clId="{70EBE32E-D786-43DC-AA27-849F4B469A0A}" dt="2026-08-22T15:20:55.932" v="3366"/>
        <pc:sldMkLst>
          <pc:docMk/>
          <pc:sldMk cId="0" sldId="406"/>
        </pc:sldMkLst>
        <pc:spChg chg="add mod">
          <ac:chgData name="Andreas Vogt" userId="8f2cb726-881e-407e-b2de-45ed121033e4" providerId="ADAL" clId="{70EBE32E-D786-43DC-AA27-849F4B469A0A}" dt="2026-08-22T15:07:07.851" v="2620" actId="14100"/>
          <ac:spMkLst>
            <pc:docMk/>
            <pc:sldMk cId="0" sldId="406"/>
            <ac:spMk id="3" creationId="{D4C971CC-7180-5516-4316-C4281C479244}"/>
          </ac:spMkLst>
        </pc:spChg>
        <pc:spChg chg="add mod">
          <ac:chgData name="Andreas Vogt" userId="8f2cb726-881e-407e-b2de-45ed121033e4" providerId="ADAL" clId="{70EBE32E-D786-43DC-AA27-849F4B469A0A}" dt="2026-08-22T15:13:47.260" v="3131" actId="14100"/>
          <ac:spMkLst>
            <pc:docMk/>
            <pc:sldMk cId="0" sldId="406"/>
            <ac:spMk id="9" creationId="{490A4A53-1ED7-5146-5925-33D847AC7513}"/>
          </ac:spMkLst>
        </pc:spChg>
        <pc:picChg chg="mo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5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6" creationId="{47EAD52E-9D09-1165-43C0-7CCCEF4E99AC}"/>
          </ac:picMkLst>
        </pc:picChg>
        <pc:picChg chg="mo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7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11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13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14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16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17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7:11.953" v="2623" actId="1037"/>
          <ac:picMkLst>
            <pc:docMk/>
            <pc:sldMk cId="0" sldId="406"/>
            <ac:picMk id="30" creationId="{00000000-0000-0000-0000-000000000000}"/>
          </ac:picMkLst>
        </pc:picChg>
      </pc:sldChg>
      <pc:sldChg chg="addSp delSp modSp mod modAnim">
        <pc:chgData name="Andreas Vogt" userId="8f2cb726-881e-407e-b2de-45ed121033e4" providerId="ADAL" clId="{70EBE32E-D786-43DC-AA27-849F4B469A0A}" dt="2026-08-22T15:19:07.208" v="3351"/>
        <pc:sldMkLst>
          <pc:docMk/>
          <pc:sldMk cId="0" sldId="407"/>
        </pc:sldMkLst>
        <pc:spChg chg="add mod">
          <ac:chgData name="Andreas Vogt" userId="8f2cb726-881e-407e-b2de-45ed121033e4" providerId="ADAL" clId="{70EBE32E-D786-43DC-AA27-849F4B469A0A}" dt="2026-08-22T15:11:20.701" v="3096" actId="14100"/>
          <ac:spMkLst>
            <pc:docMk/>
            <pc:sldMk cId="0" sldId="407"/>
            <ac:spMk id="6" creationId="{1CD133C0-B2B9-D891-5966-A14CAD1E2437}"/>
          </ac:spMkLst>
        </pc:spChg>
        <pc:picChg chg="mod">
          <ac:chgData name="Andreas Vogt" userId="8f2cb726-881e-407e-b2de-45ed121033e4" providerId="ADAL" clId="{70EBE32E-D786-43DC-AA27-849F4B469A0A}" dt="2026-08-22T15:11:26.881" v="3098" actId="1037"/>
          <ac:picMkLst>
            <pc:docMk/>
            <pc:sldMk cId="0" sldId="407"/>
            <ac:picMk id="4" creationId="{00000000-0000-0000-0000-000000000000}"/>
          </ac:picMkLst>
        </pc:picChg>
        <pc:picChg chg="add mod">
          <ac:chgData name="Andreas Vogt" userId="8f2cb726-881e-407e-b2de-45ed121033e4" providerId="ADAL" clId="{70EBE32E-D786-43DC-AA27-849F4B469A0A}" dt="2026-08-22T15:11:26.881" v="3098" actId="1037"/>
          <ac:picMkLst>
            <pc:docMk/>
            <pc:sldMk cId="0" sldId="407"/>
            <ac:picMk id="5" creationId="{6F55651C-DCEE-CED1-2002-ACF03419331B}"/>
          </ac:picMkLst>
        </pc:picChg>
        <pc:picChg chg="add mod">
          <ac:chgData name="Andreas Vogt" userId="8f2cb726-881e-407e-b2de-45ed121033e4" providerId="ADAL" clId="{70EBE32E-D786-43DC-AA27-849F4B469A0A}" dt="2026-08-16T16:38:46.351" v="463" actId="1076"/>
          <ac:picMkLst>
            <pc:docMk/>
            <pc:sldMk cId="0" sldId="407"/>
            <ac:picMk id="7" creationId="{BB5EF201-EDB5-4B21-D47A-979225084A2B}"/>
          </ac:picMkLst>
        </pc:picChg>
        <pc:picChg chg="mod">
          <ac:chgData name="Andreas Vogt" userId="8f2cb726-881e-407e-b2de-45ed121033e4" providerId="ADAL" clId="{70EBE32E-D786-43DC-AA27-849F4B469A0A}" dt="2026-08-22T15:11:26.881" v="3098" actId="1037"/>
          <ac:picMkLst>
            <pc:docMk/>
            <pc:sldMk cId="0" sldId="407"/>
            <ac:picMk id="2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1:26.881" v="3098" actId="1037"/>
          <ac:picMkLst>
            <pc:docMk/>
            <pc:sldMk cId="0" sldId="407"/>
            <ac:picMk id="23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1:26.881" v="3098" actId="1037"/>
          <ac:picMkLst>
            <pc:docMk/>
            <pc:sldMk cId="0" sldId="407"/>
            <ac:picMk id="24" creationId="{00000000-0000-0000-0000-000000000000}"/>
          </ac:picMkLst>
        </pc:picChg>
      </pc:sldChg>
      <pc:sldChg chg="addSp delSp modSp mod addAnim delAnim modAnim">
        <pc:chgData name="Andreas Vogt" userId="8f2cb726-881e-407e-b2de-45ed121033e4" providerId="ADAL" clId="{70EBE32E-D786-43DC-AA27-849F4B469A0A}" dt="2026-08-22T15:20:19.435" v="3359"/>
        <pc:sldMkLst>
          <pc:docMk/>
          <pc:sldMk cId="0" sldId="408"/>
        </pc:sldMkLst>
        <pc:spChg chg="add mod">
          <ac:chgData name="Andreas Vogt" userId="8f2cb726-881e-407e-b2de-45ed121033e4" providerId="ADAL" clId="{70EBE32E-D786-43DC-AA27-849F4B469A0A}" dt="2026-08-22T15:12:05.252" v="3114" actId="14100"/>
          <ac:spMkLst>
            <pc:docMk/>
            <pc:sldMk cId="0" sldId="408"/>
            <ac:spMk id="4" creationId="{C02CE1DF-073B-3D2B-C039-3858E88ED674}"/>
          </ac:spMkLst>
        </pc:spChg>
        <pc:picChg chg="mod ord">
          <ac:chgData name="Andreas Vogt" userId="8f2cb726-881e-407e-b2de-45ed121033e4" providerId="ADAL" clId="{70EBE32E-D786-43DC-AA27-849F4B469A0A}" dt="2026-08-16T16:39:51.974" v="502" actId="1036"/>
          <ac:picMkLst>
            <pc:docMk/>
            <pc:sldMk cId="0" sldId="408"/>
            <ac:picMk id="6" creationId="{DDBA1419-F8B3-B425-E186-599BD3564077}"/>
          </ac:picMkLst>
        </pc:picChg>
        <pc:picChg chg="add mod">
          <ac:chgData name="Andreas Vogt" userId="8f2cb726-881e-407e-b2de-45ed121033e4" providerId="ADAL" clId="{70EBE32E-D786-43DC-AA27-849F4B469A0A}" dt="2026-08-16T16:50:45.766" v="1008" actId="1076"/>
          <ac:picMkLst>
            <pc:docMk/>
            <pc:sldMk cId="0" sldId="408"/>
            <ac:picMk id="8" creationId="{4070AEDE-C271-5D21-F971-579200B5CB56}"/>
          </ac:picMkLst>
        </pc:picChg>
        <pc:picChg chg="add mod">
          <ac:chgData name="Andreas Vogt" userId="8f2cb726-881e-407e-b2de-45ed121033e4" providerId="ADAL" clId="{70EBE32E-D786-43DC-AA27-849F4B469A0A}" dt="2026-08-16T16:42:58.934" v="625" actId="14100"/>
          <ac:picMkLst>
            <pc:docMk/>
            <pc:sldMk cId="0" sldId="408"/>
            <ac:picMk id="10" creationId="{D28338AC-3502-E2C0-2D95-267054AD2177}"/>
          </ac:picMkLst>
        </pc:picChg>
        <pc:picChg chg="mod ord">
          <ac:chgData name="Andreas Vogt" userId="8f2cb726-881e-407e-b2de-45ed121033e4" providerId="ADAL" clId="{70EBE32E-D786-43DC-AA27-849F4B469A0A}" dt="2026-08-16T16:42:54.037" v="623" actId="1076"/>
          <ac:picMkLst>
            <pc:docMk/>
            <pc:sldMk cId="0" sldId="408"/>
            <ac:picMk id="16" creationId="{1CC79C61-ECC6-FC67-071A-4174F99FED34}"/>
          </ac:picMkLst>
        </pc:picChg>
        <pc:picChg chg="mod ord">
          <ac:chgData name="Andreas Vogt" userId="8f2cb726-881e-407e-b2de-45ed121033e4" providerId="ADAL" clId="{70EBE32E-D786-43DC-AA27-849F4B469A0A}" dt="2026-08-16T16:43:35.683" v="650" actId="1037"/>
          <ac:picMkLst>
            <pc:docMk/>
            <pc:sldMk cId="0" sldId="408"/>
            <ac:picMk id="19" creationId="{774C021B-7FB3-775C-E9BB-FB40900514FD}"/>
          </ac:picMkLst>
        </pc:picChg>
        <pc:picChg chg="mod ord">
          <ac:chgData name="Andreas Vogt" userId="8f2cb726-881e-407e-b2de-45ed121033e4" providerId="ADAL" clId="{70EBE32E-D786-43DC-AA27-849F4B469A0A}" dt="2026-08-16T16:50:42.527" v="1007" actId="962"/>
          <ac:picMkLst>
            <pc:docMk/>
            <pc:sldMk cId="0" sldId="408"/>
            <ac:picMk id="26" creationId="{6F44DDD5-04AC-DEF0-E606-B3B3711A8400}"/>
          </ac:picMkLst>
        </pc:picChg>
        <pc:picChg chg="mod">
          <ac:chgData name="Andreas Vogt" userId="8f2cb726-881e-407e-b2de-45ed121033e4" providerId="ADAL" clId="{70EBE32E-D786-43DC-AA27-849F4B469A0A}" dt="2026-08-22T15:11:50.119" v="3110" actId="1038"/>
          <ac:picMkLst>
            <pc:docMk/>
            <pc:sldMk cId="0" sldId="408"/>
            <ac:picMk id="28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2:11.604" v="3118" actId="1037"/>
          <ac:picMkLst>
            <pc:docMk/>
            <pc:sldMk cId="0" sldId="408"/>
            <ac:picMk id="29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1:57.252" v="3112" actId="1037"/>
          <ac:picMkLst>
            <pc:docMk/>
            <pc:sldMk cId="0" sldId="408"/>
            <ac:picMk id="33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6T17:06:00.289" v="1443" actId="962"/>
          <ac:picMkLst>
            <pc:docMk/>
            <pc:sldMk cId="0" sldId="408"/>
            <ac:picMk id="34" creationId="{CA4E0C8A-05AA-2B69-E296-50DCDAA242DE}"/>
          </ac:picMkLst>
        </pc:picChg>
      </pc:sldChg>
      <pc:sldChg chg="addSp delSp modSp mod ord addAnim delAnim modAnim">
        <pc:chgData name="Andreas Vogt" userId="8f2cb726-881e-407e-b2de-45ed121033e4" providerId="ADAL" clId="{70EBE32E-D786-43DC-AA27-849F4B469A0A}" dt="2026-09-06T11:02:42.376" v="3825"/>
        <pc:sldMkLst>
          <pc:docMk/>
          <pc:sldMk cId="2292711373" sldId="409"/>
        </pc:sldMkLst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4" creationId="{00000000-0000-0000-0000-000000000000}"/>
          </ac:spMkLst>
        </pc:spChg>
        <pc:spChg chg="add del mod">
          <ac:chgData name="Andreas Vogt" userId="8f2cb726-881e-407e-b2de-45ed121033e4" providerId="ADAL" clId="{70EBE32E-D786-43DC-AA27-849F4B469A0A}" dt="2026-09-06T10:03:03.841" v="3734" actId="478"/>
          <ac:spMkLst>
            <pc:docMk/>
            <pc:sldMk cId="2292711373" sldId="409"/>
            <ac:spMk id="14" creationId="{B803FC86-2AF4-61C1-C3F2-7EE9AEF41BAA}"/>
          </ac:spMkLst>
        </pc:spChg>
        <pc:spChg chg="add del mod">
          <ac:chgData name="Andreas Vogt" userId="8f2cb726-881e-407e-b2de-45ed121033e4" providerId="ADAL" clId="{70EBE32E-D786-43DC-AA27-849F4B469A0A}" dt="2026-09-06T10:03:03.841" v="3734" actId="478"/>
          <ac:spMkLst>
            <pc:docMk/>
            <pc:sldMk cId="2292711373" sldId="409"/>
            <ac:spMk id="17" creationId="{5EF84618-096A-14F5-D88C-47C91284B197}"/>
          </ac:spMkLst>
        </pc:spChg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18" creationId="{00000000-0000-0000-0000-000000000000}"/>
          </ac:spMkLst>
        </pc:spChg>
        <pc:spChg chg="add del mod">
          <ac:chgData name="Andreas Vogt" userId="8f2cb726-881e-407e-b2de-45ed121033e4" providerId="ADAL" clId="{70EBE32E-D786-43DC-AA27-849F4B469A0A}" dt="2026-09-06T10:03:03.841" v="3734" actId="478"/>
          <ac:spMkLst>
            <pc:docMk/>
            <pc:sldMk cId="2292711373" sldId="409"/>
            <ac:spMk id="36" creationId="{486DFC5C-7129-2EA3-919A-54C90788424D}"/>
          </ac:spMkLst>
        </pc:spChg>
        <pc:spChg chg="add del mod">
          <ac:chgData name="Andreas Vogt" userId="8f2cb726-881e-407e-b2de-45ed121033e4" providerId="ADAL" clId="{70EBE32E-D786-43DC-AA27-849F4B469A0A}" dt="2026-09-06T10:59:26.486" v="3793" actId="478"/>
          <ac:spMkLst>
            <pc:docMk/>
            <pc:sldMk cId="2292711373" sldId="409"/>
            <ac:spMk id="43" creationId="{92977551-0D9D-363B-AA98-8EDE344FA730}"/>
          </ac:spMkLst>
        </pc:spChg>
        <pc:spChg chg="add del mod">
          <ac:chgData name="Andreas Vogt" userId="8f2cb726-881e-407e-b2de-45ed121033e4" providerId="ADAL" clId="{70EBE32E-D786-43DC-AA27-849F4B469A0A}" dt="2026-09-06T10:59:26.486" v="3793" actId="478"/>
          <ac:spMkLst>
            <pc:docMk/>
            <pc:sldMk cId="2292711373" sldId="409"/>
            <ac:spMk id="44" creationId="{C490AA99-1221-0827-AC63-DBA04C89C293}"/>
          </ac:spMkLst>
        </pc:spChg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45" creationId="{00000000-0000-0000-0000-000000000000}"/>
          </ac:spMkLst>
        </pc:spChg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46" creationId="{00000000-0000-0000-0000-000000000000}"/>
          </ac:spMkLst>
        </pc:spChg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47" creationId="{00000000-0000-0000-0000-000000000000}"/>
          </ac:spMkLst>
        </pc:spChg>
        <pc:spChg chg="add mod">
          <ac:chgData name="Andreas Vogt" userId="8f2cb726-881e-407e-b2de-45ed121033e4" providerId="ADAL" clId="{70EBE32E-D786-43DC-AA27-849F4B469A0A}" dt="2026-09-06T11:02:21.225" v="3822" actId="14100"/>
          <ac:spMkLst>
            <pc:docMk/>
            <pc:sldMk cId="2292711373" sldId="409"/>
            <ac:spMk id="55" creationId="{9E539E5D-0D5C-C8DA-3052-3638943BBA8B}"/>
          </ac:spMkLst>
        </pc:spChg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66" creationId="{00000000-0000-0000-0000-000000000000}"/>
          </ac:spMkLst>
        </pc:spChg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68" creationId="{00000000-0000-0000-0000-000000000000}"/>
          </ac:spMkLst>
        </pc:spChg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69" creationId="{00000000-0000-0000-0000-000000000000}"/>
          </ac:spMkLst>
        </pc:spChg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70" creationId="{00000000-0000-0000-0000-000000000000}"/>
          </ac:spMkLst>
        </pc:spChg>
        <pc:spChg chg="del mod">
          <ac:chgData name="Andreas Vogt" userId="8f2cb726-881e-407e-b2de-45ed121033e4" providerId="ADAL" clId="{70EBE32E-D786-43DC-AA27-849F4B469A0A}" dt="2026-09-06T09:52:38.190" v="3590" actId="478"/>
          <ac:spMkLst>
            <pc:docMk/>
            <pc:sldMk cId="2292711373" sldId="409"/>
            <ac:spMk id="81" creationId="{00000000-0000-0000-0000-000000000000}"/>
          </ac:spMkLst>
        </pc:spChg>
        <pc:picChg chg="add del mod">
          <ac:chgData name="Andreas Vogt" userId="8f2cb726-881e-407e-b2de-45ed121033e4" providerId="ADAL" clId="{70EBE32E-D786-43DC-AA27-849F4B469A0A}" dt="2026-09-06T09:54:32.600" v="3608" actId="478"/>
          <ac:picMkLst>
            <pc:docMk/>
            <pc:sldMk cId="2292711373" sldId="409"/>
            <ac:picMk id="2" creationId="{B3E7160F-9973-435B-659F-A9DBDFFADA03}"/>
          </ac:picMkLst>
        </pc:picChg>
        <pc:picChg chg="del mod ord">
          <ac:chgData name="Andreas Vogt" userId="8f2cb726-881e-407e-b2de-45ed121033e4" providerId="ADAL" clId="{70EBE32E-D786-43DC-AA27-849F4B469A0A}" dt="2026-09-06T09:54:52.514" v="3623" actId="478"/>
          <ac:picMkLst>
            <pc:docMk/>
            <pc:sldMk cId="2292711373" sldId="409"/>
            <ac:picMk id="6" creationId="{4380FB12-5414-6B62-B244-1F9502FA19AF}"/>
          </ac:picMkLst>
        </pc:picChg>
        <pc:picChg chg="mod">
          <ac:chgData name="Andreas Vogt" userId="8f2cb726-881e-407e-b2de-45ed121033e4" providerId="ADAL" clId="{70EBE32E-D786-43DC-AA27-849F4B469A0A}" dt="2026-08-17T07:42:44.267" v="2563" actId="1035"/>
          <ac:picMkLst>
            <pc:docMk/>
            <pc:sldMk cId="2292711373" sldId="409"/>
            <ac:picMk id="7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9-06T09:53:08.012" v="3595" actId="1076"/>
          <ac:picMkLst>
            <pc:docMk/>
            <pc:sldMk cId="2292711373" sldId="409"/>
            <ac:picMk id="10" creationId="{0BA09C74-7B3C-939E-9360-87F7140DF636}"/>
          </ac:picMkLst>
        </pc:picChg>
        <pc:picChg chg="mod">
          <ac:chgData name="Andreas Vogt" userId="8f2cb726-881e-407e-b2de-45ed121033e4" providerId="ADAL" clId="{70EBE32E-D786-43DC-AA27-849F4B469A0A}" dt="2026-09-06T09:52:46.874" v="3593" actId="1036"/>
          <ac:picMkLst>
            <pc:docMk/>
            <pc:sldMk cId="2292711373" sldId="409"/>
            <ac:picMk id="11" creationId="{00000000-0000-0000-0000-000000000000}"/>
          </ac:picMkLst>
        </pc:picChg>
        <pc:picChg chg="del mod">
          <ac:chgData name="Andreas Vogt" userId="8f2cb726-881e-407e-b2de-45ed121033e4" providerId="ADAL" clId="{70EBE32E-D786-43DC-AA27-849F4B469A0A}" dt="2026-09-06T10:59:31.234" v="3795" actId="478"/>
          <ac:picMkLst>
            <pc:docMk/>
            <pc:sldMk cId="2292711373" sldId="409"/>
            <ac:picMk id="12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9-06T09:54:56.358" v="3626" actId="14100"/>
          <ac:picMkLst>
            <pc:docMk/>
            <pc:sldMk cId="2292711373" sldId="409"/>
            <ac:picMk id="13" creationId="{5EDA00D3-B8A4-9744-3082-029B975CB3EC}"/>
          </ac:picMkLst>
        </pc:picChg>
        <pc:picChg chg="mod ord">
          <ac:chgData name="Andreas Vogt" userId="8f2cb726-881e-407e-b2de-45ed121033e4" providerId="ADAL" clId="{70EBE32E-D786-43DC-AA27-849F4B469A0A}" dt="2026-08-17T12:05:09.049" v="2582" actId="12788"/>
          <ac:picMkLst>
            <pc:docMk/>
            <pc:sldMk cId="2292711373" sldId="409"/>
            <ac:picMk id="16" creationId="{E67FDAF7-2916-82F6-B383-7748C0B84AE5}"/>
          </ac:picMkLst>
        </pc:picChg>
        <pc:picChg chg="mod">
          <ac:chgData name="Andreas Vogt" userId="8f2cb726-881e-407e-b2de-45ed121033e4" providerId="ADAL" clId="{70EBE32E-D786-43DC-AA27-849F4B469A0A}" dt="2026-09-06T09:51:30.900" v="3502" actId="1038"/>
          <ac:picMkLst>
            <pc:docMk/>
            <pc:sldMk cId="2292711373" sldId="409"/>
            <ac:picMk id="21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9-06T09:51:32.792" v="3503" actId="1038"/>
          <ac:picMkLst>
            <pc:docMk/>
            <pc:sldMk cId="2292711373" sldId="409"/>
            <ac:picMk id="22" creationId="{00000000-0000-0000-0000-000000000000}"/>
          </ac:picMkLst>
        </pc:picChg>
        <pc:picChg chg="add mod">
          <ac:chgData name="Andreas Vogt" userId="8f2cb726-881e-407e-b2de-45ed121033e4" providerId="ADAL" clId="{70EBE32E-D786-43DC-AA27-849F4B469A0A}" dt="2026-09-06T09:56:39.751" v="3643" actId="571"/>
          <ac:picMkLst>
            <pc:docMk/>
            <pc:sldMk cId="2292711373" sldId="409"/>
            <ac:picMk id="25" creationId="{DF35DD3F-2B2D-594F-0655-355B0735E34E}"/>
          </ac:picMkLst>
        </pc:picChg>
        <pc:picChg chg="add del mod ord">
          <ac:chgData name="Andreas Vogt" userId="8f2cb726-881e-407e-b2de-45ed121033e4" providerId="ADAL" clId="{70EBE32E-D786-43DC-AA27-849F4B469A0A}" dt="2026-09-06T10:59:26.486" v="3793" actId="478"/>
          <ac:picMkLst>
            <pc:docMk/>
            <pc:sldMk cId="2292711373" sldId="409"/>
            <ac:picMk id="27" creationId="{CFA71E4E-2B0A-087C-30D7-8355DE5ADACC}"/>
          </ac:picMkLst>
        </pc:picChg>
        <pc:picChg chg="add del mod">
          <ac:chgData name="Andreas Vogt" userId="8f2cb726-881e-407e-b2de-45ed121033e4" providerId="ADAL" clId="{70EBE32E-D786-43DC-AA27-849F4B469A0A}" dt="2026-09-06T09:57:14.784" v="3668" actId="478"/>
          <ac:picMkLst>
            <pc:docMk/>
            <pc:sldMk cId="2292711373" sldId="409"/>
            <ac:picMk id="28" creationId="{EB96F9BB-3320-B9E1-CBE1-49CF835385F4}"/>
          </ac:picMkLst>
        </pc:picChg>
        <pc:picChg chg="del mod ord">
          <ac:chgData name="Andreas Vogt" userId="8f2cb726-881e-407e-b2de-45ed121033e4" providerId="ADAL" clId="{70EBE32E-D786-43DC-AA27-849F4B469A0A}" dt="2026-09-06T09:57:28.694" v="3686" actId="478"/>
          <ac:picMkLst>
            <pc:docMk/>
            <pc:sldMk cId="2292711373" sldId="409"/>
            <ac:picMk id="30" creationId="{F56E1AC5-5649-10BF-CC89-17ED887DA95A}"/>
          </ac:picMkLst>
        </pc:picChg>
        <pc:picChg chg="add del mod">
          <ac:chgData name="Andreas Vogt" userId="8f2cb726-881e-407e-b2de-45ed121033e4" providerId="ADAL" clId="{70EBE32E-D786-43DC-AA27-849F4B469A0A}" dt="2026-09-06T09:57:40.873" v="3700" actId="478"/>
          <ac:picMkLst>
            <pc:docMk/>
            <pc:sldMk cId="2292711373" sldId="409"/>
            <ac:picMk id="31" creationId="{C3B5B6DC-A7D5-CFA3-56FA-D2150317EDDD}"/>
          </ac:picMkLst>
        </pc:picChg>
        <pc:picChg chg="add del mod ord">
          <ac:chgData name="Andreas Vogt" userId="8f2cb726-881e-407e-b2de-45ed121033e4" providerId="ADAL" clId="{70EBE32E-D786-43DC-AA27-849F4B469A0A}" dt="2026-09-06T10:59:26.486" v="3793" actId="478"/>
          <ac:picMkLst>
            <pc:docMk/>
            <pc:sldMk cId="2292711373" sldId="409"/>
            <ac:picMk id="33" creationId="{C88246FF-1726-6475-C2D5-7ACF0094EE8C}"/>
          </ac:picMkLst>
        </pc:picChg>
        <pc:picChg chg="add del mod ord">
          <ac:chgData name="Andreas Vogt" userId="8f2cb726-881e-407e-b2de-45ed121033e4" providerId="ADAL" clId="{70EBE32E-D786-43DC-AA27-849F4B469A0A}" dt="2026-09-06T10:59:26.486" v="3793" actId="478"/>
          <ac:picMkLst>
            <pc:docMk/>
            <pc:sldMk cId="2292711373" sldId="409"/>
            <ac:picMk id="35" creationId="{5B0750AC-F3D4-51F5-1B42-B37A94D9D6BB}"/>
          </ac:picMkLst>
        </pc:picChg>
        <pc:picChg chg="add del mod">
          <ac:chgData name="Andreas Vogt" userId="8f2cb726-881e-407e-b2de-45ed121033e4" providerId="ADAL" clId="{70EBE32E-D786-43DC-AA27-849F4B469A0A}" dt="2026-09-06T10:02:48.219" v="3729" actId="22"/>
          <ac:picMkLst>
            <pc:docMk/>
            <pc:sldMk cId="2292711373" sldId="409"/>
            <ac:picMk id="38" creationId="{C8D8DEE5-CECC-5F35-C8C4-AE75BEC722F0}"/>
          </ac:picMkLst>
        </pc:picChg>
        <pc:picChg chg="del mod">
          <ac:chgData name="Andreas Vogt" userId="8f2cb726-881e-407e-b2de-45ed121033e4" providerId="ADAL" clId="{70EBE32E-D786-43DC-AA27-849F4B469A0A}" dt="2026-09-06T10:59:31.234" v="3795" actId="478"/>
          <ac:picMkLst>
            <pc:docMk/>
            <pc:sldMk cId="2292711373" sldId="409"/>
            <ac:picMk id="39" creationId="{00000000-0000-0000-0000-000000000000}"/>
          </ac:picMkLst>
        </pc:picChg>
        <pc:picChg chg="add del mod ord">
          <ac:chgData name="Andreas Vogt" userId="8f2cb726-881e-407e-b2de-45ed121033e4" providerId="ADAL" clId="{70EBE32E-D786-43DC-AA27-849F4B469A0A}" dt="2026-09-06T10:59:26.486" v="3793" actId="478"/>
          <ac:picMkLst>
            <pc:docMk/>
            <pc:sldMk cId="2292711373" sldId="409"/>
            <ac:picMk id="42" creationId="{E4585B25-D4D1-B6F2-1324-767039D4B311}"/>
          </ac:picMkLst>
        </pc:picChg>
        <pc:picChg chg="add mod modCrop">
          <ac:chgData name="Andreas Vogt" userId="8f2cb726-881e-407e-b2de-45ed121033e4" providerId="ADAL" clId="{70EBE32E-D786-43DC-AA27-849F4B469A0A}" dt="2026-09-06T11:00:34.754" v="3807" actId="12789"/>
          <ac:picMkLst>
            <pc:docMk/>
            <pc:sldMk cId="2292711373" sldId="409"/>
            <ac:picMk id="49" creationId="{9E42D04A-29FD-720F-01E2-74E6B49506F1}"/>
          </ac:picMkLst>
        </pc:picChg>
        <pc:picChg chg="add del mod">
          <ac:chgData name="Andreas Vogt" userId="8f2cb726-881e-407e-b2de-45ed121033e4" providerId="ADAL" clId="{70EBE32E-D786-43DC-AA27-849F4B469A0A}" dt="2026-09-06T10:59:19.422" v="3792" actId="478"/>
          <ac:picMkLst>
            <pc:docMk/>
            <pc:sldMk cId="2292711373" sldId="409"/>
            <ac:picMk id="51" creationId="{FFFBF5E7-AA6A-5F79-1E3E-A3B3CA2DE6E8}"/>
          </ac:picMkLst>
        </pc:picChg>
        <pc:picChg chg="add mod modCrop">
          <ac:chgData name="Andreas Vogt" userId="8f2cb726-881e-407e-b2de-45ed121033e4" providerId="ADAL" clId="{70EBE32E-D786-43DC-AA27-849F4B469A0A}" dt="2026-09-06T11:00:39.905" v="3808" actId="408"/>
          <ac:picMkLst>
            <pc:docMk/>
            <pc:sldMk cId="2292711373" sldId="409"/>
            <ac:picMk id="52" creationId="{D43F6874-B4C0-A2ED-747A-6A723B974A41}"/>
          </ac:picMkLst>
        </pc:picChg>
        <pc:picChg chg="add mod modCrop">
          <ac:chgData name="Andreas Vogt" userId="8f2cb726-881e-407e-b2de-45ed121033e4" providerId="ADAL" clId="{70EBE32E-D786-43DC-AA27-849F4B469A0A}" dt="2026-09-06T11:00:34.754" v="3807" actId="12789"/>
          <ac:picMkLst>
            <pc:docMk/>
            <pc:sldMk cId="2292711373" sldId="409"/>
            <ac:picMk id="53" creationId="{88A01484-171A-AB62-8299-6587C018CC15}"/>
          </ac:picMkLst>
        </pc:picChg>
        <pc:picChg chg="add del mod">
          <ac:chgData name="Andreas Vogt" userId="8f2cb726-881e-407e-b2de-45ed121033e4" providerId="ADAL" clId="{70EBE32E-D786-43DC-AA27-849F4B469A0A}" dt="2026-09-06T10:58:41.338" v="3787" actId="478"/>
          <ac:picMkLst>
            <pc:docMk/>
            <pc:sldMk cId="2292711373" sldId="409"/>
            <ac:picMk id="54" creationId="{A15FC4FA-9BAB-FDF3-8240-42C0D39664DC}"/>
          </ac:picMkLst>
        </pc:picChg>
        <pc:picChg chg="add mod modCrop">
          <ac:chgData name="Andreas Vogt" userId="8f2cb726-881e-407e-b2de-45ed121033e4" providerId="ADAL" clId="{70EBE32E-D786-43DC-AA27-849F4B469A0A}" dt="2026-09-06T11:02:25.390" v="3823" actId="1076"/>
          <ac:picMkLst>
            <pc:docMk/>
            <pc:sldMk cId="2292711373" sldId="409"/>
            <ac:picMk id="56" creationId="{1C7A64D8-A07A-0900-A95E-8E3906B01EA4}"/>
          </ac:picMkLst>
        </pc:picChg>
        <pc:picChg chg="add mod modCrop">
          <ac:chgData name="Andreas Vogt" userId="8f2cb726-881e-407e-b2de-45ed121033e4" providerId="ADAL" clId="{70EBE32E-D786-43DC-AA27-849F4B469A0A}" dt="2026-09-06T11:02:25.390" v="3823" actId="1076"/>
          <ac:picMkLst>
            <pc:docMk/>
            <pc:sldMk cId="2292711373" sldId="409"/>
            <ac:picMk id="57" creationId="{A25E8817-B789-DBCC-61B0-18B8150A2226}"/>
          </ac:picMkLst>
        </pc:picChg>
        <pc:picChg chg="add mod modCrop">
          <ac:chgData name="Andreas Vogt" userId="8f2cb726-881e-407e-b2de-45ed121033e4" providerId="ADAL" clId="{70EBE32E-D786-43DC-AA27-849F4B469A0A}" dt="2026-09-06T11:02:25.390" v="3823" actId="1076"/>
          <ac:picMkLst>
            <pc:docMk/>
            <pc:sldMk cId="2292711373" sldId="409"/>
            <ac:picMk id="58" creationId="{0E048548-877D-8792-36E2-E7324DD839C5}"/>
          </ac:picMkLst>
        </pc:picChg>
      </pc:sldChg>
      <pc:sldChg chg="addSp delSp modSp mod ord delAnim modAnim">
        <pc:chgData name="Andreas Vogt" userId="8f2cb726-881e-407e-b2de-45ed121033e4" providerId="ADAL" clId="{70EBE32E-D786-43DC-AA27-849F4B469A0A}" dt="2026-08-17T07:02:16.310" v="1548" actId="1035"/>
        <pc:sldMkLst>
          <pc:docMk/>
          <pc:sldMk cId="532084539" sldId="412"/>
        </pc:sldMkLst>
        <pc:picChg chg="add mod">
          <ac:chgData name="Andreas Vogt" userId="8f2cb726-881e-407e-b2de-45ed121033e4" providerId="ADAL" clId="{70EBE32E-D786-43DC-AA27-849F4B469A0A}" dt="2026-08-17T07:02:16.310" v="1548" actId="1035"/>
          <ac:picMkLst>
            <pc:docMk/>
            <pc:sldMk cId="532084539" sldId="412"/>
            <ac:picMk id="13" creationId="{EDF50EA4-3D2E-FFD6-2C74-C8B1B948E96B}"/>
          </ac:picMkLst>
        </pc:picChg>
        <pc:picChg chg="mod ord">
          <ac:chgData name="Andreas Vogt" userId="8f2cb726-881e-407e-b2de-45ed121033e4" providerId="ADAL" clId="{70EBE32E-D786-43DC-AA27-849F4B469A0A}" dt="2026-08-17T07:01:19.996" v="1520" actId="962"/>
          <ac:picMkLst>
            <pc:docMk/>
            <pc:sldMk cId="532084539" sldId="412"/>
            <ac:picMk id="15" creationId="{CC80B9DE-EF5E-C782-EB74-A43F65121945}"/>
          </ac:picMkLst>
        </pc:picChg>
        <pc:picChg chg="mod ord">
          <ac:chgData name="Andreas Vogt" userId="8f2cb726-881e-407e-b2de-45ed121033e4" providerId="ADAL" clId="{70EBE32E-D786-43DC-AA27-849F4B469A0A}" dt="2026-08-17T07:02:12.866" v="1545" actId="1076"/>
          <ac:picMkLst>
            <pc:docMk/>
            <pc:sldMk cId="532084539" sldId="412"/>
            <ac:picMk id="18" creationId="{A4730DBF-ED2F-DEC1-BBDE-BE33E1DFFCD5}"/>
          </ac:picMkLst>
        </pc:picChg>
      </pc:sldChg>
      <pc:sldChg chg="addSp delSp modSp mod addAnim delAnim modAnim">
        <pc:chgData name="Andreas Vogt" userId="8f2cb726-881e-407e-b2de-45ed121033e4" providerId="ADAL" clId="{70EBE32E-D786-43DC-AA27-849F4B469A0A}" dt="2026-08-22T15:22:53.916" v="3427"/>
        <pc:sldMkLst>
          <pc:docMk/>
          <pc:sldMk cId="3971949481" sldId="413"/>
        </pc:sldMkLst>
        <pc:spChg chg="add mod">
          <ac:chgData name="Andreas Vogt" userId="8f2cb726-881e-407e-b2de-45ed121033e4" providerId="ADAL" clId="{70EBE32E-D786-43DC-AA27-849F4B469A0A}" dt="2026-08-22T15:07:35.945" v="2626" actId="14100"/>
          <ac:spMkLst>
            <pc:docMk/>
            <pc:sldMk cId="3971949481" sldId="413"/>
            <ac:spMk id="4" creationId="{AAA4CF45-F315-0D8F-4A79-18161A82D7A4}"/>
          </ac:spMkLst>
        </pc:spChg>
        <pc:spChg chg="mod">
          <ac:chgData name="Andreas Vogt" userId="8f2cb726-881e-407e-b2de-45ed121033e4" providerId="ADAL" clId="{70EBE32E-D786-43DC-AA27-849F4B469A0A}" dt="2026-08-22T15:07:42.811" v="2628" actId="14100"/>
          <ac:spMkLst>
            <pc:docMk/>
            <pc:sldMk cId="3971949481" sldId="413"/>
            <ac:spMk id="7" creationId="{00000000-0000-0000-0000-000000000000}"/>
          </ac:spMkLst>
        </pc:spChg>
        <pc:spChg chg="add mod">
          <ac:chgData name="Andreas Vogt" userId="8f2cb726-881e-407e-b2de-45ed121033e4" providerId="ADAL" clId="{70EBE32E-D786-43DC-AA27-849F4B469A0A}" dt="2026-08-22T15:14:10.740" v="3143" actId="14100"/>
          <ac:spMkLst>
            <pc:docMk/>
            <pc:sldMk cId="3971949481" sldId="413"/>
            <ac:spMk id="8" creationId="{E7F0F319-ADD6-AB70-3C9E-613655CA4E13}"/>
          </ac:spMkLst>
        </pc:spChg>
        <pc:spChg chg="add mod">
          <ac:chgData name="Andreas Vogt" userId="8f2cb726-881e-407e-b2de-45ed121033e4" providerId="ADAL" clId="{70EBE32E-D786-43DC-AA27-849F4B469A0A}" dt="2026-08-22T15:16:08.849" v="3248" actId="14100"/>
          <ac:spMkLst>
            <pc:docMk/>
            <pc:sldMk cId="3971949481" sldId="413"/>
            <ac:spMk id="9" creationId="{AF69A85D-ED48-6B7D-13C0-CEABA1EA3D4E}"/>
          </ac:spMkLst>
        </pc:spChg>
        <pc:picChg chg="mod">
          <ac:chgData name="Andreas Vogt" userId="8f2cb726-881e-407e-b2de-45ed121033e4" providerId="ADAL" clId="{70EBE32E-D786-43DC-AA27-849F4B469A0A}" dt="2026-08-22T15:07:52.241" v="2630" actId="552"/>
          <ac:picMkLst>
            <pc:docMk/>
            <pc:sldMk cId="3971949481" sldId="413"/>
            <ac:picMk id="2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6T16:55:19.362" v="1078" actId="1036"/>
          <ac:picMkLst>
            <pc:docMk/>
            <pc:sldMk cId="3971949481" sldId="413"/>
            <ac:picMk id="13" creationId="{2A12DB0A-763B-1BBA-D126-E791A0651FDC}"/>
          </ac:picMkLst>
        </pc:picChg>
        <pc:picChg chg="mod ord">
          <ac:chgData name="Andreas Vogt" userId="8f2cb726-881e-407e-b2de-45ed121033e4" providerId="ADAL" clId="{70EBE32E-D786-43DC-AA27-849F4B469A0A}" dt="2026-08-16T16:55:35.704" v="1092" actId="962"/>
          <ac:picMkLst>
            <pc:docMk/>
            <pc:sldMk cId="3971949481" sldId="413"/>
            <ac:picMk id="15" creationId="{40D47111-63E1-1938-1BA0-137E17519D7F}"/>
          </ac:picMkLst>
        </pc:picChg>
        <pc:picChg chg="mod ord">
          <ac:chgData name="Andreas Vogt" userId="8f2cb726-881e-407e-b2de-45ed121033e4" providerId="ADAL" clId="{70EBE32E-D786-43DC-AA27-849F4B469A0A}" dt="2026-08-22T15:07:47.593" v="2629" actId="1076"/>
          <ac:picMkLst>
            <pc:docMk/>
            <pc:sldMk cId="3971949481" sldId="413"/>
            <ac:picMk id="17" creationId="{EFE8BE06-2563-9079-5C4F-3EE65A556955}"/>
          </ac:picMkLst>
        </pc:picChg>
        <pc:picChg chg="mod ord">
          <ac:chgData name="Andreas Vogt" userId="8f2cb726-881e-407e-b2de-45ed121033e4" providerId="ADAL" clId="{70EBE32E-D786-43DC-AA27-849F4B469A0A}" dt="2026-08-22T15:07:47.593" v="2629" actId="1076"/>
          <ac:picMkLst>
            <pc:docMk/>
            <pc:sldMk cId="3971949481" sldId="413"/>
            <ac:picMk id="19" creationId="{E118577F-E000-32F4-567C-701250BEA6B8}"/>
          </ac:picMkLst>
        </pc:picChg>
        <pc:picChg chg="mod">
          <ac:chgData name="Andreas Vogt" userId="8f2cb726-881e-407e-b2de-45ed121033e4" providerId="ADAL" clId="{70EBE32E-D786-43DC-AA27-849F4B469A0A}" dt="2026-08-22T15:07:47.593" v="2629" actId="1076"/>
          <ac:picMkLst>
            <pc:docMk/>
            <pc:sldMk cId="3971949481" sldId="413"/>
            <ac:picMk id="20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6T16:58:04.455" v="1316" actId="1035"/>
          <ac:picMkLst>
            <pc:docMk/>
            <pc:sldMk cId="3971949481" sldId="413"/>
            <ac:picMk id="23" creationId="{A943F6DE-AD75-EAA6-0DA8-6DE8D4F1D9D8}"/>
          </ac:picMkLst>
        </pc:picChg>
        <pc:picChg chg="mod">
          <ac:chgData name="Andreas Vogt" userId="8f2cb726-881e-407e-b2de-45ed121033e4" providerId="ADAL" clId="{70EBE32E-D786-43DC-AA27-849F4B469A0A}" dt="2026-08-22T15:07:47.593" v="2629" actId="1076"/>
          <ac:picMkLst>
            <pc:docMk/>
            <pc:sldMk cId="3971949481" sldId="413"/>
            <ac:picMk id="25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7:55.454" v="2637" actId="1037"/>
          <ac:picMkLst>
            <pc:docMk/>
            <pc:sldMk cId="3971949481" sldId="413"/>
            <ac:picMk id="26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6T16:58:06.566" v="1319" actId="1035"/>
          <ac:picMkLst>
            <pc:docMk/>
            <pc:sldMk cId="3971949481" sldId="413"/>
            <ac:picMk id="28" creationId="{D5DE6C6F-F5E6-D657-A45E-88839C949AE2}"/>
          </ac:picMkLst>
        </pc:picChg>
        <pc:picChg chg="mod">
          <ac:chgData name="Andreas Vogt" userId="8f2cb726-881e-407e-b2de-45ed121033e4" providerId="ADAL" clId="{70EBE32E-D786-43DC-AA27-849F4B469A0A}" dt="2026-08-22T15:08:04.680" v="2638" actId="552"/>
          <ac:picMkLst>
            <pc:docMk/>
            <pc:sldMk cId="3971949481" sldId="413"/>
            <ac:picMk id="29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08:04.680" v="2638" actId="552"/>
          <ac:picMkLst>
            <pc:docMk/>
            <pc:sldMk cId="3971949481" sldId="413"/>
            <ac:picMk id="30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6T16:57:40.332" v="1278" actId="14100"/>
          <ac:picMkLst>
            <pc:docMk/>
            <pc:sldMk cId="3971949481" sldId="413"/>
            <ac:picMk id="32" creationId="{BA297364-6C07-E594-E002-278AEAC3BEE8}"/>
          </ac:picMkLst>
        </pc:picChg>
        <pc:picChg chg="mod">
          <ac:chgData name="Andreas Vogt" userId="8f2cb726-881e-407e-b2de-45ed121033e4" providerId="ADAL" clId="{70EBE32E-D786-43DC-AA27-849F4B469A0A}" dt="2026-08-16T16:58:01.585" v="1310" actId="1035"/>
          <ac:picMkLst>
            <pc:docMk/>
            <pc:sldMk cId="3971949481" sldId="413"/>
            <ac:picMk id="34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22T15:08:10.995" v="2645" actId="1036"/>
          <ac:picMkLst>
            <pc:docMk/>
            <pc:sldMk cId="3971949481" sldId="413"/>
            <ac:picMk id="35" creationId="{FD25C3B1-8580-D24A-CF62-BF1D39EBCC78}"/>
          </ac:picMkLst>
        </pc:picChg>
        <pc:picChg chg="mod">
          <ac:chgData name="Andreas Vogt" userId="8f2cb726-881e-407e-b2de-45ed121033e4" providerId="ADAL" clId="{70EBE32E-D786-43DC-AA27-849F4B469A0A}" dt="2026-08-16T16:58:01.585" v="1310" actId="1035"/>
          <ac:picMkLst>
            <pc:docMk/>
            <pc:sldMk cId="3971949481" sldId="413"/>
            <ac:picMk id="36" creationId="{00000000-0000-0000-0000-000000000000}"/>
          </ac:picMkLst>
        </pc:picChg>
      </pc:sldChg>
      <pc:sldChg chg="addSp delSp modSp mod addAnim delAnim modAnim">
        <pc:chgData name="Andreas Vogt" userId="8f2cb726-881e-407e-b2de-45ed121033e4" providerId="ADAL" clId="{70EBE32E-D786-43DC-AA27-849F4B469A0A}" dt="2026-08-22T15:23:56.270" v="3434" actId="14100"/>
        <pc:sldMkLst>
          <pc:docMk/>
          <pc:sldMk cId="1759273854" sldId="414"/>
        </pc:sldMkLst>
        <pc:spChg chg="add mod">
          <ac:chgData name="Andreas Vogt" userId="8f2cb726-881e-407e-b2de-45ed121033e4" providerId="ADAL" clId="{70EBE32E-D786-43DC-AA27-849F4B469A0A}" dt="2026-08-22T15:08:30.244" v="2702" actId="1035"/>
          <ac:spMkLst>
            <pc:docMk/>
            <pc:sldMk cId="1759273854" sldId="414"/>
            <ac:spMk id="2" creationId="{A0008E6D-EE48-9E4D-00F0-4EA34E24E7BB}"/>
          </ac:spMkLst>
        </pc:spChg>
        <pc:spChg chg="add mod">
          <ac:chgData name="Andreas Vogt" userId="8f2cb726-881e-407e-b2de-45ed121033e4" providerId="ADAL" clId="{70EBE32E-D786-43DC-AA27-849F4B469A0A}" dt="2026-08-22T15:23:56.270" v="3434" actId="14100"/>
          <ac:spMkLst>
            <pc:docMk/>
            <pc:sldMk cId="1759273854" sldId="414"/>
            <ac:spMk id="5" creationId="{33810DEF-4B7B-DA9A-5767-365A8B130094}"/>
          </ac:spMkLst>
        </pc:spChg>
        <pc:picChg chg="mod">
          <ac:chgData name="Andreas Vogt" userId="8f2cb726-881e-407e-b2de-45ed121033e4" providerId="ADAL" clId="{70EBE32E-D786-43DC-AA27-849F4B469A0A}" dt="2026-08-22T15:14:41.964" v="3169" actId="1037"/>
          <ac:picMkLst>
            <pc:docMk/>
            <pc:sldMk cId="1759273854" sldId="414"/>
            <ac:picMk id="7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4:41.964" v="3169" actId="1037"/>
          <ac:picMkLst>
            <pc:docMk/>
            <pc:sldMk cId="1759273854" sldId="414"/>
            <ac:picMk id="12" creationId="{00000000-0000-0000-0000-000000000000}"/>
          </ac:picMkLst>
        </pc:picChg>
      </pc:sldChg>
      <pc:sldChg chg="addSp modSp mod addAnim delAnim modAnim">
        <pc:chgData name="Andreas Vogt" userId="8f2cb726-881e-407e-b2de-45ed121033e4" providerId="ADAL" clId="{70EBE32E-D786-43DC-AA27-849F4B469A0A}" dt="2026-08-22T15:24:23.307" v="3437"/>
        <pc:sldMkLst>
          <pc:docMk/>
          <pc:sldMk cId="2736577098" sldId="415"/>
        </pc:sldMkLst>
        <pc:spChg chg="add mod">
          <ac:chgData name="Andreas Vogt" userId="8f2cb726-881e-407e-b2de-45ed121033e4" providerId="ADAL" clId="{70EBE32E-D786-43DC-AA27-849F4B469A0A}" dt="2026-08-22T15:24:11.069" v="3435" actId="14100"/>
          <ac:spMkLst>
            <pc:docMk/>
            <pc:sldMk cId="2736577098" sldId="415"/>
            <ac:spMk id="3" creationId="{EB7EDF6E-0F4F-4159-F605-20B7357A1C7F}"/>
          </ac:spMkLst>
        </pc:spChg>
        <pc:spChg chg="add mod">
          <ac:chgData name="Andreas Vogt" userId="8f2cb726-881e-407e-b2de-45ed121033e4" providerId="ADAL" clId="{70EBE32E-D786-43DC-AA27-849F4B469A0A}" dt="2026-08-22T15:15:15.591" v="3178" actId="14100"/>
          <ac:spMkLst>
            <pc:docMk/>
            <pc:sldMk cId="2736577098" sldId="415"/>
            <ac:spMk id="11" creationId="{230E2A49-49C4-947B-78BC-66A0A45551FF}"/>
          </ac:spMkLst>
        </pc:spChg>
        <pc:picChg chg="mod">
          <ac:chgData name="Andreas Vogt" userId="8f2cb726-881e-407e-b2de-45ed121033e4" providerId="ADAL" clId="{70EBE32E-D786-43DC-AA27-849F4B469A0A}" dt="2026-08-22T15:15:24.804" v="3183" actId="1037"/>
          <ac:picMkLst>
            <pc:docMk/>
            <pc:sldMk cId="2736577098" sldId="415"/>
            <ac:picMk id="5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5:24.804" v="3183" actId="1037"/>
          <ac:picMkLst>
            <pc:docMk/>
            <pc:sldMk cId="2736577098" sldId="415"/>
            <ac:picMk id="6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5:24.804" v="3183" actId="1037"/>
          <ac:picMkLst>
            <pc:docMk/>
            <pc:sldMk cId="2736577098" sldId="415"/>
            <ac:picMk id="7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5:24.804" v="3183" actId="1037"/>
          <ac:picMkLst>
            <pc:docMk/>
            <pc:sldMk cId="2736577098" sldId="415"/>
            <ac:picMk id="9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5:24.804" v="3183" actId="1037"/>
          <ac:picMkLst>
            <pc:docMk/>
            <pc:sldMk cId="2736577098" sldId="415"/>
            <ac:picMk id="10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5:24.804" v="3183" actId="1037"/>
          <ac:picMkLst>
            <pc:docMk/>
            <pc:sldMk cId="2736577098" sldId="415"/>
            <ac:picMk id="14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5:24.804" v="3183" actId="1037"/>
          <ac:picMkLst>
            <pc:docMk/>
            <pc:sldMk cId="2736577098" sldId="415"/>
            <ac:picMk id="20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5:24.804" v="3183" actId="1037"/>
          <ac:picMkLst>
            <pc:docMk/>
            <pc:sldMk cId="2736577098" sldId="415"/>
            <ac:picMk id="2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5:24.804" v="3183" actId="1037"/>
          <ac:picMkLst>
            <pc:docMk/>
            <pc:sldMk cId="2736577098" sldId="415"/>
            <ac:picMk id="28" creationId="{00000000-0000-0000-0000-000000000000}"/>
          </ac:picMkLst>
        </pc:picChg>
      </pc:sldChg>
      <pc:sldChg chg="addSp modSp mod addAnim delAnim modAnim">
        <pc:chgData name="Andreas Vogt" userId="8f2cb726-881e-407e-b2de-45ed121033e4" providerId="ADAL" clId="{70EBE32E-D786-43DC-AA27-849F4B469A0A}" dt="2026-08-22T15:23:20.802" v="3430"/>
        <pc:sldMkLst>
          <pc:docMk/>
          <pc:sldMk cId="2000959711" sldId="416"/>
        </pc:sldMkLst>
        <pc:spChg chg="add mod">
          <ac:chgData name="Andreas Vogt" userId="8f2cb726-881e-407e-b2de-45ed121033e4" providerId="ADAL" clId="{70EBE32E-D786-43DC-AA27-849F4B469A0A}" dt="2026-08-22T15:08:21.037" v="2651" actId="14100"/>
          <ac:spMkLst>
            <pc:docMk/>
            <pc:sldMk cId="2000959711" sldId="416"/>
            <ac:spMk id="4" creationId="{CA252677-A86B-614E-5710-2FA94D8C2ACB}"/>
          </ac:spMkLst>
        </pc:spChg>
        <pc:spChg chg="add mod">
          <ac:chgData name="Andreas Vogt" userId="8f2cb726-881e-407e-b2de-45ed121033e4" providerId="ADAL" clId="{70EBE32E-D786-43DC-AA27-849F4B469A0A}" dt="2026-08-22T15:14:30.749" v="3160" actId="14100"/>
          <ac:spMkLst>
            <pc:docMk/>
            <pc:sldMk cId="2000959711" sldId="416"/>
            <ac:spMk id="8" creationId="{6C702358-5585-7424-0CF2-BA735C55B9BC}"/>
          </ac:spMkLst>
        </pc:spChg>
        <pc:picChg chg="mod">
          <ac:chgData name="Andreas Vogt" userId="8f2cb726-881e-407e-b2de-45ed121033e4" providerId="ADAL" clId="{70EBE32E-D786-43DC-AA27-849F4B469A0A}" dt="2026-08-16T17:02:14.498" v="1418" actId="1035"/>
          <ac:picMkLst>
            <pc:docMk/>
            <pc:sldMk cId="2000959711" sldId="416"/>
            <ac:picMk id="2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6T16:59:24.700" v="1353" actId="1037"/>
          <ac:picMkLst>
            <pc:docMk/>
            <pc:sldMk cId="2000959711" sldId="416"/>
            <ac:picMk id="6" creationId="{D24B2162-928A-6E10-17AB-626ED5A0424A}"/>
          </ac:picMkLst>
        </pc:picChg>
        <pc:picChg chg="mod">
          <ac:chgData name="Andreas Vogt" userId="8f2cb726-881e-407e-b2de-45ed121033e4" providerId="ADAL" clId="{70EBE32E-D786-43DC-AA27-849F4B469A0A}" dt="2026-08-16T17:02:07.877" v="1414" actId="1035"/>
          <ac:picMkLst>
            <pc:docMk/>
            <pc:sldMk cId="2000959711" sldId="416"/>
            <ac:picMk id="7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6T17:01:55.311" v="1411" actId="552"/>
          <ac:picMkLst>
            <pc:docMk/>
            <pc:sldMk cId="2000959711" sldId="416"/>
            <ac:picMk id="9" creationId="{B7715C10-C3AA-1AC0-F4BB-4CCB0B2B4057}"/>
          </ac:picMkLst>
        </pc:picChg>
        <pc:picChg chg="mod">
          <ac:chgData name="Andreas Vogt" userId="8f2cb726-881e-407e-b2de-45ed121033e4" providerId="ADAL" clId="{70EBE32E-D786-43DC-AA27-849F4B469A0A}" dt="2026-08-16T17:02:14.498" v="1418" actId="1035"/>
          <ac:picMkLst>
            <pc:docMk/>
            <pc:sldMk cId="2000959711" sldId="416"/>
            <ac:picMk id="10" creationId="{00000000-0000-0000-0000-000000000000}"/>
          </ac:picMkLst>
        </pc:picChg>
      </pc:sldChg>
      <pc:sldChg chg="addSp modSp mod addAnim delAnim modAnim">
        <pc:chgData name="Andreas Vogt" userId="8f2cb726-881e-407e-b2de-45ed121033e4" providerId="ADAL" clId="{70EBE32E-D786-43DC-AA27-849F4B469A0A}" dt="2026-08-22T15:25:00.804" v="3440"/>
        <pc:sldMkLst>
          <pc:docMk/>
          <pc:sldMk cId="3144129284" sldId="417"/>
        </pc:sldMkLst>
        <pc:spChg chg="add mod">
          <ac:chgData name="Andreas Vogt" userId="8f2cb726-881e-407e-b2de-45ed121033e4" providerId="ADAL" clId="{70EBE32E-D786-43DC-AA27-849F4B469A0A}" dt="2026-08-22T15:08:48.187" v="2737" actId="1037"/>
          <ac:spMkLst>
            <pc:docMk/>
            <pc:sldMk cId="3144129284" sldId="417"/>
            <ac:spMk id="2" creationId="{6A6DB3AA-3F01-71B4-7A27-7F7B992C7CDC}"/>
          </ac:spMkLst>
        </pc:spChg>
        <pc:spChg chg="add mod">
          <ac:chgData name="Andreas Vogt" userId="8f2cb726-881e-407e-b2de-45ed121033e4" providerId="ADAL" clId="{70EBE32E-D786-43DC-AA27-849F4B469A0A}" dt="2026-08-22T15:16:34.044" v="3335" actId="1035"/>
          <ac:spMkLst>
            <pc:docMk/>
            <pc:sldMk cId="3144129284" sldId="417"/>
            <ac:spMk id="7" creationId="{AED4035D-70B6-CBF0-ABD0-6C95E524BE49}"/>
          </ac:spMkLst>
        </pc:spChg>
      </pc:sldChg>
      <pc:sldChg chg="addSp delSp modSp mod modAnim">
        <pc:chgData name="Andreas Vogt" userId="8f2cb726-881e-407e-b2de-45ed121033e4" providerId="ADAL" clId="{70EBE32E-D786-43DC-AA27-849F4B469A0A}" dt="2026-09-06T11:03:22.661" v="3827"/>
        <pc:sldMkLst>
          <pc:docMk/>
          <pc:sldMk cId="2653531754" sldId="419"/>
        </pc:sldMkLst>
        <pc:spChg chg="add mod">
          <ac:chgData name="Andreas Vogt" userId="8f2cb726-881e-407e-b2de-45ed121033e4" providerId="ADAL" clId="{70EBE32E-D786-43DC-AA27-849F4B469A0A}" dt="2026-09-06T09:51:49.461" v="3565" actId="1036"/>
          <ac:spMkLst>
            <pc:docMk/>
            <pc:sldMk cId="2653531754" sldId="419"/>
            <ac:spMk id="3" creationId="{AD10E82D-D610-ED0A-D748-9E25F133117E}"/>
          </ac:spMkLst>
        </pc:spChg>
        <pc:spChg chg="add mod">
          <ac:chgData name="Andreas Vogt" userId="8f2cb726-881e-407e-b2de-45ed121033e4" providerId="ADAL" clId="{70EBE32E-D786-43DC-AA27-849F4B469A0A}" dt="2026-09-06T09:51:49.461" v="3565" actId="1036"/>
          <ac:spMkLst>
            <pc:docMk/>
            <pc:sldMk cId="2653531754" sldId="419"/>
            <ac:spMk id="4" creationId="{79AE6EE0-24BF-EE89-2BFB-E04C689AED18}"/>
          </ac:spMkLst>
        </pc:spChg>
        <pc:spChg chg="add mod">
          <ac:chgData name="Andreas Vogt" userId="8f2cb726-881e-407e-b2de-45ed121033e4" providerId="ADAL" clId="{70EBE32E-D786-43DC-AA27-849F4B469A0A}" dt="2026-09-06T09:51:49.461" v="3565" actId="1036"/>
          <ac:spMkLst>
            <pc:docMk/>
            <pc:sldMk cId="2653531754" sldId="419"/>
            <ac:spMk id="5" creationId="{F1E2E37C-98EB-7188-101E-CF7E1681F039}"/>
          </ac:spMkLst>
        </pc:spChg>
        <pc:spChg chg="add mod">
          <ac:chgData name="Andreas Vogt" userId="8f2cb726-881e-407e-b2de-45ed121033e4" providerId="ADAL" clId="{70EBE32E-D786-43DC-AA27-849F4B469A0A}" dt="2026-09-06T09:51:49.461" v="3565" actId="1036"/>
          <ac:spMkLst>
            <pc:docMk/>
            <pc:sldMk cId="2653531754" sldId="419"/>
            <ac:spMk id="10" creationId="{F0D273F6-4C2C-1AE2-EBDA-2FC117072095}"/>
          </ac:spMkLst>
        </pc:spChg>
        <pc:spChg chg="add mod">
          <ac:chgData name="Andreas Vogt" userId="8f2cb726-881e-407e-b2de-45ed121033e4" providerId="ADAL" clId="{70EBE32E-D786-43DC-AA27-849F4B469A0A}" dt="2026-09-06T09:51:49.461" v="3565" actId="1036"/>
          <ac:spMkLst>
            <pc:docMk/>
            <pc:sldMk cId="2653531754" sldId="419"/>
            <ac:spMk id="11" creationId="{055104FE-802C-D261-10FB-BDD882015865}"/>
          </ac:spMkLst>
        </pc:spChg>
        <pc:spChg chg="add mod">
          <ac:chgData name="Andreas Vogt" userId="8f2cb726-881e-407e-b2de-45ed121033e4" providerId="ADAL" clId="{70EBE32E-D786-43DC-AA27-849F4B469A0A}" dt="2026-09-06T09:51:49.461" v="3565" actId="1036"/>
          <ac:spMkLst>
            <pc:docMk/>
            <pc:sldMk cId="2653531754" sldId="419"/>
            <ac:spMk id="12" creationId="{BE42885C-2B87-FB68-04A4-12442E1AA847}"/>
          </ac:spMkLst>
        </pc:spChg>
        <pc:spChg chg="add mod">
          <ac:chgData name="Andreas Vogt" userId="8f2cb726-881e-407e-b2de-45ed121033e4" providerId="ADAL" clId="{70EBE32E-D786-43DC-AA27-849F4B469A0A}" dt="2026-09-06T09:51:49.461" v="3565" actId="1036"/>
          <ac:spMkLst>
            <pc:docMk/>
            <pc:sldMk cId="2653531754" sldId="419"/>
            <ac:spMk id="13" creationId="{9E3B45E6-2BC1-3DDF-AC73-B6AB392D851F}"/>
          </ac:spMkLst>
        </pc:spChg>
        <pc:spChg chg="add mod">
          <ac:chgData name="Andreas Vogt" userId="8f2cb726-881e-407e-b2de-45ed121033e4" providerId="ADAL" clId="{70EBE32E-D786-43DC-AA27-849F4B469A0A}" dt="2026-09-06T09:51:49.461" v="3565" actId="1036"/>
          <ac:spMkLst>
            <pc:docMk/>
            <pc:sldMk cId="2653531754" sldId="419"/>
            <ac:spMk id="14" creationId="{EBBF36B2-84A9-932C-CF72-1BAAEF83991E}"/>
          </ac:spMkLst>
        </pc:spChg>
        <pc:spChg chg="add mod">
          <ac:chgData name="Andreas Vogt" userId="8f2cb726-881e-407e-b2de-45ed121033e4" providerId="ADAL" clId="{70EBE32E-D786-43DC-AA27-849F4B469A0A}" dt="2026-09-06T09:51:56.944" v="3574" actId="1037"/>
          <ac:spMkLst>
            <pc:docMk/>
            <pc:sldMk cId="2653531754" sldId="419"/>
            <ac:spMk id="19" creationId="{DC674620-1FCF-8BDB-AD99-59CF86369473}"/>
          </ac:spMkLst>
        </pc:spChg>
        <pc:spChg chg="add mod">
          <ac:chgData name="Andreas Vogt" userId="8f2cb726-881e-407e-b2de-45ed121033e4" providerId="ADAL" clId="{70EBE32E-D786-43DC-AA27-849F4B469A0A}" dt="2026-09-06T09:51:49.461" v="3565" actId="1036"/>
          <ac:spMkLst>
            <pc:docMk/>
            <pc:sldMk cId="2653531754" sldId="419"/>
            <ac:spMk id="22" creationId="{CFAC3DCA-1A83-17F5-E295-BFE234A75B12}"/>
          </ac:spMkLst>
        </pc:spChg>
        <pc:spChg chg="mod">
          <ac:chgData name="Andreas Vogt" userId="8f2cb726-881e-407e-b2de-45ed121033e4" providerId="ADAL" clId="{70EBE32E-D786-43DC-AA27-849F4B469A0A}" dt="2026-09-06T09:51:42.014" v="3504" actId="1076"/>
          <ac:spMkLst>
            <pc:docMk/>
            <pc:sldMk cId="2653531754" sldId="419"/>
            <ac:spMk id="44" creationId="{00000000-0000-0000-0000-000000000000}"/>
          </ac:spMkLst>
        </pc:spChg>
        <pc:picChg chg="mod">
          <ac:chgData name="Andreas Vogt" userId="8f2cb726-881e-407e-b2de-45ed121033e4" providerId="ADAL" clId="{70EBE32E-D786-43DC-AA27-849F4B469A0A}" dt="2026-09-06T09:52:25.461" v="3589" actId="1076"/>
          <ac:picMkLst>
            <pc:docMk/>
            <pc:sldMk cId="2653531754" sldId="419"/>
            <ac:picMk id="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9-06T09:51:42.014" v="3504" actId="1076"/>
          <ac:picMkLst>
            <pc:docMk/>
            <pc:sldMk cId="2653531754" sldId="419"/>
            <ac:picMk id="6" creationId="{00000000-0000-0000-0000-000000000000}"/>
          </ac:picMkLst>
        </pc:picChg>
        <pc:picChg chg="add">
          <ac:chgData name="Andreas Vogt" userId="8f2cb726-881e-407e-b2de-45ed121033e4" providerId="ADAL" clId="{70EBE32E-D786-43DC-AA27-849F4B469A0A}" dt="2026-08-17T12:05:22.926" v="2584" actId="22"/>
          <ac:picMkLst>
            <pc:docMk/>
            <pc:sldMk cId="2653531754" sldId="419"/>
            <ac:picMk id="8" creationId="{69415E99-F90F-6336-9282-18ED86328186}"/>
          </ac:picMkLst>
        </pc:picChg>
        <pc:picChg chg="add mod">
          <ac:chgData name="Andreas Vogt" userId="8f2cb726-881e-407e-b2de-45ed121033e4" providerId="ADAL" clId="{70EBE32E-D786-43DC-AA27-849F4B469A0A}" dt="2026-09-06T09:52:18.224" v="3588" actId="552"/>
          <ac:picMkLst>
            <pc:docMk/>
            <pc:sldMk cId="2653531754" sldId="419"/>
            <ac:picMk id="9" creationId="{6A2EB6C1-C23F-CF22-09C9-595C7EF59787}"/>
          </ac:picMkLst>
        </pc:picChg>
        <pc:picChg chg="add mod">
          <ac:chgData name="Andreas Vogt" userId="8f2cb726-881e-407e-b2de-45ed121033e4" providerId="ADAL" clId="{70EBE32E-D786-43DC-AA27-849F4B469A0A}" dt="2026-09-06T09:51:56.944" v="3574" actId="1037"/>
          <ac:picMkLst>
            <pc:docMk/>
            <pc:sldMk cId="2653531754" sldId="419"/>
            <ac:picMk id="18" creationId="{C8C383DB-A79B-0DE2-1852-8A98E6C7CC86}"/>
          </ac:picMkLst>
        </pc:picChg>
        <pc:picChg chg="add mod">
          <ac:chgData name="Andreas Vogt" userId="8f2cb726-881e-407e-b2de-45ed121033e4" providerId="ADAL" clId="{70EBE32E-D786-43DC-AA27-849F4B469A0A}" dt="2026-09-06T09:51:49.461" v="3565" actId="1036"/>
          <ac:picMkLst>
            <pc:docMk/>
            <pc:sldMk cId="2653531754" sldId="419"/>
            <ac:picMk id="20" creationId="{AAE55795-F01D-981A-BDBD-51364509C71E}"/>
          </ac:picMkLst>
        </pc:picChg>
        <pc:picChg chg="mod">
          <ac:chgData name="Andreas Vogt" userId="8f2cb726-881e-407e-b2de-45ed121033e4" providerId="ADAL" clId="{70EBE32E-D786-43DC-AA27-849F4B469A0A}" dt="2026-09-06T09:52:18.224" v="3588" actId="552"/>
          <ac:picMkLst>
            <pc:docMk/>
            <pc:sldMk cId="2653531754" sldId="419"/>
            <ac:picMk id="38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9-06T09:52:18.224" v="3588" actId="552"/>
          <ac:picMkLst>
            <pc:docMk/>
            <pc:sldMk cId="2653531754" sldId="419"/>
            <ac:picMk id="41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9-06T09:51:42.014" v="3504" actId="1076"/>
          <ac:picMkLst>
            <pc:docMk/>
            <pc:sldMk cId="2653531754" sldId="419"/>
            <ac:picMk id="42" creationId="{00000000-0000-0000-0000-000000000000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22T15:17:40.638" v="3341"/>
        <pc:sldMkLst>
          <pc:docMk/>
          <pc:sldMk cId="1141282773" sldId="422"/>
        </pc:sldMkLst>
        <pc:spChg chg="add mod">
          <ac:chgData name="Andreas Vogt" userId="8f2cb726-881e-407e-b2de-45ed121033e4" providerId="ADAL" clId="{70EBE32E-D786-43DC-AA27-849F4B469A0A}" dt="2026-08-22T15:06:23.847" v="2607" actId="1037"/>
          <ac:spMkLst>
            <pc:docMk/>
            <pc:sldMk cId="1141282773" sldId="422"/>
            <ac:spMk id="3" creationId="{C7D25EFC-B8CC-9971-B956-BB88F8CEB460}"/>
          </ac:spMkLst>
        </pc:spChg>
        <pc:spChg chg="add mod">
          <ac:chgData name="Andreas Vogt" userId="8f2cb726-881e-407e-b2de-45ed121033e4" providerId="ADAL" clId="{70EBE32E-D786-43DC-AA27-849F4B469A0A}" dt="2026-08-22T15:09:58.444" v="2983" actId="1036"/>
          <ac:spMkLst>
            <pc:docMk/>
            <pc:sldMk cId="1141282773" sldId="422"/>
            <ac:spMk id="9" creationId="{4285CEAB-288A-9DA4-B8FF-1E8227E55891}"/>
          </ac:spMkLst>
        </pc:spChg>
        <pc:picChg chg="mod">
          <ac:chgData name="Andreas Vogt" userId="8f2cb726-881e-407e-b2de-45ed121033e4" providerId="ADAL" clId="{70EBE32E-D786-43DC-AA27-849F4B469A0A}" dt="2026-08-22T15:10:06.778" v="2984" actId="552"/>
          <ac:picMkLst>
            <pc:docMk/>
            <pc:sldMk cId="1141282773" sldId="422"/>
            <ac:picMk id="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5:10:09.533" v="2985" actId="1036"/>
          <ac:picMkLst>
            <pc:docMk/>
            <pc:sldMk cId="1141282773" sldId="422"/>
            <ac:picMk id="7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6T15:18:23.540" v="266" actId="552"/>
          <ac:picMkLst>
            <pc:docMk/>
            <pc:sldMk cId="1141282773" sldId="422"/>
            <ac:picMk id="8" creationId="{599D6D64-134E-3472-3D30-630871BBDC33}"/>
          </ac:picMkLst>
        </pc:picChg>
        <pc:picChg chg="mod ord">
          <ac:chgData name="Andreas Vogt" userId="8f2cb726-881e-407e-b2de-45ed121033e4" providerId="ADAL" clId="{70EBE32E-D786-43DC-AA27-849F4B469A0A}" dt="2026-08-16T15:17:25.359" v="235" actId="552"/>
          <ac:picMkLst>
            <pc:docMk/>
            <pc:sldMk cId="1141282773" sldId="422"/>
            <ac:picMk id="12" creationId="{1F8EFF76-E319-D620-4180-73500DB9FDA2}"/>
          </ac:picMkLst>
        </pc:picChg>
        <pc:picChg chg="mod ord">
          <ac:chgData name="Andreas Vogt" userId="8f2cb726-881e-407e-b2de-45ed121033e4" providerId="ADAL" clId="{70EBE32E-D786-43DC-AA27-849F4B469A0A}" dt="2026-08-16T15:17:33.375" v="250" actId="1036"/>
          <ac:picMkLst>
            <pc:docMk/>
            <pc:sldMk cId="1141282773" sldId="422"/>
            <ac:picMk id="14" creationId="{083C1291-70BE-01C2-B289-73D7C813E378}"/>
          </ac:picMkLst>
        </pc:picChg>
        <pc:picChg chg="mod ord">
          <ac:chgData name="Andreas Vogt" userId="8f2cb726-881e-407e-b2de-45ed121033e4" providerId="ADAL" clId="{70EBE32E-D786-43DC-AA27-849F4B469A0A}" dt="2026-08-16T15:17:32.011" v="249" actId="1036"/>
          <ac:picMkLst>
            <pc:docMk/>
            <pc:sldMk cId="1141282773" sldId="422"/>
            <ac:picMk id="17" creationId="{F927B671-7E6B-4DB6-A413-1FCDF1B51972}"/>
          </ac:picMkLst>
        </pc:picChg>
        <pc:picChg chg="add mod">
          <ac:chgData name="Andreas Vogt" userId="8f2cb726-881e-407e-b2de-45ed121033e4" providerId="ADAL" clId="{70EBE32E-D786-43DC-AA27-849F4B469A0A}" dt="2026-08-16T15:20:56.632" v="428" actId="1037"/>
          <ac:picMkLst>
            <pc:docMk/>
            <pc:sldMk cId="1141282773" sldId="422"/>
            <ac:picMk id="30" creationId="{40B267D0-BA8A-B58A-E7B2-212F03960C4B}"/>
          </ac:picMkLst>
        </pc:picChg>
        <pc:picChg chg="mod ord">
          <ac:chgData name="Andreas Vogt" userId="8f2cb726-881e-407e-b2de-45ed121033e4" providerId="ADAL" clId="{70EBE32E-D786-43DC-AA27-849F4B469A0A}" dt="2026-08-16T15:20:54.547" v="425" actId="14100"/>
          <ac:picMkLst>
            <pc:docMk/>
            <pc:sldMk cId="1141282773" sldId="422"/>
            <ac:picMk id="42" creationId="{D47BE484-2716-35BA-9F3A-1CDA001E580B}"/>
          </ac:picMkLst>
        </pc:picChg>
      </pc:sldChg>
      <pc:sldChg chg="addSp delSp modSp add mod delAnim modAnim">
        <pc:chgData name="Andreas Vogt" userId="8f2cb726-881e-407e-b2de-45ed121033e4" providerId="ADAL" clId="{70EBE32E-D786-43DC-AA27-849F4B469A0A}" dt="2026-08-22T15:20:40.976" v="3365"/>
        <pc:sldMkLst>
          <pc:docMk/>
          <pc:sldMk cId="2076224427" sldId="423"/>
        </pc:sldMkLst>
        <pc:spChg chg="add mod">
          <ac:chgData name="Andreas Vogt" userId="8f2cb726-881e-407e-b2de-45ed121033e4" providerId="ADAL" clId="{70EBE32E-D786-43DC-AA27-849F4B469A0A}" dt="2026-08-22T15:12:24.236" v="3123" actId="14100"/>
          <ac:spMkLst>
            <pc:docMk/>
            <pc:sldMk cId="2076224427" sldId="423"/>
            <ac:spMk id="5" creationId="{0CEB2D3F-E4D8-8B50-9D99-AFD2A96634A9}"/>
          </ac:spMkLst>
        </pc:spChg>
        <pc:picChg chg="mod ord">
          <ac:chgData name="Andreas Vogt" userId="8f2cb726-881e-407e-b2de-45ed121033e4" providerId="ADAL" clId="{70EBE32E-D786-43DC-AA27-849F4B469A0A}" dt="2026-08-22T15:12:27.566" v="3125" actId="1038"/>
          <ac:picMkLst>
            <pc:docMk/>
            <pc:sldMk cId="2076224427" sldId="423"/>
            <ac:picMk id="4" creationId="{C3C071C9-3110-3235-B39B-06F99C6DF844}"/>
          </ac:picMkLst>
        </pc:picChg>
        <pc:picChg chg="add mod">
          <ac:chgData name="Andreas Vogt" userId="8f2cb726-881e-407e-b2de-45ed121033e4" providerId="ADAL" clId="{70EBE32E-D786-43DC-AA27-849F4B469A0A}" dt="2026-08-16T16:48:57.065" v="975" actId="1076"/>
          <ac:picMkLst>
            <pc:docMk/>
            <pc:sldMk cId="2076224427" sldId="423"/>
            <ac:picMk id="13" creationId="{656583EA-C4B0-095F-3E5B-123B10A8EFAD}"/>
          </ac:picMkLst>
        </pc:picChg>
        <pc:picChg chg="mod ord">
          <ac:chgData name="Andreas Vogt" userId="8f2cb726-881e-407e-b2de-45ed121033e4" providerId="ADAL" clId="{70EBE32E-D786-43DC-AA27-849F4B469A0A}" dt="2026-08-22T15:12:30.146" v="3127" actId="1038"/>
          <ac:picMkLst>
            <pc:docMk/>
            <pc:sldMk cId="2076224427" sldId="423"/>
            <ac:picMk id="17" creationId="{F5B242A9-E8BF-997C-3D4F-EC00743A4990}"/>
          </ac:picMkLst>
        </pc:picChg>
        <pc:picChg chg="mod ord">
          <ac:chgData name="Andreas Vogt" userId="8f2cb726-881e-407e-b2de-45ed121033e4" providerId="ADAL" clId="{70EBE32E-D786-43DC-AA27-849F4B469A0A}" dt="2026-08-22T15:20:37.031" v="3363" actId="1076"/>
          <ac:picMkLst>
            <pc:docMk/>
            <pc:sldMk cId="2076224427" sldId="423"/>
            <ac:picMk id="22" creationId="{69442A2F-5EF0-894E-E096-E1CDCEC0B837}"/>
          </ac:picMkLst>
        </pc:picChg>
        <pc:picChg chg="mod ord">
          <ac:chgData name="Andreas Vogt" userId="8f2cb726-881e-407e-b2de-45ed121033e4" providerId="ADAL" clId="{70EBE32E-D786-43DC-AA27-849F4B469A0A}" dt="2026-08-22T15:12:27.566" v="3125" actId="1038"/>
          <ac:picMkLst>
            <pc:docMk/>
            <pc:sldMk cId="2076224427" sldId="423"/>
            <ac:picMk id="25" creationId="{E5DE48E2-0E9C-C7D7-9375-9F80459781E0}"/>
          </ac:picMkLst>
        </pc:picChg>
        <pc:picChg chg="add mod">
          <ac:chgData name="Andreas Vogt" userId="8f2cb726-881e-407e-b2de-45ed121033e4" providerId="ADAL" clId="{70EBE32E-D786-43DC-AA27-849F4B469A0A}" dt="2026-08-16T16:52:47.114" v="1042" actId="1076"/>
          <ac:picMkLst>
            <pc:docMk/>
            <pc:sldMk cId="2076224427" sldId="423"/>
            <ac:picMk id="27" creationId="{67029AF0-AD81-408B-8D8E-2CF45F6FFBA1}"/>
          </ac:picMkLst>
        </pc:picChg>
      </pc:sldChg>
      <pc:sldChg chg="addSp delSp modSp add mod delAnim modAnim">
        <pc:chgData name="Andreas Vogt" userId="8f2cb726-881e-407e-b2de-45ed121033e4" providerId="ADAL" clId="{70EBE32E-D786-43DC-AA27-849F4B469A0A}" dt="2026-08-22T15:25:31.680" v="3442"/>
        <pc:sldMkLst>
          <pc:docMk/>
          <pc:sldMk cId="2596112456" sldId="424"/>
        </pc:sldMkLst>
        <pc:spChg chg="add mod">
          <ac:chgData name="Andreas Vogt" userId="8f2cb726-881e-407e-b2de-45ed121033e4" providerId="ADAL" clId="{70EBE32E-D786-43DC-AA27-849F4B469A0A}" dt="2026-08-22T15:09:01.671" v="2811" actId="14100"/>
          <ac:spMkLst>
            <pc:docMk/>
            <pc:sldMk cId="2596112456" sldId="424"/>
            <ac:spMk id="2" creationId="{9521611F-D9DA-E057-4BD2-321C9BB822F0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56" creationId="{3A3B21EE-6DAA-914C-A406-918DF971BED5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57" creationId="{90248AF5-854E-FB72-D6D4-3882FE30808A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61" creationId="{4B59D6E2-6C06-D7D7-4C23-B3C484ACFB6F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63" creationId="{76CE2129-A478-FCD5-9A4E-790D08FB5640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70" creationId="{1AB4A826-8769-92F5-A6EC-C51273BB6394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72" creationId="{A24B9781-2E49-117F-B1E6-0259FC42FDF9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74" creationId="{AEDFFF45-8EE8-8F34-A9A0-AFD900CCFA64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75" creationId="{99C5F867-0D25-3D6A-86DA-A5A9E0839E0A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81" creationId="{C3278ACE-B41F-1009-350F-17C94AAB4618}"/>
          </ac:spMkLst>
        </pc:spChg>
        <pc:spChg chg="mod">
          <ac:chgData name="Andreas Vogt" userId="8f2cb726-881e-407e-b2de-45ed121033e4" providerId="ADAL" clId="{70EBE32E-D786-43DC-AA27-849F4B469A0A}" dt="2026-08-17T07:02:38.947" v="1550" actId="1076"/>
          <ac:spMkLst>
            <pc:docMk/>
            <pc:sldMk cId="2596112456" sldId="424"/>
            <ac:spMk id="83" creationId="{1A1065E3-675F-17FA-D276-D1AE401030EF}"/>
          </ac:spMkLst>
        </pc:spChg>
        <pc:picChg chg="mod ord">
          <ac:chgData name="Andreas Vogt" userId="8f2cb726-881e-407e-b2de-45ed121033e4" providerId="ADAL" clId="{70EBE32E-D786-43DC-AA27-849F4B469A0A}" dt="2026-08-17T07:03:15.379" v="1633" actId="962"/>
          <ac:picMkLst>
            <pc:docMk/>
            <pc:sldMk cId="2596112456" sldId="424"/>
            <ac:picMk id="13" creationId="{9F92DE94-F936-1E91-12E4-5024782B2E93}"/>
          </ac:picMkLst>
        </pc:picChg>
        <pc:picChg chg="mod ord">
          <ac:chgData name="Andreas Vogt" userId="8f2cb726-881e-407e-b2de-45ed121033e4" providerId="ADAL" clId="{70EBE32E-D786-43DC-AA27-849F4B469A0A}" dt="2026-08-17T07:04:06.122" v="1655" actId="1076"/>
          <ac:picMkLst>
            <pc:docMk/>
            <pc:sldMk cId="2596112456" sldId="424"/>
            <ac:picMk id="17" creationId="{2944A6EB-1923-3B99-9B24-7FF314807E27}"/>
          </ac:picMkLst>
        </pc:picChg>
      </pc:sldChg>
      <pc:sldChg chg="addSp delSp modSp add mod delAnim modAnim">
        <pc:chgData name="Andreas Vogt" userId="8f2cb726-881e-407e-b2de-45ed121033e4" providerId="ADAL" clId="{70EBE32E-D786-43DC-AA27-849F4B469A0A}" dt="2026-09-07T08:51:48.802" v="3854" actId="1037"/>
        <pc:sldMkLst>
          <pc:docMk/>
          <pc:sldMk cId="3885980629" sldId="425"/>
        </pc:sldMkLst>
        <pc:spChg chg="add mod">
          <ac:chgData name="Andreas Vogt" userId="8f2cb726-881e-407e-b2de-45ed121033e4" providerId="ADAL" clId="{70EBE32E-D786-43DC-AA27-849F4B469A0A}" dt="2026-08-22T15:09:13.985" v="2894" actId="1036"/>
          <ac:spMkLst>
            <pc:docMk/>
            <pc:sldMk cId="3885980629" sldId="425"/>
            <ac:spMk id="2" creationId="{54BA140B-6B85-63CE-C4D4-AD8DBB2A9FB7}"/>
          </ac:spMkLst>
        </pc:spChg>
        <pc:spChg chg="add mod">
          <ac:chgData name="Andreas Vogt" userId="8f2cb726-881e-407e-b2de-45ed121033e4" providerId="ADAL" clId="{70EBE32E-D786-43DC-AA27-849F4B469A0A}" dt="2026-08-17T07:15:36.719" v="1905" actId="1038"/>
          <ac:spMkLst>
            <pc:docMk/>
            <pc:sldMk cId="3885980629" sldId="425"/>
            <ac:spMk id="29" creationId="{F929AE7F-0372-8537-20D8-89560735D147}"/>
          </ac:spMkLst>
        </pc:spChg>
        <pc:spChg chg="add mod">
          <ac:chgData name="Andreas Vogt" userId="8f2cb726-881e-407e-b2de-45ed121033e4" providerId="ADAL" clId="{70EBE32E-D786-43DC-AA27-849F4B469A0A}" dt="2026-08-17T07:15:36.719" v="1905" actId="1038"/>
          <ac:spMkLst>
            <pc:docMk/>
            <pc:sldMk cId="3885980629" sldId="425"/>
            <ac:spMk id="33" creationId="{0174C3E5-87C8-49A0-BDE0-B14D51C3F7CC}"/>
          </ac:spMkLst>
        </pc:spChg>
        <pc:spChg chg="add mod">
          <ac:chgData name="Andreas Vogt" userId="8f2cb726-881e-407e-b2de-45ed121033e4" providerId="ADAL" clId="{70EBE32E-D786-43DC-AA27-849F4B469A0A}" dt="2026-08-17T07:15:36.719" v="1905" actId="1038"/>
          <ac:spMkLst>
            <pc:docMk/>
            <pc:sldMk cId="3885980629" sldId="425"/>
            <ac:spMk id="35" creationId="{4E7E47BB-E4C2-B4E0-1BCE-09295CD51D09}"/>
          </ac:spMkLst>
        </pc:spChg>
        <pc:picChg chg="mod ord">
          <ac:chgData name="Andreas Vogt" userId="8f2cb726-881e-407e-b2de-45ed121033e4" providerId="ADAL" clId="{70EBE32E-D786-43DC-AA27-849F4B469A0A}" dt="2026-09-07T08:51:48.802" v="3854" actId="1037"/>
          <ac:picMkLst>
            <pc:docMk/>
            <pc:sldMk cId="3885980629" sldId="425"/>
            <ac:picMk id="4" creationId="{E33B05BB-B7D2-0246-DB1D-E8C34BBB8687}"/>
          </ac:picMkLst>
        </pc:picChg>
        <pc:picChg chg="mod ord">
          <ac:chgData name="Andreas Vogt" userId="8f2cb726-881e-407e-b2de-45ed121033e4" providerId="ADAL" clId="{70EBE32E-D786-43DC-AA27-849F4B469A0A}" dt="2026-08-17T07:15:36.719" v="1905" actId="1038"/>
          <ac:picMkLst>
            <pc:docMk/>
            <pc:sldMk cId="3885980629" sldId="425"/>
            <ac:picMk id="5" creationId="{31251481-CDD9-EC2E-37D3-45CA55501C45}"/>
          </ac:picMkLst>
        </pc:picChg>
        <pc:picChg chg="del mod ord">
          <ac:chgData name="Andreas Vogt" userId="8f2cb726-881e-407e-b2de-45ed121033e4" providerId="ADAL" clId="{70EBE32E-D786-43DC-AA27-849F4B469A0A}" dt="2026-09-07T08:51:46.656" v="3851" actId="478"/>
          <ac:picMkLst>
            <pc:docMk/>
            <pc:sldMk cId="3885980629" sldId="425"/>
            <ac:picMk id="12" creationId="{1A10F662-0674-87FA-48EC-81766916FBF3}"/>
          </ac:picMkLst>
        </pc:picChg>
        <pc:picChg chg="mod ord">
          <ac:chgData name="Andreas Vogt" userId="8f2cb726-881e-407e-b2de-45ed121033e4" providerId="ADAL" clId="{70EBE32E-D786-43DC-AA27-849F4B469A0A}" dt="2026-08-17T07:15:36.719" v="1905" actId="1038"/>
          <ac:picMkLst>
            <pc:docMk/>
            <pc:sldMk cId="3885980629" sldId="425"/>
            <ac:picMk id="15" creationId="{97C1E693-754F-51B1-480F-FD7AC81393F6}"/>
          </ac:picMkLst>
        </pc:picChg>
        <pc:picChg chg="mod">
          <ac:chgData name="Andreas Vogt" userId="8f2cb726-881e-407e-b2de-45ed121033e4" providerId="ADAL" clId="{70EBE32E-D786-43DC-AA27-849F4B469A0A}" dt="2026-08-17T07:15:36.719" v="1905" actId="1038"/>
          <ac:picMkLst>
            <pc:docMk/>
            <pc:sldMk cId="3885980629" sldId="425"/>
            <ac:picMk id="17" creationId="{0BCBBE60-B475-9DE6-C582-70DFEBC26D8F}"/>
          </ac:picMkLst>
        </pc:picChg>
        <pc:picChg chg="mod ord">
          <ac:chgData name="Andreas Vogt" userId="8f2cb726-881e-407e-b2de-45ed121033e4" providerId="ADAL" clId="{70EBE32E-D786-43DC-AA27-849F4B469A0A}" dt="2026-08-17T07:12:50.566" v="1811" actId="1076"/>
          <ac:picMkLst>
            <pc:docMk/>
            <pc:sldMk cId="3885980629" sldId="425"/>
            <ac:picMk id="19" creationId="{C1C4082E-FB14-DF79-C0B1-7A9DE61D84FB}"/>
          </ac:picMkLst>
        </pc:picChg>
        <pc:picChg chg="mod ord">
          <ac:chgData name="Andreas Vogt" userId="8f2cb726-881e-407e-b2de-45ed121033e4" providerId="ADAL" clId="{70EBE32E-D786-43DC-AA27-849F4B469A0A}" dt="2026-08-17T07:15:36.719" v="1905" actId="1038"/>
          <ac:picMkLst>
            <pc:docMk/>
            <pc:sldMk cId="3885980629" sldId="425"/>
            <ac:picMk id="22" creationId="{D5865BD7-1C56-CE7C-BCCF-2B635D7C0F23}"/>
          </ac:picMkLst>
        </pc:picChg>
        <pc:picChg chg="mod ord">
          <ac:chgData name="Andreas Vogt" userId="8f2cb726-881e-407e-b2de-45ed121033e4" providerId="ADAL" clId="{70EBE32E-D786-43DC-AA27-849F4B469A0A}" dt="2026-08-17T07:15:36.719" v="1905" actId="1038"/>
          <ac:picMkLst>
            <pc:docMk/>
            <pc:sldMk cId="3885980629" sldId="425"/>
            <ac:picMk id="26" creationId="{0C81009C-E12B-E1A1-A2EA-DFE47CF35142}"/>
          </ac:picMkLst>
        </pc:picChg>
        <pc:picChg chg="add mod">
          <ac:chgData name="Andreas Vogt" userId="8f2cb726-881e-407e-b2de-45ed121033e4" providerId="ADAL" clId="{70EBE32E-D786-43DC-AA27-849F4B469A0A}" dt="2026-08-17T07:15:36.719" v="1905" actId="1038"/>
          <ac:picMkLst>
            <pc:docMk/>
            <pc:sldMk cId="3885980629" sldId="425"/>
            <ac:picMk id="32" creationId="{935D8E06-2981-58DB-FA61-39B53343359A}"/>
          </ac:picMkLst>
        </pc:picChg>
        <pc:picChg chg="add mod">
          <ac:chgData name="Andreas Vogt" userId="8f2cb726-881e-407e-b2de-45ed121033e4" providerId="ADAL" clId="{70EBE32E-D786-43DC-AA27-849F4B469A0A}" dt="2026-08-17T07:15:25.317" v="1900" actId="1076"/>
          <ac:picMkLst>
            <pc:docMk/>
            <pc:sldMk cId="3885980629" sldId="425"/>
            <ac:picMk id="43" creationId="{F994BD22-7068-E5F6-3011-259690869E2C}"/>
          </ac:picMkLst>
        </pc:picChg>
        <pc:cxnChg chg="add mod">
          <ac:chgData name="Andreas Vogt" userId="8f2cb726-881e-407e-b2de-45ed121033e4" providerId="ADAL" clId="{70EBE32E-D786-43DC-AA27-849F4B469A0A}" dt="2026-08-17T07:14:13.830" v="1860" actId="208"/>
          <ac:cxnSpMkLst>
            <pc:docMk/>
            <pc:sldMk cId="3885980629" sldId="425"/>
            <ac:cxnSpMk id="31" creationId="{C4B62469-3386-CA59-4F01-0091349468F7}"/>
          </ac:cxnSpMkLst>
        </pc:cxnChg>
        <pc:cxnChg chg="add mod">
          <ac:chgData name="Andreas Vogt" userId="8f2cb726-881e-407e-b2de-45ed121033e4" providerId="ADAL" clId="{70EBE32E-D786-43DC-AA27-849F4B469A0A}" dt="2026-08-17T07:14:53.072" v="1884" actId="14100"/>
          <ac:cxnSpMkLst>
            <pc:docMk/>
            <pc:sldMk cId="3885980629" sldId="425"/>
            <ac:cxnSpMk id="34" creationId="{FAEB1A9B-3013-696C-87B7-9F9ED044E218}"/>
          </ac:cxnSpMkLst>
        </pc:cxnChg>
        <pc:cxnChg chg="add mod">
          <ac:chgData name="Andreas Vogt" userId="8f2cb726-881e-407e-b2de-45ed121033e4" providerId="ADAL" clId="{70EBE32E-D786-43DC-AA27-849F4B469A0A}" dt="2026-08-17T07:15:07.848" v="1896" actId="1035"/>
          <ac:cxnSpMkLst>
            <pc:docMk/>
            <pc:sldMk cId="3885980629" sldId="425"/>
            <ac:cxnSpMk id="40" creationId="{B1F368A2-EDF3-704D-BE1C-94949D592914}"/>
          </ac:cxnSpMkLst>
        </pc:cxnChg>
      </pc:sldChg>
      <pc:sldChg chg="addSp delSp modSp add mod delAnim modAnim">
        <pc:chgData name="Andreas Vogt" userId="8f2cb726-881e-407e-b2de-45ed121033e4" providerId="ADAL" clId="{70EBE32E-D786-43DC-AA27-849F4B469A0A}" dt="2026-08-22T15:29:52.271" v="3481"/>
        <pc:sldMkLst>
          <pc:docMk/>
          <pc:sldMk cId="1235511204" sldId="426"/>
        </pc:sldMkLst>
        <pc:spChg chg="add mod">
          <ac:chgData name="Andreas Vogt" userId="8f2cb726-881e-407e-b2de-45ed121033e4" providerId="ADAL" clId="{70EBE32E-D786-43DC-AA27-849F4B469A0A}" dt="2026-08-22T15:09:28.706" v="2959" actId="1036"/>
          <ac:spMkLst>
            <pc:docMk/>
            <pc:sldMk cId="1235511204" sldId="426"/>
            <ac:spMk id="2" creationId="{9BFEE99E-7797-BC42-1441-CBCDB5776D6E}"/>
          </ac:spMkLst>
        </pc:spChg>
        <pc:spChg chg="mod">
          <ac:chgData name="Andreas Vogt" userId="8f2cb726-881e-407e-b2de-45ed121033e4" providerId="ADAL" clId="{70EBE32E-D786-43DC-AA27-849F4B469A0A}" dt="2026-08-17T07:36:03.357" v="2336" actId="1076"/>
          <ac:spMkLst>
            <pc:docMk/>
            <pc:sldMk cId="1235511204" sldId="426"/>
            <ac:spMk id="29" creationId="{EFD80930-CB2B-C3F5-CA2D-FCCE2CF73FCD}"/>
          </ac:spMkLst>
        </pc:spChg>
        <pc:spChg chg="mod">
          <ac:chgData name="Andreas Vogt" userId="8f2cb726-881e-407e-b2de-45ed121033e4" providerId="ADAL" clId="{70EBE32E-D786-43DC-AA27-849F4B469A0A}" dt="2026-08-17T07:36:16.613" v="2338" actId="1076"/>
          <ac:spMkLst>
            <pc:docMk/>
            <pc:sldMk cId="1235511204" sldId="426"/>
            <ac:spMk id="35" creationId="{421DA0F0-E9A3-C94C-828A-FEE9F50A184B}"/>
          </ac:spMkLst>
        </pc:spChg>
        <pc:spChg chg="add mod">
          <ac:chgData name="Andreas Vogt" userId="8f2cb726-881e-407e-b2de-45ed121033e4" providerId="ADAL" clId="{70EBE32E-D786-43DC-AA27-849F4B469A0A}" dt="2026-08-17T07:36:08.112" v="2337" actId="571"/>
          <ac:spMkLst>
            <pc:docMk/>
            <pc:sldMk cId="1235511204" sldId="426"/>
            <ac:spMk id="64" creationId="{291BD003-A28A-6BBB-90D0-7643064F7146}"/>
          </ac:spMkLst>
        </pc:spChg>
        <pc:spChg chg="add mod">
          <ac:chgData name="Andreas Vogt" userId="8f2cb726-881e-407e-b2de-45ed121033e4" providerId="ADAL" clId="{70EBE32E-D786-43DC-AA27-849F4B469A0A}" dt="2026-08-17T07:36:41.772" v="2355" actId="14100"/>
          <ac:spMkLst>
            <pc:docMk/>
            <pc:sldMk cId="1235511204" sldId="426"/>
            <ac:spMk id="66" creationId="{A3634CB5-2639-2BCC-083E-F18A0056D69E}"/>
          </ac:spMkLst>
        </pc:spChg>
        <pc:spChg chg="add mod">
          <ac:chgData name="Andreas Vogt" userId="8f2cb726-881e-407e-b2de-45ed121033e4" providerId="ADAL" clId="{70EBE32E-D786-43DC-AA27-849F4B469A0A}" dt="2026-08-17T07:36:57.229" v="2364" actId="1037"/>
          <ac:spMkLst>
            <pc:docMk/>
            <pc:sldMk cId="1235511204" sldId="426"/>
            <ac:spMk id="70" creationId="{FEA916C4-8F5F-4E0A-DADE-BABFBC38D6DE}"/>
          </ac:spMkLst>
        </pc:spChg>
        <pc:spChg chg="add mod">
          <ac:chgData name="Andreas Vogt" userId="8f2cb726-881e-407e-b2de-45ed121033e4" providerId="ADAL" clId="{70EBE32E-D786-43DC-AA27-849F4B469A0A}" dt="2026-08-17T07:37:37.709" v="2387" actId="14100"/>
          <ac:spMkLst>
            <pc:docMk/>
            <pc:sldMk cId="1235511204" sldId="426"/>
            <ac:spMk id="72" creationId="{E6E8FB2E-E24F-3541-2094-88C44EFB194B}"/>
          </ac:spMkLst>
        </pc:spChg>
        <pc:spChg chg="add mod">
          <ac:chgData name="Andreas Vogt" userId="8f2cb726-881e-407e-b2de-45ed121033e4" providerId="ADAL" clId="{70EBE32E-D786-43DC-AA27-849F4B469A0A}" dt="2026-08-17T07:38:34.684" v="2428" actId="14100"/>
          <ac:spMkLst>
            <pc:docMk/>
            <pc:sldMk cId="1235511204" sldId="426"/>
            <ac:spMk id="78" creationId="{1AF754FF-8C22-DEB3-FF3E-46B0709E91F4}"/>
          </ac:spMkLst>
        </pc:spChg>
        <pc:spChg chg="add mod">
          <ac:chgData name="Andreas Vogt" userId="8f2cb726-881e-407e-b2de-45ed121033e4" providerId="ADAL" clId="{70EBE32E-D786-43DC-AA27-849F4B469A0A}" dt="2026-08-17T07:39:03.157" v="2458" actId="1038"/>
          <ac:spMkLst>
            <pc:docMk/>
            <pc:sldMk cId="1235511204" sldId="426"/>
            <ac:spMk id="82" creationId="{2E3B8464-9C07-33D9-2A00-5DF37795A5B8}"/>
          </ac:spMkLst>
        </pc:spChg>
        <pc:spChg chg="add mod">
          <ac:chgData name="Andreas Vogt" userId="8f2cb726-881e-407e-b2de-45ed121033e4" providerId="ADAL" clId="{70EBE32E-D786-43DC-AA27-849F4B469A0A}" dt="2026-08-17T07:39:11.685" v="2459" actId="571"/>
          <ac:spMkLst>
            <pc:docMk/>
            <pc:sldMk cId="1235511204" sldId="426"/>
            <ac:spMk id="86" creationId="{7F86EC75-F039-2BC1-21A0-7EBD5419D65B}"/>
          </ac:spMkLst>
        </pc:spChg>
        <pc:picChg chg="mod ord">
          <ac:chgData name="Andreas Vogt" userId="8f2cb726-881e-407e-b2de-45ed121033e4" providerId="ADAL" clId="{70EBE32E-D786-43DC-AA27-849F4B469A0A}" dt="2026-08-17T07:18:21.201" v="1920" actId="962"/>
          <ac:picMkLst>
            <pc:docMk/>
            <pc:sldMk cId="1235511204" sldId="426"/>
            <ac:picMk id="3" creationId="{042CA837-2732-A6E2-8B1F-ECD88FC55B73}"/>
          </ac:picMkLst>
        </pc:picChg>
        <pc:picChg chg="mod ord">
          <ac:chgData name="Andreas Vogt" userId="8f2cb726-881e-407e-b2de-45ed121033e4" providerId="ADAL" clId="{70EBE32E-D786-43DC-AA27-849F4B469A0A}" dt="2026-08-17T07:35:26.110" v="2304" actId="1076"/>
          <ac:picMkLst>
            <pc:docMk/>
            <pc:sldMk cId="1235511204" sldId="426"/>
            <ac:picMk id="8" creationId="{9B031993-A1AC-3B38-A3E7-8B90B60FD4B2}"/>
          </ac:picMkLst>
        </pc:picChg>
        <pc:picChg chg="mod ord">
          <ac:chgData name="Andreas Vogt" userId="8f2cb726-881e-407e-b2de-45ed121033e4" providerId="ADAL" clId="{70EBE32E-D786-43DC-AA27-849F4B469A0A}" dt="2026-08-17T07:20:28.297" v="2010" actId="962"/>
          <ac:picMkLst>
            <pc:docMk/>
            <pc:sldMk cId="1235511204" sldId="426"/>
            <ac:picMk id="10" creationId="{9AF4F3AB-2190-AF31-30E5-5151F9EA911E}"/>
          </ac:picMkLst>
        </pc:picChg>
        <pc:picChg chg="mod ord">
          <ac:chgData name="Andreas Vogt" userId="8f2cb726-881e-407e-b2de-45ed121033e4" providerId="ADAL" clId="{70EBE32E-D786-43DC-AA27-849F4B469A0A}" dt="2026-08-17T07:35:48.184" v="2311" actId="1038"/>
          <ac:picMkLst>
            <pc:docMk/>
            <pc:sldMk cId="1235511204" sldId="426"/>
            <ac:picMk id="14" creationId="{7F5E12C9-4705-0870-58F7-2F54BE39F639}"/>
          </ac:picMkLst>
        </pc:picChg>
        <pc:picChg chg="mod ord">
          <ac:chgData name="Andreas Vogt" userId="8f2cb726-881e-407e-b2de-45ed121033e4" providerId="ADAL" clId="{70EBE32E-D786-43DC-AA27-849F4B469A0A}" dt="2026-08-17T07:35:55.667" v="2333" actId="1038"/>
          <ac:picMkLst>
            <pc:docMk/>
            <pc:sldMk cId="1235511204" sldId="426"/>
            <ac:picMk id="18" creationId="{BE97E5CE-4A15-D6B5-3B80-B61120C90726}"/>
          </ac:picMkLst>
        </pc:picChg>
        <pc:picChg chg="mod">
          <ac:chgData name="Andreas Vogt" userId="8f2cb726-881e-407e-b2de-45ed121033e4" providerId="ADAL" clId="{70EBE32E-D786-43DC-AA27-849F4B469A0A}" dt="2026-08-17T07:36:03.357" v="2336" actId="1076"/>
          <ac:picMkLst>
            <pc:docMk/>
            <pc:sldMk cId="1235511204" sldId="426"/>
            <ac:picMk id="22" creationId="{44A843D0-7630-34B1-36F1-1E88C382DBE5}"/>
          </ac:picMkLst>
        </pc:picChg>
        <pc:picChg chg="mod ord">
          <ac:chgData name="Andreas Vogt" userId="8f2cb726-881e-407e-b2de-45ed121033e4" providerId="ADAL" clId="{70EBE32E-D786-43DC-AA27-849F4B469A0A}" dt="2026-08-17T07:36:16.613" v="2338" actId="1076"/>
          <ac:picMkLst>
            <pc:docMk/>
            <pc:sldMk cId="1235511204" sldId="426"/>
            <ac:picMk id="25" creationId="{2AF62370-3C9C-6503-D288-02E2A55D80DE}"/>
          </ac:picMkLst>
        </pc:picChg>
        <pc:picChg chg="mod ord">
          <ac:chgData name="Andreas Vogt" userId="8f2cb726-881e-407e-b2de-45ed121033e4" providerId="ADAL" clId="{70EBE32E-D786-43DC-AA27-849F4B469A0A}" dt="2026-08-17T07:35:55.667" v="2333" actId="1038"/>
          <ac:picMkLst>
            <pc:docMk/>
            <pc:sldMk cId="1235511204" sldId="426"/>
            <ac:picMk id="41" creationId="{45829739-1E1D-E1CD-0F17-D174D4AE1BF8}"/>
          </ac:picMkLst>
        </pc:picChg>
        <pc:picChg chg="mod ord">
          <ac:chgData name="Andreas Vogt" userId="8f2cb726-881e-407e-b2de-45ed121033e4" providerId="ADAL" clId="{70EBE32E-D786-43DC-AA27-849F4B469A0A}" dt="2026-08-17T07:35:55.667" v="2333" actId="1038"/>
          <ac:picMkLst>
            <pc:docMk/>
            <pc:sldMk cId="1235511204" sldId="426"/>
            <ac:picMk id="44" creationId="{65413174-D2C9-AED0-BF56-9481D7C594F8}"/>
          </ac:picMkLst>
        </pc:picChg>
        <pc:picChg chg="mod ord">
          <ac:chgData name="Andreas Vogt" userId="8f2cb726-881e-407e-b2de-45ed121033e4" providerId="ADAL" clId="{70EBE32E-D786-43DC-AA27-849F4B469A0A}" dt="2026-08-17T07:35:55.667" v="2333" actId="1038"/>
          <ac:picMkLst>
            <pc:docMk/>
            <pc:sldMk cId="1235511204" sldId="426"/>
            <ac:picMk id="46" creationId="{822F9AD0-01C3-7779-6E7C-F4D8C70D8E83}"/>
          </ac:picMkLst>
        </pc:picChg>
        <pc:picChg chg="mod ord">
          <ac:chgData name="Andreas Vogt" userId="8f2cb726-881e-407e-b2de-45ed121033e4" providerId="ADAL" clId="{70EBE32E-D786-43DC-AA27-849F4B469A0A}" dt="2026-08-17T07:35:55.667" v="2333" actId="1038"/>
          <ac:picMkLst>
            <pc:docMk/>
            <pc:sldMk cId="1235511204" sldId="426"/>
            <ac:picMk id="49" creationId="{3F0DC418-8191-80DF-2E28-553878575193}"/>
          </ac:picMkLst>
        </pc:picChg>
        <pc:picChg chg="mod ord">
          <ac:chgData name="Andreas Vogt" userId="8f2cb726-881e-407e-b2de-45ed121033e4" providerId="ADAL" clId="{70EBE32E-D786-43DC-AA27-849F4B469A0A}" dt="2026-08-17T07:35:55.667" v="2333" actId="1038"/>
          <ac:picMkLst>
            <pc:docMk/>
            <pc:sldMk cId="1235511204" sldId="426"/>
            <ac:picMk id="58" creationId="{2D6C73CE-37FA-587E-4584-910C8418B353}"/>
          </ac:picMkLst>
        </pc:picChg>
        <pc:picChg chg="mod ord">
          <ac:chgData name="Andreas Vogt" userId="8f2cb726-881e-407e-b2de-45ed121033e4" providerId="ADAL" clId="{70EBE32E-D786-43DC-AA27-849F4B469A0A}" dt="2026-08-17T07:35:55.667" v="2333" actId="1038"/>
          <ac:picMkLst>
            <pc:docMk/>
            <pc:sldMk cId="1235511204" sldId="426"/>
            <ac:picMk id="62" creationId="{F7A75D6B-0571-6EC4-489F-E557BC3DE68A}"/>
          </ac:picMkLst>
        </pc:picChg>
        <pc:picChg chg="add mod">
          <ac:chgData name="Andreas Vogt" userId="8f2cb726-881e-407e-b2de-45ed121033e4" providerId="ADAL" clId="{70EBE32E-D786-43DC-AA27-849F4B469A0A}" dt="2026-08-17T07:36:08.112" v="2337" actId="571"/>
          <ac:picMkLst>
            <pc:docMk/>
            <pc:sldMk cId="1235511204" sldId="426"/>
            <ac:picMk id="63" creationId="{97F2AEFE-3EDD-3F0C-1CFD-E7B4DEF584D4}"/>
          </ac:picMkLst>
        </pc:picChg>
        <pc:picChg chg="mod ord">
          <ac:chgData name="Andreas Vogt" userId="8f2cb726-881e-407e-b2de-45ed121033e4" providerId="ADAL" clId="{70EBE32E-D786-43DC-AA27-849F4B469A0A}" dt="2026-08-17T07:36:35.360" v="2354" actId="962"/>
          <ac:picMkLst>
            <pc:docMk/>
            <pc:sldMk cId="1235511204" sldId="426"/>
            <ac:picMk id="68" creationId="{5B0627CF-AFF7-3A79-546B-C2A6FDCA4436}"/>
          </ac:picMkLst>
        </pc:picChg>
        <pc:picChg chg="add mod">
          <ac:chgData name="Andreas Vogt" userId="8f2cb726-881e-407e-b2de-45ed121033e4" providerId="ADAL" clId="{70EBE32E-D786-43DC-AA27-849F4B469A0A}" dt="2026-08-17T07:36:57.229" v="2364" actId="1037"/>
          <ac:picMkLst>
            <pc:docMk/>
            <pc:sldMk cId="1235511204" sldId="426"/>
            <ac:picMk id="69" creationId="{45B80461-AE36-89F5-3CC7-B16CB225928A}"/>
          </ac:picMkLst>
        </pc:picChg>
        <pc:picChg chg="mod ord">
          <ac:chgData name="Andreas Vogt" userId="8f2cb726-881e-407e-b2de-45ed121033e4" providerId="ADAL" clId="{70EBE32E-D786-43DC-AA27-849F4B469A0A}" dt="2026-08-17T07:37:28.212" v="2380" actId="962"/>
          <ac:picMkLst>
            <pc:docMk/>
            <pc:sldMk cId="1235511204" sldId="426"/>
            <ac:picMk id="74" creationId="{D9038861-AEEB-8FBE-881D-44BC0E48937A}"/>
          </ac:picMkLst>
        </pc:picChg>
        <pc:picChg chg="mod ord">
          <ac:chgData name="Andreas Vogt" userId="8f2cb726-881e-407e-b2de-45ed121033e4" providerId="ADAL" clId="{70EBE32E-D786-43DC-AA27-849F4B469A0A}" dt="2026-08-17T07:38:05.527" v="2411" actId="962"/>
          <ac:picMkLst>
            <pc:docMk/>
            <pc:sldMk cId="1235511204" sldId="426"/>
            <ac:picMk id="76" creationId="{E7BD3D5E-78E9-9CBF-6212-8B0424DAF21F}"/>
          </ac:picMkLst>
        </pc:picChg>
        <pc:picChg chg="mod ord">
          <ac:chgData name="Andreas Vogt" userId="8f2cb726-881e-407e-b2de-45ed121033e4" providerId="ADAL" clId="{70EBE32E-D786-43DC-AA27-849F4B469A0A}" dt="2026-08-17T07:38:37.690" v="2430" actId="1038"/>
          <ac:picMkLst>
            <pc:docMk/>
            <pc:sldMk cId="1235511204" sldId="426"/>
            <ac:picMk id="80" creationId="{F48E895B-3753-FF07-6E95-EB93945706CE}"/>
          </ac:picMkLst>
        </pc:picChg>
        <pc:picChg chg="mod ord">
          <ac:chgData name="Andreas Vogt" userId="8f2cb726-881e-407e-b2de-45ed121033e4" providerId="ADAL" clId="{70EBE32E-D786-43DC-AA27-849F4B469A0A}" dt="2026-08-17T07:38:57.546" v="2446" actId="962"/>
          <ac:picMkLst>
            <pc:docMk/>
            <pc:sldMk cId="1235511204" sldId="426"/>
            <ac:picMk id="84" creationId="{3DAA899A-A621-F6BE-013E-6319B4E2E82E}"/>
          </ac:picMkLst>
        </pc:picChg>
        <pc:picChg chg="add mod">
          <ac:chgData name="Andreas Vogt" userId="8f2cb726-881e-407e-b2de-45ed121033e4" providerId="ADAL" clId="{70EBE32E-D786-43DC-AA27-849F4B469A0A}" dt="2026-08-17T07:39:11.685" v="2459" actId="571"/>
          <ac:picMkLst>
            <pc:docMk/>
            <pc:sldMk cId="1235511204" sldId="426"/>
            <ac:picMk id="85" creationId="{D28CFBE9-FF6A-143C-6187-16EB769DDF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282AB56-C17C-470D-9097-07F2A0CA55F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241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1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34FE2-C0F7-4D0B-9B23-A8220BE3A02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746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ED9E7-F95B-4AC0-BBE3-1B7999C42C6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771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A6E06-C094-436D-9308-840DD1A346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590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0DC96-1CEC-494B-8A72-2EB362E29DA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7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7687E5-3E33-4603-B320-9A1D9FF0DA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04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/>
          <p:cNvSpPr txBox="1">
            <a:spLocks noChangeArrowheads="1"/>
          </p:cNvSpPr>
          <p:nvPr userDrawn="1"/>
        </p:nvSpPr>
        <p:spPr bwMode="auto">
          <a:xfrm>
            <a:off x="8596698" y="6592170"/>
            <a:ext cx="54854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2.</a:t>
            </a:r>
            <a:fld id="{BE08BF3F-C4D2-4DAC-B8A3-1C3D9AE816B5}" type="slidenum">
              <a:rPr lang="en-US" sz="1000" smtClean="0"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2719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F4287-8105-4391-9CB9-8A63F77FEB0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247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CH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1F505-3D96-44C8-BD0F-717611F20BF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903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4D429-1A61-4D5A-9C8A-49B10F93EF9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13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04444A-6CD6-4C43-8C9E-BC14889927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35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204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5425"/>
            <a:ext cx="21336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A70F8C9F-584B-4311-802F-0E6D167AC34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30" name="Line 12"/>
          <p:cNvSpPr>
            <a:spLocks noChangeShapeType="1"/>
          </p:cNvSpPr>
          <p:nvPr/>
        </p:nvSpPr>
        <p:spPr bwMode="auto">
          <a:xfrm>
            <a:off x="4763" y="757238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458F78F2-4952-4A9E-9596-5B28F295EF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03159"/>
            <a:ext cx="15023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Prof. Dr. Andreas Vogt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F8301BBD-4AC0-4878-B85F-E3F1EDED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57084" y="6603159"/>
            <a:ext cx="420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sz="1000" dirty="0" err="1"/>
              <a:t>mgli</a:t>
            </a:r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image" Target="../media/image6.png"/><Relationship Id="rId18" Type="http://schemas.openxmlformats.org/officeDocument/2006/relationships/image" Target="../media/image11.png"/><Relationship Id="rId3" Type="http://schemas.openxmlformats.org/officeDocument/2006/relationships/tags" Target="../tags/tag7.xml"/><Relationship Id="rId21" Type="http://schemas.openxmlformats.org/officeDocument/2006/relationships/image" Target="../media/image14.png"/><Relationship Id="rId7" Type="http://schemas.openxmlformats.org/officeDocument/2006/relationships/tags" Target="../tags/tag11.xml"/><Relationship Id="rId12" Type="http://schemas.openxmlformats.org/officeDocument/2006/relationships/image" Target="../media/image5.png"/><Relationship Id="rId17" Type="http://schemas.openxmlformats.org/officeDocument/2006/relationships/image" Target="../media/image10.png"/><Relationship Id="rId2" Type="http://schemas.openxmlformats.org/officeDocument/2006/relationships/tags" Target="../tags/tag6.xml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9.xml"/><Relationship Id="rId15" Type="http://schemas.openxmlformats.org/officeDocument/2006/relationships/image" Target="../media/image8.png"/><Relationship Id="rId10" Type="http://schemas.openxmlformats.org/officeDocument/2006/relationships/tags" Target="../tags/tag14.xml"/><Relationship Id="rId19" Type="http://schemas.openxmlformats.org/officeDocument/2006/relationships/image" Target="../media/image12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image" Target="../media/image7.png"/><Relationship Id="rId22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image" Target="../media/image6.png"/><Relationship Id="rId18" Type="http://schemas.openxmlformats.org/officeDocument/2006/relationships/image" Target="../media/image21.png"/><Relationship Id="rId3" Type="http://schemas.openxmlformats.org/officeDocument/2006/relationships/tags" Target="../tags/tag17.xml"/><Relationship Id="rId21" Type="http://schemas.openxmlformats.org/officeDocument/2006/relationships/image" Target="../media/image24.png"/><Relationship Id="rId7" Type="http://schemas.openxmlformats.org/officeDocument/2006/relationships/tags" Target="../tags/tag21.xml"/><Relationship Id="rId12" Type="http://schemas.openxmlformats.org/officeDocument/2006/relationships/image" Target="../media/image16.png"/><Relationship Id="rId17" Type="http://schemas.openxmlformats.org/officeDocument/2006/relationships/image" Target="../media/image20.png"/><Relationship Id="rId2" Type="http://schemas.openxmlformats.org/officeDocument/2006/relationships/tags" Target="../tags/tag16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9.xml"/><Relationship Id="rId15" Type="http://schemas.openxmlformats.org/officeDocument/2006/relationships/image" Target="../media/image18.png"/><Relationship Id="rId10" Type="http://schemas.openxmlformats.org/officeDocument/2006/relationships/tags" Target="../tags/tag24.xml"/><Relationship Id="rId19" Type="http://schemas.openxmlformats.org/officeDocument/2006/relationships/image" Target="../media/image22.png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37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31.png"/><Relationship Id="rId3" Type="http://schemas.openxmlformats.org/officeDocument/2006/relationships/tags" Target="../tags/tag27.xml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6.png"/><Relationship Id="rId29" Type="http://schemas.openxmlformats.org/officeDocument/2006/relationships/image" Target="../media/image3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tags" Target="../tags/tag34.xml"/><Relationship Id="rId19" Type="http://schemas.openxmlformats.org/officeDocument/2006/relationships/image" Target="../media/image25.png"/><Relationship Id="rId31" Type="http://schemas.openxmlformats.org/officeDocument/2006/relationships/image" Target="../media/image36.pn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8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45.png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image" Target="../media/image44.png"/><Relationship Id="rId17" Type="http://schemas.openxmlformats.org/officeDocument/2006/relationships/image" Target="../media/image47.png"/><Relationship Id="rId2" Type="http://schemas.openxmlformats.org/officeDocument/2006/relationships/tags" Target="../tags/tag43.xml"/><Relationship Id="rId16" Type="http://schemas.openxmlformats.org/officeDocument/2006/relationships/image" Target="../media/image46.png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image" Target="../media/image43.png"/><Relationship Id="rId5" Type="http://schemas.openxmlformats.org/officeDocument/2006/relationships/tags" Target="../tags/tag46.xml"/><Relationship Id="rId15" Type="http://schemas.openxmlformats.org/officeDocument/2006/relationships/image" Target="../media/image26.png"/><Relationship Id="rId10" Type="http://schemas.openxmlformats.org/officeDocument/2006/relationships/image" Target="../media/image42.png"/><Relationship Id="rId4" Type="http://schemas.openxmlformats.org/officeDocument/2006/relationships/tags" Target="../tags/tag45.xml"/><Relationship Id="rId9" Type="http://schemas.openxmlformats.org/officeDocument/2006/relationships/image" Target="../media/image41.png"/><Relationship Id="rId1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image" Target="../media/image41.png"/><Relationship Id="rId18" Type="http://schemas.openxmlformats.org/officeDocument/2006/relationships/image" Target="../media/image52.png"/><Relationship Id="rId3" Type="http://schemas.openxmlformats.org/officeDocument/2006/relationships/tags" Target="../tags/tag51.xml"/><Relationship Id="rId21" Type="http://schemas.openxmlformats.org/officeDocument/2006/relationships/image" Target="../media/image53.png"/><Relationship Id="rId7" Type="http://schemas.openxmlformats.org/officeDocument/2006/relationships/tags" Target="../tags/tag55.xml"/><Relationship Id="rId12" Type="http://schemas.openxmlformats.org/officeDocument/2006/relationships/slideLayout" Target="../slideLayouts/slideLayout7.xml"/><Relationship Id="rId17" Type="http://schemas.openxmlformats.org/officeDocument/2006/relationships/image" Target="../media/image51.png"/><Relationship Id="rId25" Type="http://schemas.openxmlformats.org/officeDocument/2006/relationships/image" Target="../media/image57.png"/><Relationship Id="rId2" Type="http://schemas.openxmlformats.org/officeDocument/2006/relationships/tags" Target="../tags/tag50.xml"/><Relationship Id="rId16" Type="http://schemas.openxmlformats.org/officeDocument/2006/relationships/image" Target="../media/image50.png"/><Relationship Id="rId20" Type="http://schemas.openxmlformats.org/officeDocument/2006/relationships/image" Target="../media/image26.png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24" Type="http://schemas.openxmlformats.org/officeDocument/2006/relationships/image" Target="../media/image56.png"/><Relationship Id="rId5" Type="http://schemas.openxmlformats.org/officeDocument/2006/relationships/tags" Target="../tags/tag53.xml"/><Relationship Id="rId15" Type="http://schemas.openxmlformats.org/officeDocument/2006/relationships/image" Target="../media/image49.png"/><Relationship Id="rId23" Type="http://schemas.openxmlformats.org/officeDocument/2006/relationships/image" Target="../media/image55.png"/><Relationship Id="rId10" Type="http://schemas.openxmlformats.org/officeDocument/2006/relationships/tags" Target="../tags/tag58.xml"/><Relationship Id="rId19" Type="http://schemas.openxmlformats.org/officeDocument/2006/relationships/image" Target="../media/image6.png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image" Target="../media/image48.png"/><Relationship Id="rId22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26.png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6.png"/><Relationship Id="rId17" Type="http://schemas.openxmlformats.org/officeDocument/2006/relationships/image" Target="../media/image63.png"/><Relationship Id="rId2" Type="http://schemas.openxmlformats.org/officeDocument/2006/relationships/tags" Target="../tags/tag61.xml"/><Relationship Id="rId16" Type="http://schemas.openxmlformats.org/officeDocument/2006/relationships/image" Target="../media/image62.png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59.png"/><Relationship Id="rId5" Type="http://schemas.openxmlformats.org/officeDocument/2006/relationships/tags" Target="../tags/tag64.xml"/><Relationship Id="rId15" Type="http://schemas.openxmlformats.org/officeDocument/2006/relationships/image" Target="../media/image61.png"/><Relationship Id="rId10" Type="http://schemas.openxmlformats.org/officeDocument/2006/relationships/image" Target="../media/image58.png"/><Relationship Id="rId4" Type="http://schemas.openxmlformats.org/officeDocument/2006/relationships/tags" Target="../tags/tag63.xml"/><Relationship Id="rId9" Type="http://schemas.openxmlformats.org/officeDocument/2006/relationships/image" Target="../media/image41.png"/><Relationship Id="rId1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67.png"/><Relationship Id="rId3" Type="http://schemas.openxmlformats.org/officeDocument/2006/relationships/tags" Target="../tags/tag69.xml"/><Relationship Id="rId21" Type="http://schemas.openxmlformats.org/officeDocument/2006/relationships/image" Target="../media/image69.png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image" Target="../media/image66.png"/><Relationship Id="rId25" Type="http://schemas.openxmlformats.org/officeDocument/2006/relationships/image" Target="../media/image73.png"/><Relationship Id="rId2" Type="http://schemas.openxmlformats.org/officeDocument/2006/relationships/tags" Target="../tags/tag68.xml"/><Relationship Id="rId16" Type="http://schemas.openxmlformats.org/officeDocument/2006/relationships/image" Target="../media/image65.png"/><Relationship Id="rId20" Type="http://schemas.openxmlformats.org/officeDocument/2006/relationships/image" Target="../media/image68.png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24" Type="http://schemas.openxmlformats.org/officeDocument/2006/relationships/image" Target="../media/image72.png"/><Relationship Id="rId5" Type="http://schemas.openxmlformats.org/officeDocument/2006/relationships/tags" Target="../tags/tag71.xml"/><Relationship Id="rId15" Type="http://schemas.openxmlformats.org/officeDocument/2006/relationships/image" Target="../media/image64.png"/><Relationship Id="rId23" Type="http://schemas.openxmlformats.org/officeDocument/2006/relationships/image" Target="../media/image71.png"/><Relationship Id="rId10" Type="http://schemas.openxmlformats.org/officeDocument/2006/relationships/tags" Target="../tags/tag76.xml"/><Relationship Id="rId19" Type="http://schemas.openxmlformats.org/officeDocument/2006/relationships/image" Target="../media/image31.png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image" Target="../media/image6.png"/><Relationship Id="rId22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tags" Target="../tags/tag81.xml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78.png"/><Relationship Id="rId5" Type="http://schemas.openxmlformats.org/officeDocument/2006/relationships/tags" Target="../tags/tag83.xml"/><Relationship Id="rId10" Type="http://schemas.openxmlformats.org/officeDocument/2006/relationships/image" Target="../media/image77.png"/><Relationship Id="rId4" Type="http://schemas.openxmlformats.org/officeDocument/2006/relationships/tags" Target="../tags/tag82.xml"/><Relationship Id="rId9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96.xml"/><Relationship Id="rId18" Type="http://schemas.openxmlformats.org/officeDocument/2006/relationships/tags" Target="../tags/tag101.xml"/><Relationship Id="rId26" Type="http://schemas.openxmlformats.org/officeDocument/2006/relationships/image" Target="../media/image85.png"/><Relationship Id="rId3" Type="http://schemas.openxmlformats.org/officeDocument/2006/relationships/tags" Target="../tags/tag86.xml"/><Relationship Id="rId21" Type="http://schemas.openxmlformats.org/officeDocument/2006/relationships/image" Target="../media/image81.png"/><Relationship Id="rId34" Type="http://schemas.openxmlformats.org/officeDocument/2006/relationships/image" Target="../media/image93.png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17" Type="http://schemas.openxmlformats.org/officeDocument/2006/relationships/tags" Target="../tags/tag100.xml"/><Relationship Id="rId25" Type="http://schemas.openxmlformats.org/officeDocument/2006/relationships/image" Target="../media/image77.png"/><Relationship Id="rId33" Type="http://schemas.openxmlformats.org/officeDocument/2006/relationships/image" Target="../media/image92.png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20" Type="http://schemas.openxmlformats.org/officeDocument/2006/relationships/image" Target="../media/image80.png"/><Relationship Id="rId29" Type="http://schemas.openxmlformats.org/officeDocument/2006/relationships/image" Target="../media/image88.png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24" Type="http://schemas.openxmlformats.org/officeDocument/2006/relationships/image" Target="../media/image84.png"/><Relationship Id="rId32" Type="http://schemas.openxmlformats.org/officeDocument/2006/relationships/image" Target="../media/image91.png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23" Type="http://schemas.openxmlformats.org/officeDocument/2006/relationships/image" Target="../media/image83.png"/><Relationship Id="rId28" Type="http://schemas.openxmlformats.org/officeDocument/2006/relationships/image" Target="../media/image87.png"/><Relationship Id="rId10" Type="http://schemas.openxmlformats.org/officeDocument/2006/relationships/tags" Target="../tags/tag93.xml"/><Relationship Id="rId19" Type="http://schemas.openxmlformats.org/officeDocument/2006/relationships/slideLayout" Target="../slideLayouts/slideLayout7.xml"/><Relationship Id="rId31" Type="http://schemas.openxmlformats.org/officeDocument/2006/relationships/image" Target="../media/image90.png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Relationship Id="rId22" Type="http://schemas.openxmlformats.org/officeDocument/2006/relationships/image" Target="../media/image82.png"/><Relationship Id="rId27" Type="http://schemas.openxmlformats.org/officeDocument/2006/relationships/image" Target="../media/image86.png"/><Relationship Id="rId30" Type="http://schemas.openxmlformats.org/officeDocument/2006/relationships/image" Target="../media/image89.png"/><Relationship Id="rId8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14.xml"/><Relationship Id="rId18" Type="http://schemas.openxmlformats.org/officeDocument/2006/relationships/tags" Target="../tags/tag119.xml"/><Relationship Id="rId26" Type="http://schemas.openxmlformats.org/officeDocument/2006/relationships/image" Target="../media/image98.png"/><Relationship Id="rId21" Type="http://schemas.openxmlformats.org/officeDocument/2006/relationships/image" Target="../media/image94.png"/><Relationship Id="rId34" Type="http://schemas.openxmlformats.org/officeDocument/2006/relationships/image" Target="../media/image106.png"/><Relationship Id="rId7" Type="http://schemas.openxmlformats.org/officeDocument/2006/relationships/tags" Target="../tags/tag108.xml"/><Relationship Id="rId12" Type="http://schemas.openxmlformats.org/officeDocument/2006/relationships/tags" Target="../tags/tag113.xml"/><Relationship Id="rId17" Type="http://schemas.openxmlformats.org/officeDocument/2006/relationships/tags" Target="../tags/tag118.xml"/><Relationship Id="rId25" Type="http://schemas.openxmlformats.org/officeDocument/2006/relationships/image" Target="../media/image97.png"/><Relationship Id="rId33" Type="http://schemas.openxmlformats.org/officeDocument/2006/relationships/image" Target="../media/image105.png"/><Relationship Id="rId2" Type="http://schemas.openxmlformats.org/officeDocument/2006/relationships/tags" Target="../tags/tag103.xml"/><Relationship Id="rId16" Type="http://schemas.openxmlformats.org/officeDocument/2006/relationships/tags" Target="../tags/tag117.xml"/><Relationship Id="rId20" Type="http://schemas.openxmlformats.org/officeDocument/2006/relationships/image" Target="../media/image6.png"/><Relationship Id="rId29" Type="http://schemas.openxmlformats.org/officeDocument/2006/relationships/image" Target="../media/image101.png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24" Type="http://schemas.openxmlformats.org/officeDocument/2006/relationships/image" Target="../media/image31.png"/><Relationship Id="rId32" Type="http://schemas.openxmlformats.org/officeDocument/2006/relationships/image" Target="../media/image104.png"/><Relationship Id="rId37" Type="http://schemas.openxmlformats.org/officeDocument/2006/relationships/image" Target="../media/image109.png"/><Relationship Id="rId5" Type="http://schemas.openxmlformats.org/officeDocument/2006/relationships/tags" Target="../tags/tag106.xml"/><Relationship Id="rId15" Type="http://schemas.openxmlformats.org/officeDocument/2006/relationships/tags" Target="../tags/tag116.xml"/><Relationship Id="rId23" Type="http://schemas.openxmlformats.org/officeDocument/2006/relationships/image" Target="../media/image96.png"/><Relationship Id="rId28" Type="http://schemas.openxmlformats.org/officeDocument/2006/relationships/image" Target="../media/image100.png"/><Relationship Id="rId36" Type="http://schemas.openxmlformats.org/officeDocument/2006/relationships/image" Target="../media/image108.png"/><Relationship Id="rId10" Type="http://schemas.openxmlformats.org/officeDocument/2006/relationships/tags" Target="../tags/tag111.xml"/><Relationship Id="rId19" Type="http://schemas.openxmlformats.org/officeDocument/2006/relationships/slideLayout" Target="../slideLayouts/slideLayout7.xml"/><Relationship Id="rId31" Type="http://schemas.openxmlformats.org/officeDocument/2006/relationships/image" Target="../media/image103.png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tags" Target="../tags/tag115.xml"/><Relationship Id="rId22" Type="http://schemas.openxmlformats.org/officeDocument/2006/relationships/image" Target="../media/image95.png"/><Relationship Id="rId27" Type="http://schemas.openxmlformats.org/officeDocument/2006/relationships/image" Target="../media/image99.png"/><Relationship Id="rId30" Type="http://schemas.openxmlformats.org/officeDocument/2006/relationships/image" Target="../media/image102.png"/><Relationship Id="rId35" Type="http://schemas.openxmlformats.org/officeDocument/2006/relationships/image" Target="../media/image107.png"/><Relationship Id="rId8" Type="http://schemas.openxmlformats.org/officeDocument/2006/relationships/tags" Target="../tags/tag109.xml"/><Relationship Id="rId3" Type="http://schemas.openxmlformats.org/officeDocument/2006/relationships/tags" Target="../tags/tag104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32.xml"/><Relationship Id="rId18" Type="http://schemas.openxmlformats.org/officeDocument/2006/relationships/image" Target="../media/image110.png"/><Relationship Id="rId26" Type="http://schemas.openxmlformats.org/officeDocument/2006/relationships/image" Target="../media/image117.png"/><Relationship Id="rId3" Type="http://schemas.openxmlformats.org/officeDocument/2006/relationships/tags" Target="../tags/tag122.xml"/><Relationship Id="rId21" Type="http://schemas.openxmlformats.org/officeDocument/2006/relationships/image" Target="../media/image113.png"/><Relationship Id="rId7" Type="http://schemas.openxmlformats.org/officeDocument/2006/relationships/tags" Target="../tags/tag126.xml"/><Relationship Id="rId12" Type="http://schemas.openxmlformats.org/officeDocument/2006/relationships/tags" Target="../tags/tag131.xml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116.png"/><Relationship Id="rId33" Type="http://schemas.openxmlformats.org/officeDocument/2006/relationships/image" Target="../media/image122.png"/><Relationship Id="rId2" Type="http://schemas.openxmlformats.org/officeDocument/2006/relationships/tags" Target="../tags/tag121.xml"/><Relationship Id="rId16" Type="http://schemas.openxmlformats.org/officeDocument/2006/relationships/tags" Target="../tags/tag135.xml"/><Relationship Id="rId20" Type="http://schemas.openxmlformats.org/officeDocument/2006/relationships/image" Target="../media/image112.png"/><Relationship Id="rId29" Type="http://schemas.openxmlformats.org/officeDocument/2006/relationships/image" Target="../media/image120.png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24" Type="http://schemas.openxmlformats.org/officeDocument/2006/relationships/image" Target="../media/image115.png"/><Relationship Id="rId32" Type="http://schemas.openxmlformats.org/officeDocument/2006/relationships/image" Target="../media/image95.png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23" Type="http://schemas.openxmlformats.org/officeDocument/2006/relationships/image" Target="../media/image31.png"/><Relationship Id="rId28" Type="http://schemas.openxmlformats.org/officeDocument/2006/relationships/image" Target="../media/image119.png"/><Relationship Id="rId10" Type="http://schemas.openxmlformats.org/officeDocument/2006/relationships/tags" Target="../tags/tag129.xml"/><Relationship Id="rId19" Type="http://schemas.openxmlformats.org/officeDocument/2006/relationships/image" Target="../media/image111.png"/><Relationship Id="rId31" Type="http://schemas.openxmlformats.org/officeDocument/2006/relationships/image" Target="../media/image6.png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Relationship Id="rId22" Type="http://schemas.openxmlformats.org/officeDocument/2006/relationships/image" Target="../media/image114.png"/><Relationship Id="rId27" Type="http://schemas.openxmlformats.org/officeDocument/2006/relationships/image" Target="../media/image118.png"/><Relationship Id="rId30" Type="http://schemas.openxmlformats.org/officeDocument/2006/relationships/image" Target="../media/image121.png"/><Relationship Id="rId8" Type="http://schemas.openxmlformats.org/officeDocument/2006/relationships/tags" Target="../tags/tag12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tags" Target="../tags/tag148.xml"/><Relationship Id="rId18" Type="http://schemas.openxmlformats.org/officeDocument/2006/relationships/image" Target="../media/image124.png"/><Relationship Id="rId26" Type="http://schemas.openxmlformats.org/officeDocument/2006/relationships/image" Target="../media/image131.png"/><Relationship Id="rId3" Type="http://schemas.openxmlformats.org/officeDocument/2006/relationships/tags" Target="../tags/tag138.xml"/><Relationship Id="rId21" Type="http://schemas.openxmlformats.org/officeDocument/2006/relationships/image" Target="../media/image126.png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image" Target="../media/image123.png"/><Relationship Id="rId25" Type="http://schemas.openxmlformats.org/officeDocument/2006/relationships/image" Target="../media/image130.png"/><Relationship Id="rId2" Type="http://schemas.openxmlformats.org/officeDocument/2006/relationships/tags" Target="../tags/tag137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104.png"/><Relationship Id="rId29" Type="http://schemas.openxmlformats.org/officeDocument/2006/relationships/image" Target="../media/image134.png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24" Type="http://schemas.openxmlformats.org/officeDocument/2006/relationships/image" Target="../media/image129.png"/><Relationship Id="rId5" Type="http://schemas.openxmlformats.org/officeDocument/2006/relationships/tags" Target="../tags/tag140.xml"/><Relationship Id="rId15" Type="http://schemas.openxmlformats.org/officeDocument/2006/relationships/tags" Target="../tags/tag150.xml"/><Relationship Id="rId23" Type="http://schemas.openxmlformats.org/officeDocument/2006/relationships/image" Target="../media/image128.png"/><Relationship Id="rId28" Type="http://schemas.openxmlformats.org/officeDocument/2006/relationships/image" Target="../media/image133.png"/><Relationship Id="rId10" Type="http://schemas.openxmlformats.org/officeDocument/2006/relationships/tags" Target="../tags/tag145.xml"/><Relationship Id="rId19" Type="http://schemas.openxmlformats.org/officeDocument/2006/relationships/image" Target="../media/image125.png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tags" Target="../tags/tag149.xml"/><Relationship Id="rId22" Type="http://schemas.openxmlformats.org/officeDocument/2006/relationships/image" Target="../media/image127.png"/><Relationship Id="rId27" Type="http://schemas.openxmlformats.org/officeDocument/2006/relationships/image" Target="../media/image132.png"/><Relationship Id="rId30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163.xml"/><Relationship Id="rId18" Type="http://schemas.openxmlformats.org/officeDocument/2006/relationships/tags" Target="../tags/tag168.xml"/><Relationship Id="rId26" Type="http://schemas.openxmlformats.org/officeDocument/2006/relationships/image" Target="../media/image139.png"/><Relationship Id="rId21" Type="http://schemas.openxmlformats.org/officeDocument/2006/relationships/image" Target="../media/image123.png"/><Relationship Id="rId34" Type="http://schemas.openxmlformats.org/officeDocument/2006/relationships/image" Target="../media/image146.png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17" Type="http://schemas.openxmlformats.org/officeDocument/2006/relationships/tags" Target="../tags/tag167.xml"/><Relationship Id="rId25" Type="http://schemas.openxmlformats.org/officeDocument/2006/relationships/image" Target="../media/image138.png"/><Relationship Id="rId33" Type="http://schemas.openxmlformats.org/officeDocument/2006/relationships/image" Target="../media/image145.png"/><Relationship Id="rId2" Type="http://schemas.openxmlformats.org/officeDocument/2006/relationships/tags" Target="../tags/tag152.xml"/><Relationship Id="rId16" Type="http://schemas.openxmlformats.org/officeDocument/2006/relationships/tags" Target="../tags/tag166.xml"/><Relationship Id="rId20" Type="http://schemas.openxmlformats.org/officeDocument/2006/relationships/image" Target="../media/image6.png"/><Relationship Id="rId29" Type="http://schemas.openxmlformats.org/officeDocument/2006/relationships/image" Target="../media/image130.png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24" Type="http://schemas.openxmlformats.org/officeDocument/2006/relationships/image" Target="../media/image137.png"/><Relationship Id="rId32" Type="http://schemas.openxmlformats.org/officeDocument/2006/relationships/image" Target="../media/image144.png"/><Relationship Id="rId37" Type="http://schemas.openxmlformats.org/officeDocument/2006/relationships/image" Target="../media/image149.png"/><Relationship Id="rId5" Type="http://schemas.openxmlformats.org/officeDocument/2006/relationships/tags" Target="../tags/tag155.xml"/><Relationship Id="rId15" Type="http://schemas.openxmlformats.org/officeDocument/2006/relationships/tags" Target="../tags/tag165.xml"/><Relationship Id="rId23" Type="http://schemas.openxmlformats.org/officeDocument/2006/relationships/image" Target="../media/image136.png"/><Relationship Id="rId28" Type="http://schemas.openxmlformats.org/officeDocument/2006/relationships/image" Target="../media/image141.png"/><Relationship Id="rId36" Type="http://schemas.openxmlformats.org/officeDocument/2006/relationships/image" Target="../media/image148.png"/><Relationship Id="rId10" Type="http://schemas.openxmlformats.org/officeDocument/2006/relationships/tags" Target="../tags/tag160.xml"/><Relationship Id="rId19" Type="http://schemas.openxmlformats.org/officeDocument/2006/relationships/slideLayout" Target="../slideLayouts/slideLayout7.xml"/><Relationship Id="rId31" Type="http://schemas.openxmlformats.org/officeDocument/2006/relationships/image" Target="../media/image143.png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tags" Target="../tags/tag164.xml"/><Relationship Id="rId22" Type="http://schemas.openxmlformats.org/officeDocument/2006/relationships/image" Target="../media/image135.png"/><Relationship Id="rId27" Type="http://schemas.openxmlformats.org/officeDocument/2006/relationships/image" Target="../media/image140.png"/><Relationship Id="rId30" Type="http://schemas.openxmlformats.org/officeDocument/2006/relationships/image" Target="../media/image142.png"/><Relationship Id="rId35" Type="http://schemas.openxmlformats.org/officeDocument/2006/relationships/image" Target="../media/image147.png"/><Relationship Id="rId8" Type="http://schemas.openxmlformats.org/officeDocument/2006/relationships/tags" Target="../tags/tag158.xml"/><Relationship Id="rId3" Type="http://schemas.openxmlformats.org/officeDocument/2006/relationships/tags" Target="../tags/tag15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50.png"/><Relationship Id="rId3" Type="http://schemas.openxmlformats.org/officeDocument/2006/relationships/tags" Target="../tags/tag171.xml"/><Relationship Id="rId21" Type="http://schemas.openxmlformats.org/officeDocument/2006/relationships/image" Target="../media/image152.png"/><Relationship Id="rId7" Type="http://schemas.openxmlformats.org/officeDocument/2006/relationships/tags" Target="../tags/tag175.xml"/><Relationship Id="rId12" Type="http://schemas.openxmlformats.org/officeDocument/2006/relationships/tags" Target="../tags/tag180.xml"/><Relationship Id="rId17" Type="http://schemas.openxmlformats.org/officeDocument/2006/relationships/image" Target="../media/image144.png"/><Relationship Id="rId25" Type="http://schemas.openxmlformats.org/officeDocument/2006/relationships/image" Target="../media/image155.png"/><Relationship Id="rId2" Type="http://schemas.openxmlformats.org/officeDocument/2006/relationships/tags" Target="../tags/tag170.xml"/><Relationship Id="rId16" Type="http://schemas.openxmlformats.org/officeDocument/2006/relationships/image" Target="../media/image143.png"/><Relationship Id="rId20" Type="http://schemas.openxmlformats.org/officeDocument/2006/relationships/image" Target="../media/image151.png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tags" Target="../tags/tag179.xml"/><Relationship Id="rId24" Type="http://schemas.openxmlformats.org/officeDocument/2006/relationships/image" Target="../media/image154.png"/><Relationship Id="rId5" Type="http://schemas.openxmlformats.org/officeDocument/2006/relationships/tags" Target="../tags/tag173.xml"/><Relationship Id="rId15" Type="http://schemas.openxmlformats.org/officeDocument/2006/relationships/image" Target="../media/image142.png"/><Relationship Id="rId23" Type="http://schemas.openxmlformats.org/officeDocument/2006/relationships/image" Target="../media/image130.png"/><Relationship Id="rId10" Type="http://schemas.openxmlformats.org/officeDocument/2006/relationships/tags" Target="../tags/tag178.xml"/><Relationship Id="rId19" Type="http://schemas.openxmlformats.org/officeDocument/2006/relationships/image" Target="../media/image103.png"/><Relationship Id="rId4" Type="http://schemas.openxmlformats.org/officeDocument/2006/relationships/tags" Target="../tags/tag172.xml"/><Relationship Id="rId9" Type="http://schemas.openxmlformats.org/officeDocument/2006/relationships/tags" Target="../tags/tag177.xml"/><Relationship Id="rId14" Type="http://schemas.openxmlformats.org/officeDocument/2006/relationships/image" Target="../media/image123.png"/><Relationship Id="rId22" Type="http://schemas.openxmlformats.org/officeDocument/2006/relationships/image" Target="../media/image15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tags" Target="../tags/tag183.xml"/><Relationship Id="rId7" Type="http://schemas.openxmlformats.org/officeDocument/2006/relationships/image" Target="../media/image158.png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image" Target="../media/image36.png"/><Relationship Id="rId26" Type="http://schemas.openxmlformats.org/officeDocument/2006/relationships/image" Target="../media/image167.png"/><Relationship Id="rId3" Type="http://schemas.openxmlformats.org/officeDocument/2006/relationships/tags" Target="../tags/tag186.xml"/><Relationship Id="rId21" Type="http://schemas.openxmlformats.org/officeDocument/2006/relationships/image" Target="../media/image162.png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image" Target="../media/image160.png"/><Relationship Id="rId25" Type="http://schemas.openxmlformats.org/officeDocument/2006/relationships/image" Target="../media/image166.png"/><Relationship Id="rId2" Type="http://schemas.openxmlformats.org/officeDocument/2006/relationships/tags" Target="../tags/tag185.xml"/><Relationship Id="rId16" Type="http://schemas.openxmlformats.org/officeDocument/2006/relationships/image" Target="../media/image156.png"/><Relationship Id="rId20" Type="http://schemas.openxmlformats.org/officeDocument/2006/relationships/image" Target="../media/image161.png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24" Type="http://schemas.openxmlformats.org/officeDocument/2006/relationships/image" Target="../media/image165.png"/><Relationship Id="rId5" Type="http://schemas.openxmlformats.org/officeDocument/2006/relationships/tags" Target="../tags/tag188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164.png"/><Relationship Id="rId10" Type="http://schemas.openxmlformats.org/officeDocument/2006/relationships/tags" Target="../tags/tag193.xml"/><Relationship Id="rId19" Type="http://schemas.openxmlformats.org/officeDocument/2006/relationships/image" Target="../media/image37.png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Relationship Id="rId22" Type="http://schemas.openxmlformats.org/officeDocument/2006/relationships/image" Target="../media/image1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image" Target="../media/image167.png"/><Relationship Id="rId18" Type="http://schemas.openxmlformats.org/officeDocument/2006/relationships/image" Target="../media/image172.png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image" Target="../media/image156.png"/><Relationship Id="rId17" Type="http://schemas.openxmlformats.org/officeDocument/2006/relationships/image" Target="../media/image171.png"/><Relationship Id="rId2" Type="http://schemas.openxmlformats.org/officeDocument/2006/relationships/tags" Target="../tags/tag199.xml"/><Relationship Id="rId16" Type="http://schemas.openxmlformats.org/officeDocument/2006/relationships/image" Target="../media/image170.png"/><Relationship Id="rId20" Type="http://schemas.openxmlformats.org/officeDocument/2006/relationships/image" Target="../media/image174.png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02.xml"/><Relationship Id="rId15" Type="http://schemas.openxmlformats.org/officeDocument/2006/relationships/image" Target="../media/image169.png"/><Relationship Id="rId10" Type="http://schemas.openxmlformats.org/officeDocument/2006/relationships/tags" Target="../tags/tag207.xml"/><Relationship Id="rId19" Type="http://schemas.openxmlformats.org/officeDocument/2006/relationships/image" Target="../media/image173.png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image" Target="../media/image168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220.xml"/><Relationship Id="rId18" Type="http://schemas.openxmlformats.org/officeDocument/2006/relationships/tags" Target="../tags/tag225.xml"/><Relationship Id="rId26" Type="http://schemas.openxmlformats.org/officeDocument/2006/relationships/image" Target="../media/image176.png"/><Relationship Id="rId39" Type="http://schemas.openxmlformats.org/officeDocument/2006/relationships/image" Target="../media/image187.png"/><Relationship Id="rId21" Type="http://schemas.openxmlformats.org/officeDocument/2006/relationships/tags" Target="../tags/tag228.xml"/><Relationship Id="rId34" Type="http://schemas.openxmlformats.org/officeDocument/2006/relationships/image" Target="../media/image182.png"/><Relationship Id="rId42" Type="http://schemas.openxmlformats.org/officeDocument/2006/relationships/image" Target="../media/image190.png"/><Relationship Id="rId7" Type="http://schemas.openxmlformats.org/officeDocument/2006/relationships/tags" Target="../tags/tag214.xml"/><Relationship Id="rId2" Type="http://schemas.openxmlformats.org/officeDocument/2006/relationships/tags" Target="../tags/tag209.xml"/><Relationship Id="rId16" Type="http://schemas.openxmlformats.org/officeDocument/2006/relationships/tags" Target="../tags/tag223.xml"/><Relationship Id="rId20" Type="http://schemas.openxmlformats.org/officeDocument/2006/relationships/tags" Target="../tags/tag227.xml"/><Relationship Id="rId29" Type="http://schemas.openxmlformats.org/officeDocument/2006/relationships/image" Target="../media/image178.png"/><Relationship Id="rId41" Type="http://schemas.openxmlformats.org/officeDocument/2006/relationships/image" Target="../media/image189.png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tags" Target="../tags/tag218.xml"/><Relationship Id="rId24" Type="http://schemas.openxmlformats.org/officeDocument/2006/relationships/image" Target="../media/image156.png"/><Relationship Id="rId32" Type="http://schemas.openxmlformats.org/officeDocument/2006/relationships/image" Target="../media/image180.png"/><Relationship Id="rId37" Type="http://schemas.openxmlformats.org/officeDocument/2006/relationships/image" Target="../media/image185.png"/><Relationship Id="rId40" Type="http://schemas.openxmlformats.org/officeDocument/2006/relationships/image" Target="../media/image188.png"/><Relationship Id="rId5" Type="http://schemas.openxmlformats.org/officeDocument/2006/relationships/tags" Target="../tags/tag212.xml"/><Relationship Id="rId15" Type="http://schemas.openxmlformats.org/officeDocument/2006/relationships/tags" Target="../tags/tag222.xml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172.png"/><Relationship Id="rId36" Type="http://schemas.openxmlformats.org/officeDocument/2006/relationships/image" Target="../media/image184.png"/><Relationship Id="rId10" Type="http://schemas.openxmlformats.org/officeDocument/2006/relationships/tags" Target="../tags/tag217.xml"/><Relationship Id="rId19" Type="http://schemas.openxmlformats.org/officeDocument/2006/relationships/tags" Target="../tags/tag226.xml"/><Relationship Id="rId31" Type="http://schemas.openxmlformats.org/officeDocument/2006/relationships/image" Target="../media/image61.png"/><Relationship Id="rId4" Type="http://schemas.openxmlformats.org/officeDocument/2006/relationships/tags" Target="../tags/tag211.xml"/><Relationship Id="rId9" Type="http://schemas.openxmlformats.org/officeDocument/2006/relationships/tags" Target="../tags/tag216.xml"/><Relationship Id="rId14" Type="http://schemas.openxmlformats.org/officeDocument/2006/relationships/tags" Target="../tags/tag221.xml"/><Relationship Id="rId22" Type="http://schemas.openxmlformats.org/officeDocument/2006/relationships/tags" Target="../tags/tag229.xml"/><Relationship Id="rId27" Type="http://schemas.openxmlformats.org/officeDocument/2006/relationships/image" Target="../media/image177.png"/><Relationship Id="rId30" Type="http://schemas.openxmlformats.org/officeDocument/2006/relationships/image" Target="../media/image179.png"/><Relationship Id="rId35" Type="http://schemas.openxmlformats.org/officeDocument/2006/relationships/image" Target="../media/image183.png"/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12" Type="http://schemas.openxmlformats.org/officeDocument/2006/relationships/tags" Target="../tags/tag219.xml"/><Relationship Id="rId17" Type="http://schemas.openxmlformats.org/officeDocument/2006/relationships/tags" Target="../tags/tag224.xml"/><Relationship Id="rId25" Type="http://schemas.openxmlformats.org/officeDocument/2006/relationships/image" Target="../media/image175.png"/><Relationship Id="rId33" Type="http://schemas.openxmlformats.org/officeDocument/2006/relationships/image" Target="../media/image181.png"/><Relationship Id="rId38" Type="http://schemas.openxmlformats.org/officeDocument/2006/relationships/image" Target="../media/image1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539750" y="1152525"/>
            <a:ext cx="8064500" cy="1539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CH"/>
          </a:p>
        </p:txBody>
      </p:sp>
      <p:pic>
        <p:nvPicPr>
          <p:cNvPr id="5" name="Grafik 4" descr="\documentclass[10pt]{slides}&#10;\usepackage{pstricks}&#10;%Layout&#10;\textwidth297mm&#10;%Macros&#10;\newcommand{\myitemi}{$\bullet$\hspace*{1ex}}&#10;\newcommand{\myenumi}[1]{#1\hspace*{1ex}}&#10;\newcommand{\mytitle}[1]{\bf\large #1}&#10;\pagestyle{empty}&#10;\begin{document}&#10; \begin{center}&#10; \bf &#10; {\large Kapitel 4: Mengenlehre}&#10;  \end{center}&#10;\end{document}&#10;" title="IguanaTex Bitmap Display">
            <a:extLst>
              <a:ext uri="{FF2B5EF4-FFF2-40B4-BE49-F238E27FC236}">
                <a16:creationId xmlns:a16="http://schemas.microsoft.com/office/drawing/2014/main" id="{5593AABD-ECA9-58F6-C7B8-31C37CF2B5F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131" y="1886446"/>
            <a:ext cx="3263738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0689" y="4621213"/>
            <a:ext cx="6862624" cy="26394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64687" y="5168507"/>
            <a:ext cx="2414627" cy="1832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54" name="Picture 14" descr="FHNW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4"/>
          <a:stretch>
            <a:fillRect/>
          </a:stretch>
        </p:blipFill>
        <p:spPr bwMode="auto">
          <a:xfrm>
            <a:off x="3567113" y="5721350"/>
            <a:ext cx="20097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0144" y="293688"/>
            <a:ext cx="1035775" cy="2165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717" y="1052737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1340768"/>
            <a:ext cx="8534418" cy="468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305" y="1931906"/>
            <a:ext cx="8534418" cy="7607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&#10;\end{document}&#10;" title="IguanaTex Bitmap Display">
            <a:extLst>
              <a:ext uri="{FF2B5EF4-FFF2-40B4-BE49-F238E27FC236}">
                <a16:creationId xmlns:a16="http://schemas.microsoft.com/office/drawing/2014/main" id="{599D6D64-134E-3472-3D30-630871BBDC3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17" y="3750176"/>
            <a:ext cx="801782" cy="1681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" name="Grafik 6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717" y="2841494"/>
            <a:ext cx="8544171" cy="7315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\documentclass{slides}&#10;\include{macros}&#10;\begin{document}&#10;$M=\{x\mid x$ ist ein Wochentag, der den Buchstaben s nicht enth\&quot;alt$\}$ ist eine Menge &#10;mit den Elementen Montag, Mittwoch und Freitag.&#10;\end{document}&#10;" title="IguanaTex Bitmap Display">
            <a:extLst>
              <a:ext uri="{FF2B5EF4-FFF2-40B4-BE49-F238E27FC236}">
                <a16:creationId xmlns:a16="http://schemas.microsoft.com/office/drawing/2014/main" id="{1F8EFF76-E319-D620-4180-73500DB9FDA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05" y="4081151"/>
            <a:ext cx="8640000" cy="4732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Grafik 13" descr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also $M=\{$Montag, Mittwoch, Freitag$\}$.&#10;\end{document}&#10;" title="IguanaTex Bitmap Display">
            <a:extLst>
              <a:ext uri="{FF2B5EF4-FFF2-40B4-BE49-F238E27FC236}">
                <a16:creationId xmlns:a16="http://schemas.microsoft.com/office/drawing/2014/main" id="{083C1291-70BE-01C2-B289-73D7C813E37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05" y="4665678"/>
            <a:ext cx="4838438" cy="2034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Montag $\in M$, aber Samstag $\notin M$.&#10;\end{document}&#10;" title="IguanaTex Bitmap Display">
            <a:extLst>
              <a:ext uri="{FF2B5EF4-FFF2-40B4-BE49-F238E27FC236}">
                <a16:creationId xmlns:a16="http://schemas.microsoft.com/office/drawing/2014/main" id="{F927B671-7E6B-4DB6-A413-1FCDF1B51972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05" y="4989714"/>
            <a:ext cx="4204286" cy="2034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2" name="Grafik 41" descr="\documentclass{slides}&#10;\include{macros}&#10;\textwidth215mm&#10;\begin{document}&#10;Mit dem \gr{Venn-Diagramm}, benannt nach dem britischen Mathe\-matiker John&#10;Venn (1834–1923), kann man Mengen graphisch veranschaulichen. Die&#10;Elemente einer Menge werden innerhalb einer geschlossenen Linie&#10;gezeichnet.&#10;\end{document}&#10;" title="IguanaTex Bitmap Display">
            <a:extLst>
              <a:ext uri="{FF2B5EF4-FFF2-40B4-BE49-F238E27FC236}">
                <a16:creationId xmlns:a16="http://schemas.microsoft.com/office/drawing/2014/main" id="{D47BE484-2716-35BA-9F3A-1CDA001E580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35" y="5325046"/>
            <a:ext cx="6399361" cy="10253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40B267D0-BA8A-B58A-E7B2-212F03960C4B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E6F2E6"/>
              </a:clrFrom>
              <a:clrTo>
                <a:srgbClr val="E6F2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00192" y="5049180"/>
            <a:ext cx="2734571" cy="1328693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C7D25EFC-B8CC-9971-B956-BB88F8CEB460}"/>
              </a:ext>
            </a:extLst>
          </p:cNvPr>
          <p:cNvSpPr/>
          <p:nvPr/>
        </p:nvSpPr>
        <p:spPr bwMode="auto">
          <a:xfrm>
            <a:off x="71500" y="3704792"/>
            <a:ext cx="8979493" cy="1511689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285CEAB-288A-9DA4-B8FF-1E8227E55891}"/>
              </a:ext>
            </a:extLst>
          </p:cNvPr>
          <p:cNvSpPr/>
          <p:nvPr/>
        </p:nvSpPr>
        <p:spPr bwMode="auto">
          <a:xfrm>
            <a:off x="72302" y="965387"/>
            <a:ext cx="8978691" cy="1815541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28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78490" y="293688"/>
            <a:ext cx="2379084" cy="2165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5440" y="1052736"/>
            <a:ext cx="1056296" cy="1526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0453" y="2005662"/>
            <a:ext cx="6012762" cy="2043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0453" y="3021990"/>
            <a:ext cx="6903875" cy="2043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0453" y="3530520"/>
            <a:ext cx="6340515" cy="32749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0453" y="4162182"/>
            <a:ext cx="6085705" cy="2044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5440" y="5620587"/>
            <a:ext cx="4811460" cy="18467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0453" y="1484784"/>
            <a:ext cx="2822105" cy="2167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mathbb{N}_0=\{0,1,2,3,4,5,\ldots\}$ ist die Menge der \mydarkgreen nat\&quot;urlichen Zahlen \black mit 0.&#10;&#10;\end{document}&#10;" title="IguanaTex Bitmap Display">
            <a:extLst>
              <a:ext uri="{FF2B5EF4-FFF2-40B4-BE49-F238E27FC236}">
                <a16:creationId xmlns:a16="http://schemas.microsoft.com/office/drawing/2014/main" id="{62B08154-BDB3-F113-CDE7-2B7E55577BA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53" y="2514198"/>
            <a:ext cx="6945124" cy="20362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mathbb{I}=\left\{x\mid x\mbox{ ist reelle Zahl, aber keine rationale Zahl}\right\}$ ist die Menge der \\ \mydarkgreen irrationalen Zahlen\black.&#10;&#10;\end{document}&#10;" title="IguanaTex Bitmap Display">
            <a:extLst>
              <a:ext uri="{FF2B5EF4-FFF2-40B4-BE49-F238E27FC236}">
                <a16:creationId xmlns:a16="http://schemas.microsoft.com/office/drawing/2014/main" id="{FA76F5B6-D4E3-B7DE-E7E0-B349D8084CA9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53" y="4670768"/>
            <a:ext cx="7314626" cy="4504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8FE8AF9-305B-C1AD-8025-DD4D9BE143F8}"/>
              </a:ext>
            </a:extLst>
          </p:cNvPr>
          <p:cNvSpPr/>
          <p:nvPr/>
        </p:nvSpPr>
        <p:spPr bwMode="auto">
          <a:xfrm>
            <a:off x="72302" y="948246"/>
            <a:ext cx="8978691" cy="4280954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0303" y="293688"/>
            <a:ext cx="1395459" cy="21657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051" y="966088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3234" y="966088"/>
            <a:ext cx="2275032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109" y="1274134"/>
            <a:ext cx="8553925" cy="7607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109" y="2204864"/>
            <a:ext cx="3981915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669" y="3030096"/>
            <a:ext cx="6583694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109" y="3465004"/>
            <a:ext cx="8544171" cy="4779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Grafik 20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051" y="4921014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6015" y="4905164"/>
            <a:ext cx="5344984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Grafik 23" descr="txp_fi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6015" y="5267473"/>
            <a:ext cx="4684176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Grafik 25" descr="txp_fi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6015" y="5629782"/>
            <a:ext cx="5374245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862" y="4221088"/>
            <a:ext cx="8534418" cy="4974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10E3F07-A0C6-E20C-D6D6-D17A8DD8F1E8}"/>
              </a:ext>
            </a:extLst>
          </p:cNvPr>
          <p:cNvGrpSpPr/>
          <p:nvPr/>
        </p:nvGrpSpPr>
        <p:grpSpPr>
          <a:xfrm>
            <a:off x="4477194" y="1791478"/>
            <a:ext cx="1031674" cy="1031675"/>
            <a:chOff x="4966564" y="1676394"/>
            <a:chExt cx="1205419" cy="1205420"/>
          </a:xfrm>
        </p:grpSpPr>
        <p:sp>
          <p:nvSpPr>
            <p:cNvPr id="5135" name="Rechteck 3072"/>
            <p:cNvSpPr>
              <a:spLocks noChangeArrowheads="1"/>
            </p:cNvSpPr>
            <p:nvPr/>
          </p:nvSpPr>
          <p:spPr bwMode="auto">
            <a:xfrm>
              <a:off x="4966564" y="1676394"/>
              <a:ext cx="1205419" cy="120542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de-CH"/>
            </a:p>
          </p:txBody>
        </p:sp>
        <p:sp>
          <p:nvSpPr>
            <p:cNvPr id="5136" name="Ellipse 3074"/>
            <p:cNvSpPr>
              <a:spLocks noChangeArrowheads="1"/>
            </p:cNvSpPr>
            <p:nvPr/>
          </p:nvSpPr>
          <p:spPr bwMode="auto">
            <a:xfrm>
              <a:off x="5051817" y="1850139"/>
              <a:ext cx="1034913" cy="857930"/>
            </a:xfrm>
            <a:prstGeom prst="ellipse">
              <a:avLst/>
            </a:prstGeom>
            <a:solidFill>
              <a:schemeClr val="bg1"/>
            </a:solidFill>
            <a:ln w="3175" algn="ctr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anchor="ctr"/>
            <a:lstStyle/>
            <a:p>
              <a:endParaRPr lang="de-CH"/>
            </a:p>
          </p:txBody>
        </p:sp>
        <p:sp>
          <p:nvSpPr>
            <p:cNvPr id="5137" name="Ellipse 35"/>
            <p:cNvSpPr>
              <a:spLocks noChangeArrowheads="1"/>
            </p:cNvSpPr>
            <p:nvPr/>
          </p:nvSpPr>
          <p:spPr bwMode="auto">
            <a:xfrm>
              <a:off x="5115488" y="2064891"/>
              <a:ext cx="516916" cy="428426"/>
            </a:xfrm>
            <a:prstGeom prst="ellipse">
              <a:avLst/>
            </a:prstGeom>
            <a:solidFill>
              <a:schemeClr val="bg1"/>
            </a:solidFill>
            <a:ln w="3175" algn="ctr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anchor="ctr"/>
            <a:lstStyle/>
            <a:p>
              <a:endParaRPr lang="de-CH"/>
            </a:p>
          </p:txBody>
        </p:sp>
        <p:pic>
          <p:nvPicPr>
            <p:cNvPr id="3076" name="Grafik 3075" descr="txp_fig.png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21879" y="2175477"/>
              <a:ext cx="103752" cy="10375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077" name="Grafik 3076" descr="txp_fig.png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751360" y="1991332"/>
              <a:ext cx="111222" cy="9628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078" name="Grafik 3077" descr="txp_fig.png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34310" y="2734461"/>
              <a:ext cx="408370" cy="13114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13" name="Grafik 1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merkung:&#10;\end{document}&#10;" title="IguanaTex Bitmap Display">
            <a:extLst>
              <a:ext uri="{FF2B5EF4-FFF2-40B4-BE49-F238E27FC236}">
                <a16:creationId xmlns:a16="http://schemas.microsoft.com/office/drawing/2014/main" id="{29D7020F-197A-D4BC-8377-53B37D5406C6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51" y="6196809"/>
            <a:ext cx="1269578" cy="183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Für jede Menge $M$ gilt $\emptyset\subseteq M$ und $M\subseteq M$.&#10;&#10;\end{document}&#10;" title="IguanaTex Bitmap Display">
            <a:extLst>
              <a:ext uri="{FF2B5EF4-FFF2-40B4-BE49-F238E27FC236}">
                <a16:creationId xmlns:a16="http://schemas.microsoft.com/office/drawing/2014/main" id="{E348E949-2E56-C765-3AD3-8CCBF525BD12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328" y="6187809"/>
            <a:ext cx="4617950" cy="201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66D45C81-DB90-D04E-CCCB-738E3923815D}"/>
              </a:ext>
            </a:extLst>
          </p:cNvPr>
          <p:cNvSpPr/>
          <p:nvPr/>
        </p:nvSpPr>
        <p:spPr bwMode="auto">
          <a:xfrm>
            <a:off x="71500" y="4868721"/>
            <a:ext cx="8979493" cy="1023192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144A6E3-A407-7881-D250-F7CC4C1D09C6}"/>
              </a:ext>
            </a:extLst>
          </p:cNvPr>
          <p:cNvSpPr/>
          <p:nvPr/>
        </p:nvSpPr>
        <p:spPr bwMode="auto">
          <a:xfrm>
            <a:off x="72302" y="872716"/>
            <a:ext cx="8978691" cy="3900569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6F4D6E8-B86C-9A93-2E32-71F63A7473D6}"/>
              </a:ext>
            </a:extLst>
          </p:cNvPr>
          <p:cNvSpPr/>
          <p:nvPr/>
        </p:nvSpPr>
        <p:spPr bwMode="auto">
          <a:xfrm>
            <a:off x="71500" y="6039642"/>
            <a:ext cx="8979493" cy="400310"/>
          </a:xfrm>
          <a:prstGeom prst="rect">
            <a:avLst/>
          </a:prstGeom>
          <a:noFill/>
          <a:ln w="952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4037" y="293688"/>
            <a:ext cx="2647990" cy="21676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Grafik 2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504" y="1339834"/>
            <a:ext cx="6937750" cy="20441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Grafik 23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315" y="1734700"/>
            <a:ext cx="8579223" cy="1770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30" y="4005064"/>
            <a:ext cx="7049426" cy="2044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178" name="Rectangle 8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7179" name="Rectangle 20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7180" name="Rectangle 28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7181" name="Rectangle 3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7182" name="Rectangle 4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7183" name="Rectangle 5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7184" name="Rectangle 6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pic>
        <p:nvPicPr>
          <p:cNvPr id="4" name="Grafik 3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047" y="4402411"/>
            <a:ext cx="8508814" cy="177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" name="Grafik 29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669" y="966088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Grafik 30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2852" y="966088"/>
            <a:ext cx="2275032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F55651C-DCEE-CED1-2002-ACF0341933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25327" y="2046409"/>
            <a:ext cx="2737881" cy="174116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B5EF201-EDB5-4B21-D47A-979225084A2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43808" y="4632748"/>
            <a:ext cx="2774361" cy="180828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CD133C0-B2B9-D891-5966-A14CAD1E2437}"/>
              </a:ext>
            </a:extLst>
          </p:cNvPr>
          <p:cNvSpPr/>
          <p:nvPr/>
        </p:nvSpPr>
        <p:spPr bwMode="auto">
          <a:xfrm>
            <a:off x="35496" y="840822"/>
            <a:ext cx="9036835" cy="5600214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4037" y="293688"/>
            <a:ext cx="2647990" cy="21676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Grafik 27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963" y="1304764"/>
            <a:ext cx="6516269" cy="2167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Grafik 28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9552" y="1628800"/>
            <a:ext cx="8542952" cy="1770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3" name="Grafik 32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3753036"/>
            <a:ext cx="5982255" cy="2044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\documentclass{slides}&#10;\usepackage{pstricks}&#10;\usepackage{color}&#10;\usepackage{amssymb}&#10;%layout&#10;\textwidth13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e Grundmenge $G$ wird stets aus dem Kontext klar sein.&#10;\end{document}&#10;" title="IguanaTex Bitmap Display">
            <a:extLst>
              <a:ext uri="{FF2B5EF4-FFF2-40B4-BE49-F238E27FC236}">
                <a16:creationId xmlns:a16="http://schemas.microsoft.com/office/drawing/2014/main" id="{1CC79C61-ECC6-FC67-071A-4174F99FED3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72" y="4777882"/>
            <a:ext cx="3927273" cy="45131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8203" name="Rectangle 8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4" name="Rectangle 20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5" name="Rectangle 28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6" name="Rectangle 3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7" name="Rectangle 4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pic>
        <p:nvPicPr>
          <p:cNvPr id="34" name="Grafik 33" descr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^c$ enth\&quot;alt alle Elemente (einer sogenannten \mydarkgreen Grundmenge \black $G$), die nicht in $A$ enthalten sind, also&#10;$A^c=\{x\mid x\notin A\}=G\backslash A$.&#10;\end{document}&#10;" title="IguanaTex Bitmap Display">
            <a:extLst>
              <a:ext uri="{FF2B5EF4-FFF2-40B4-BE49-F238E27FC236}">
                <a16:creationId xmlns:a16="http://schemas.microsoft.com/office/drawing/2014/main" id="{CA4E0C8A-05AA-2B69-E296-50DCDAA242D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74" y="4070280"/>
            <a:ext cx="8554455" cy="48993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8208" name="Rectangle 5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9" name="Rectangle 6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11" name="Rectangle 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pic>
        <p:nvPicPr>
          <p:cNvPr id="30" name="Grafik 29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669" y="966088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Grafik 30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2852" y="966088"/>
            <a:ext cx="2275032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Sprechweise: $A$ ohne $B$&#10;&#10;&#10;\end{document}&#10;" title="IguanaTex Bitmap Display">
            <a:extLst>
              <a:ext uri="{FF2B5EF4-FFF2-40B4-BE49-F238E27FC236}">
                <a16:creationId xmlns:a16="http://schemas.microsoft.com/office/drawing/2014/main" id="{DDBA1419-F8B3-B425-E186-599BD356407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145" y="1327816"/>
            <a:ext cx="2341351" cy="1692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070AEDE-C271-5D21-F971-579200B5CB5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62678" y="1856935"/>
            <a:ext cx="2810707" cy="182505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28338AC-3502-E2C0-2D95-267054AD217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13200" y="4438627"/>
            <a:ext cx="2287092" cy="2048735"/>
          </a:xfrm>
          <a:prstGeom prst="rect">
            <a:avLst/>
          </a:prstGeom>
        </p:spPr>
      </p:pic>
      <p:pic>
        <p:nvPicPr>
          <p:cNvPr id="19" name="Grafik 18" descr="\documentclass{slides}&#10;\usepackage{pstricks}&#10;\usepackage{color}&#10;\usepackage{amssymb}&#10;%layout&#10;\textwidth13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Alternative Notation: $\overline{A}$ &#10;\end{document}&#10;" title="IguanaTex Bitmap Display">
            <a:extLst>
              <a:ext uri="{FF2B5EF4-FFF2-40B4-BE49-F238E27FC236}">
                <a16:creationId xmlns:a16="http://schemas.microsoft.com/office/drawing/2014/main" id="{774C021B-7FB3-775C-E9BB-FB40900514F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458087"/>
            <a:ext cx="2421074" cy="1666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6" name="Grafik 25" descr="\documentclass{slides}&#10;\usepackage{pstricks}&#10;\usepackage{color}&#10;\usepackage{amssymb}&#10;%layout&#10;\textwidth13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ist $A\backslash B= A\cap B^c$.&#10;\end{document}&#10;" title="IguanaTex Bitmap Display">
            <a:extLst>
              <a:ext uri="{FF2B5EF4-FFF2-40B4-BE49-F238E27FC236}">
                <a16:creationId xmlns:a16="http://schemas.microsoft.com/office/drawing/2014/main" id="{6F44DDD5-04AC-DEF0-E606-B3B3711A840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86" y="2115834"/>
            <a:ext cx="2079967" cy="2005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C02CE1DF-073B-3D2B-C039-3858E88ED674}"/>
              </a:ext>
            </a:extLst>
          </p:cNvPr>
          <p:cNvSpPr/>
          <p:nvPr/>
        </p:nvSpPr>
        <p:spPr bwMode="auto">
          <a:xfrm>
            <a:off x="35496" y="817400"/>
            <a:ext cx="9036835" cy="5669959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3FCBE-6ECB-5E7E-7BDF-62835A77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txp_fig">
            <a:extLst>
              <a:ext uri="{FF2B5EF4-FFF2-40B4-BE49-F238E27FC236}">
                <a16:creationId xmlns:a16="http://schemas.microsoft.com/office/drawing/2014/main" id="{E2AE9442-EE1A-5F16-B108-84ADD4BD5C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4037" y="293688"/>
            <a:ext cx="2647990" cy="21676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5) $A\Delta  B$ ist eine Menge. Bezeichnung: \mydarkgreen Symmetrische Differenz \black von $A$&#10;und $B$.&#10;&#10;\end{document}&#10;" title="IguanaTex Bitmap Display">
            <a:extLst>
              <a:ext uri="{FF2B5EF4-FFF2-40B4-BE49-F238E27FC236}">
                <a16:creationId xmlns:a16="http://schemas.microsoft.com/office/drawing/2014/main" id="{C3C071C9-3110-3235-B39B-06F99C6DF84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1" y="1304764"/>
            <a:ext cx="8439859" cy="205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&#10;\usepackage{pstricks}&#10;\usepackage{color}&#10;\usepackage{amssymb}&#10;%layout&#10;\textwidth27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Delta B$ enth\&quot;alt alle Elemente, die enweder in $A$ oder in $B$ enthalten sind (aber nicht in beiden).&#10;\end{document}&#10;" title="IguanaTex Bitmap Display">
            <a:extLst>
              <a:ext uri="{FF2B5EF4-FFF2-40B4-BE49-F238E27FC236}">
                <a16:creationId xmlns:a16="http://schemas.microsoft.com/office/drawing/2014/main" id="{F5B242A9-E8BF-997C-3D4F-EC00743A499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74" y="1625666"/>
            <a:ext cx="8417310" cy="5071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8203" name="Rectangle 8">
            <a:extLst>
              <a:ext uri="{FF2B5EF4-FFF2-40B4-BE49-F238E27FC236}">
                <a16:creationId xmlns:a16="http://schemas.microsoft.com/office/drawing/2014/main" id="{93B4F1B2-A03E-831E-1056-E6CA06CB9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4" name="Rectangle 20">
            <a:extLst>
              <a:ext uri="{FF2B5EF4-FFF2-40B4-BE49-F238E27FC236}">
                <a16:creationId xmlns:a16="http://schemas.microsoft.com/office/drawing/2014/main" id="{DB7C0472-DE82-8476-A14D-8D43D40B6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5" name="Rectangle 28">
            <a:extLst>
              <a:ext uri="{FF2B5EF4-FFF2-40B4-BE49-F238E27FC236}">
                <a16:creationId xmlns:a16="http://schemas.microsoft.com/office/drawing/2014/main" id="{4000AF10-DCC5-1706-404D-819BB1774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6" name="Rectangle 36">
            <a:extLst>
              <a:ext uri="{FF2B5EF4-FFF2-40B4-BE49-F238E27FC236}">
                <a16:creationId xmlns:a16="http://schemas.microsoft.com/office/drawing/2014/main" id="{7530AEB8-8511-9C65-4215-442C701C2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7" name="Rectangle 46">
            <a:extLst>
              <a:ext uri="{FF2B5EF4-FFF2-40B4-BE49-F238E27FC236}">
                <a16:creationId xmlns:a16="http://schemas.microsoft.com/office/drawing/2014/main" id="{55646C19-5430-D4C7-B5BA-CA9C09F6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8" name="Rectangle 54">
            <a:extLst>
              <a:ext uri="{FF2B5EF4-FFF2-40B4-BE49-F238E27FC236}">
                <a16:creationId xmlns:a16="http://schemas.microsoft.com/office/drawing/2014/main" id="{C09BD36C-84B7-28C9-0714-A4C871CC7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9" name="Rectangle 64">
            <a:extLst>
              <a:ext uri="{FF2B5EF4-FFF2-40B4-BE49-F238E27FC236}">
                <a16:creationId xmlns:a16="http://schemas.microsoft.com/office/drawing/2014/main" id="{72272F51-9BF2-A841-DEDB-5515218D0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11" name="Rectangle 6">
            <a:extLst>
              <a:ext uri="{FF2B5EF4-FFF2-40B4-BE49-F238E27FC236}">
                <a16:creationId xmlns:a16="http://schemas.microsoft.com/office/drawing/2014/main" id="{5AF7450E-37C2-797D-6E36-63AF7F9DE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pic>
        <p:nvPicPr>
          <p:cNvPr id="30" name="Grafik 29" descr="txp_fig.png">
            <a:extLst>
              <a:ext uri="{FF2B5EF4-FFF2-40B4-BE49-F238E27FC236}">
                <a16:creationId xmlns:a16="http://schemas.microsoft.com/office/drawing/2014/main" id="{7AB61BB9-6032-D0C7-F483-05B8BE4632B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669" y="966088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Grafik 30" descr="txp_fig.png">
            <a:extLst>
              <a:ext uri="{FF2B5EF4-FFF2-40B4-BE49-F238E27FC236}">
                <a16:creationId xmlns:a16="http://schemas.microsoft.com/office/drawing/2014/main" id="{8F0856F0-F6A7-2492-3558-E2D5DFF04AD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2852" y="966088"/>
            <a:ext cx="2275032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56583EA-C4B0-095F-3E5B-123B10A8EF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5916" y="2553482"/>
            <a:ext cx="2775106" cy="1751035"/>
          </a:xfrm>
          <a:prstGeom prst="rect">
            <a:avLst/>
          </a:prstGeom>
        </p:spPr>
      </p:pic>
      <p:pic>
        <p:nvPicPr>
          <p:cNvPr id="22" name="Grafik 21" descr="\documentclass{slides}&#10;\usepackage{pstricks}&#10;\usepackage{color}&#10;\usepackage{amssymb}&#10;%layout&#10;\textwidth27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Delta B=(A\backslash B)\cup (B\backslash A)$&#10;\end{document}&#10;" title="IguanaTex Bitmap Display">
            <a:extLst>
              <a:ext uri="{FF2B5EF4-FFF2-40B4-BE49-F238E27FC236}">
                <a16:creationId xmlns:a16="http://schemas.microsoft.com/office/drawing/2014/main" id="{69442A2F-5EF0-894E-E096-E1CDCEC0B83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40" y="2268495"/>
            <a:ext cx="2557192" cy="2244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Grafik 24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6) $A$ und $B$ heissen \mydarkgreen disjunkt \black falls $A\cap B=\emptyset$.&#10;&#10;&#10;\end{document}&#10;" title="IguanaTex Bitmap Display">
            <a:extLst>
              <a:ext uri="{FF2B5EF4-FFF2-40B4-BE49-F238E27FC236}">
                <a16:creationId xmlns:a16="http://schemas.microsoft.com/office/drawing/2014/main" id="{E5DE48E2-0E9C-C7D7-9375-9F80459781E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54" y="4725143"/>
            <a:ext cx="4596379" cy="1984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67029AF0-AD81-408B-8D8E-2CF45F6FFB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90796" y="4617132"/>
            <a:ext cx="3476636" cy="1760402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0CEB2D3F-E4D8-8B50-9D99-AFD2A96634A9}"/>
              </a:ext>
            </a:extLst>
          </p:cNvPr>
          <p:cNvSpPr/>
          <p:nvPr/>
        </p:nvSpPr>
        <p:spPr bwMode="auto">
          <a:xfrm>
            <a:off x="35496" y="876825"/>
            <a:ext cx="8978691" cy="5500708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2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516" y="1052736"/>
            <a:ext cx="1056296" cy="1526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38770" y="293688"/>
            <a:ext cx="3058524" cy="17484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04966" y="1052736"/>
            <a:ext cx="3077120" cy="1846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5578" y="1390150"/>
            <a:ext cx="5703761" cy="2043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\documentclass{slides}&#10;\usepackage{pstricks}&#10;\usepackage{color}&#10;\usepackage{amssymb}&#10;%layout&#10;\textwidth397mm&#10;%Macros&#10;\include{macros}&#10;\pagestyle{empty}&#10;\begin{document}&#10;Andere Bezeichnungen: \gr{Kardinalit\&quot;at} oder \gr{M\&quot;achtigkeit} von $A$&#10;&#10;\end{document}&#10;" title="IguanaTex Bitmap Display">
            <a:extLst>
              <a:ext uri="{FF2B5EF4-FFF2-40B4-BE49-F238E27FC236}">
                <a16:creationId xmlns:a16="http://schemas.microsoft.com/office/drawing/2014/main" id="{47EAD52E-9D09-1165-43C0-7CCCEF4E99A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78" y="1751914"/>
            <a:ext cx="6386988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0" name="Grafik 29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516" y="2921401"/>
            <a:ext cx="931485" cy="1843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0091" y="2911373"/>
            <a:ext cx="2615155" cy="2043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0091" y="3331855"/>
            <a:ext cx="1610005" cy="2043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0091" y="3752279"/>
            <a:ext cx="645203" cy="2167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 descr="txp_fi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222" y="5337212"/>
            <a:ext cx="3716377" cy="2040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5578" y="2094012"/>
            <a:ext cx="6073016" cy="2043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txp_fig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0091" y="4185084"/>
            <a:ext cx="780187" cy="2042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4C971CC-7180-5516-4316-C4281C479244}"/>
              </a:ext>
            </a:extLst>
          </p:cNvPr>
          <p:cNvSpPr/>
          <p:nvPr/>
        </p:nvSpPr>
        <p:spPr bwMode="auto">
          <a:xfrm>
            <a:off x="71500" y="2751564"/>
            <a:ext cx="8979493" cy="1808103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90A4A53-1ED7-5146-5925-33D847AC7513}"/>
              </a:ext>
            </a:extLst>
          </p:cNvPr>
          <p:cNvSpPr/>
          <p:nvPr/>
        </p:nvSpPr>
        <p:spPr bwMode="auto">
          <a:xfrm>
            <a:off x="72302" y="817400"/>
            <a:ext cx="8978691" cy="1718068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3" name="Rectangle 8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4" name="Rectangle 20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5" name="Rectangle 28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6" name="Rectangle 3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7" name="Rectangle 4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8" name="Rectangle 5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9" name="Rectangle 6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11" name="Rectangle 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pic>
        <p:nvPicPr>
          <p:cNvPr id="7" name="Grafik 6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762" y="980728"/>
            <a:ext cx="7395682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762" y="1337908"/>
            <a:ext cx="5861926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Antwort mit den gemachten Angaben nicht m\&quot;oglich!&#10;\end{document}&#10;" title="IguanaTex Bitmap Display">
            <a:extLst>
              <a:ext uri="{FF2B5EF4-FFF2-40B4-BE49-F238E27FC236}">
                <a16:creationId xmlns:a16="http://schemas.microsoft.com/office/drawing/2014/main" id="{0BA09C74-7B3C-939E-9360-87F7140DF63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382" y="1744062"/>
            <a:ext cx="5654473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Prinzip der Inklusion-Exklusion}&#10;\end{document}&#10;" title="IguanaTex Bitmap Display">
            <a:extLst>
              <a:ext uri="{FF2B5EF4-FFF2-40B4-BE49-F238E27FC236}">
                <a16:creationId xmlns:a16="http://schemas.microsoft.com/office/drawing/2014/main" id="{E67FDAF7-2916-82F6-B383-7748C0B84AE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21" y="293688"/>
            <a:ext cx="4397958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\documentclass{slides}&#10;\usepackage{pstricks}&#10;\usepackage{color}&#10;\usepackage{amssymb}&#10;%layout&#10;\textwidth30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azu müsste man wissen, wie viele Personen sowohl Englisch als auch Französisch sprechen!&#10;\end{document}&#10;" title="IguanaTex Bitmap Display">
            <a:extLst>
              <a:ext uri="{FF2B5EF4-FFF2-40B4-BE49-F238E27FC236}">
                <a16:creationId xmlns:a16="http://schemas.microsoft.com/office/drawing/2014/main" id="{5EDA00D3-B8A4-9744-3082-029B975CB3E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32" y="2324516"/>
            <a:ext cx="8640000" cy="4537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9E42D04A-29FD-720F-01E2-74E6B49506F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75" t="32597" r="80214" b="30985"/>
          <a:stretch>
            <a:fillRect/>
          </a:stretch>
        </p:blipFill>
        <p:spPr>
          <a:xfrm>
            <a:off x="1019368" y="3207194"/>
            <a:ext cx="1774990" cy="2220029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D43F6874-B4C0-A2ED-747A-6A723B974A4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0337" t="31764" r="40259" b="30985"/>
          <a:stretch>
            <a:fillRect/>
          </a:stretch>
        </p:blipFill>
        <p:spPr>
          <a:xfrm>
            <a:off x="3780729" y="3181824"/>
            <a:ext cx="1774329" cy="2270768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88A01484-171A-AB62-8299-6587C018CC1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1106" t="32597" r="1451" b="30985"/>
          <a:stretch>
            <a:fillRect/>
          </a:stretch>
        </p:blipFill>
        <p:spPr>
          <a:xfrm>
            <a:off x="6541428" y="3207194"/>
            <a:ext cx="1594968" cy="2220029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9E539E5D-0D5C-C8DA-3052-3638943BBA8B}"/>
              </a:ext>
            </a:extLst>
          </p:cNvPr>
          <p:cNvSpPr/>
          <p:nvPr/>
        </p:nvSpPr>
        <p:spPr bwMode="auto">
          <a:xfrm>
            <a:off x="827584" y="4653136"/>
            <a:ext cx="7488832" cy="86695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6" name="Grafik 55">
            <a:extLst>
              <a:ext uri="{FF2B5EF4-FFF2-40B4-BE49-F238E27FC236}">
                <a16:creationId xmlns:a16="http://schemas.microsoft.com/office/drawing/2014/main" id="{1C7A64D8-A07A-0900-A95E-8E3906B01EA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75" t="62693" r="80214" b="30985"/>
          <a:stretch>
            <a:fillRect/>
          </a:stretch>
        </p:blipFill>
        <p:spPr>
          <a:xfrm>
            <a:off x="1019368" y="4653136"/>
            <a:ext cx="1774990" cy="385408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A25E8817-B789-DBCC-61B0-18B8150A222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0337" t="62693" r="40259" b="30985"/>
          <a:stretch>
            <a:fillRect/>
          </a:stretch>
        </p:blipFill>
        <p:spPr>
          <a:xfrm>
            <a:off x="3780729" y="4678505"/>
            <a:ext cx="1774329" cy="385408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0E048548-877D-8792-36E2-E7324DD839C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1106" t="62028" r="1451" b="30985"/>
          <a:stretch>
            <a:fillRect/>
          </a:stretch>
        </p:blipFill>
        <p:spPr>
          <a:xfrm>
            <a:off x="6541428" y="4612606"/>
            <a:ext cx="1594968" cy="42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1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3" name="Rectangle 8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4" name="Rectangle 20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5" name="Rectangle 28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6" name="Rectangle 3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7" name="Rectangle 4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8" name="Rectangle 5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09" name="Rectangle 6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sp>
        <p:nvSpPr>
          <p:cNvPr id="8211" name="Rectangle 6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de-CH"/>
          </a:p>
        </p:txBody>
      </p:sp>
      <p:pic>
        <p:nvPicPr>
          <p:cNvPr id="38" name="Grafik 37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4635645"/>
            <a:ext cx="5476658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25586" y="4643213"/>
            <a:ext cx="1899522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1" name="Grafik 40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5007921"/>
            <a:ext cx="2916332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2" name="Grafik 4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9668" y="5439969"/>
            <a:ext cx="8524664" cy="468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02253" y="6190195"/>
            <a:ext cx="4539494" cy="2023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4" name="Rechteck 43"/>
          <p:cNvSpPr/>
          <p:nvPr/>
        </p:nvSpPr>
        <p:spPr bwMode="auto">
          <a:xfrm>
            <a:off x="152400" y="5362103"/>
            <a:ext cx="8776084" cy="11219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Grafik 7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Prinzip der Inklusion-Exklusion}&#10;\end{document}&#10;" title="IguanaTex Bitmap Display">
            <a:extLst>
              <a:ext uri="{FF2B5EF4-FFF2-40B4-BE49-F238E27FC236}">
                <a16:creationId xmlns:a16="http://schemas.microsoft.com/office/drawing/2014/main" id="{69415E99-F90F-6336-9282-18ED8632818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21" y="293688"/>
            <a:ext cx="4397958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" name="Grafik 8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Allgemein gilt f\&quot;ur zwei endliche Mengen $A,B$ das \mydarkgreen{Prinzip der Inklusion-Exklusion}:&#10;\end{document}&#10;" title="IguanaTex Bitmap Display">
            <a:extLst>
              <a:ext uri="{FF2B5EF4-FFF2-40B4-BE49-F238E27FC236}">
                <a16:creationId xmlns:a16="http://schemas.microsoft.com/office/drawing/2014/main" id="{6A2EB6C1-C23F-CF22-09C9-595C7EF5978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70407"/>
            <a:ext cx="8162861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txp_fig.png">
            <a:extLst>
              <a:ext uri="{FF2B5EF4-FFF2-40B4-BE49-F238E27FC236}">
                <a16:creationId xmlns:a16="http://schemas.microsoft.com/office/drawing/2014/main" id="{C8C383DB-A79B-0DE2-1852-8A98E6C7CC8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67391" y="1449572"/>
            <a:ext cx="2774905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DC674620-1FCF-8BDB-AD99-59CF86369473}"/>
              </a:ext>
            </a:extLst>
          </p:cNvPr>
          <p:cNvSpPr/>
          <p:nvPr/>
        </p:nvSpPr>
        <p:spPr bwMode="auto">
          <a:xfrm>
            <a:off x="2680521" y="1266483"/>
            <a:ext cx="3700045" cy="50633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Oval 699 1" descr="Wide upward diagonal">
            <a:extLst>
              <a:ext uri="{FF2B5EF4-FFF2-40B4-BE49-F238E27FC236}">
                <a16:creationId xmlns:a16="http://schemas.microsoft.com/office/drawing/2014/main" id="{AD10E82D-D610-ED0A-D748-9E25F1331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117" y="2487680"/>
            <a:ext cx="1668463" cy="1233487"/>
          </a:xfrm>
          <a:prstGeom prst="ellipse">
            <a:avLst/>
          </a:prstGeom>
          <a:pattFill prst="wdUpDiag">
            <a:fgClr>
              <a:srgbClr val="333333"/>
            </a:fgClr>
            <a:bgClr>
              <a:srgbClr val="FFFFFF"/>
            </a:bgClr>
          </a:patt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de-DE"/>
          </a:p>
        </p:txBody>
      </p:sp>
      <p:sp>
        <p:nvSpPr>
          <p:cNvPr id="4" name="Oval 700 1" descr="Wide upward diagonal">
            <a:extLst>
              <a:ext uri="{FF2B5EF4-FFF2-40B4-BE49-F238E27FC236}">
                <a16:creationId xmlns:a16="http://schemas.microsoft.com/office/drawing/2014/main" id="{79AE6EE0-24BF-EE89-2BFB-E04C689AE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142" y="1984070"/>
            <a:ext cx="1078646" cy="1821235"/>
          </a:xfrm>
          <a:prstGeom prst="ellipse">
            <a:avLst/>
          </a:prstGeom>
          <a:pattFill prst="wdUpDiag">
            <a:fgClr>
              <a:srgbClr val="333333"/>
            </a:fgClr>
            <a:bgClr>
              <a:srgbClr val="FFFFFF"/>
            </a:bgClr>
          </a:patt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5" name="Oval 703">
            <a:extLst>
              <a:ext uri="{FF2B5EF4-FFF2-40B4-BE49-F238E27FC236}">
                <a16:creationId xmlns:a16="http://schemas.microsoft.com/office/drawing/2014/main" id="{F1E2E37C-98EB-7188-101E-CF7E1681F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117" y="2487680"/>
            <a:ext cx="1668463" cy="1233487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de-DE"/>
          </a:p>
        </p:txBody>
      </p:sp>
      <p:pic>
        <p:nvPicPr>
          <p:cNvPr id="7" name="Grafik 6" descr="txp_fig.png">
            <a:extLst>
              <a:ext uri="{FF2B5EF4-FFF2-40B4-BE49-F238E27FC236}">
                <a16:creationId xmlns:a16="http://schemas.microsoft.com/office/drawing/2014/main" id="{AAAA3BF9-81E4-7048-ECC1-8074E3803E83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62195" y="4126443"/>
            <a:ext cx="651919" cy="2026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Oval 699 2" descr="Wide upward diagonal">
            <a:extLst>
              <a:ext uri="{FF2B5EF4-FFF2-40B4-BE49-F238E27FC236}">
                <a16:creationId xmlns:a16="http://schemas.microsoft.com/office/drawing/2014/main" id="{F0D273F6-4C2C-1AE2-EBDA-2FC117072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856" y="2571818"/>
            <a:ext cx="1668463" cy="1233487"/>
          </a:xfrm>
          <a:prstGeom prst="ellipse">
            <a:avLst/>
          </a:prstGeom>
          <a:pattFill prst="wdUpDiag">
            <a:fgClr>
              <a:srgbClr val="333333"/>
            </a:fgClr>
            <a:bgClr>
              <a:srgbClr val="FFFFFF"/>
            </a:bgClr>
          </a:patt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de-DE"/>
          </a:p>
        </p:txBody>
      </p:sp>
      <p:sp>
        <p:nvSpPr>
          <p:cNvPr id="11" name="Oval 700 2" descr="Wide upward diagonal">
            <a:extLst>
              <a:ext uri="{FF2B5EF4-FFF2-40B4-BE49-F238E27FC236}">
                <a16:creationId xmlns:a16="http://schemas.microsoft.com/office/drawing/2014/main" id="{055104FE-802C-D261-10FB-BDD882015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096" y="2052451"/>
            <a:ext cx="1078646" cy="1821235"/>
          </a:xfrm>
          <a:prstGeom prst="ellipse">
            <a:avLst/>
          </a:prstGeom>
          <a:pattFill prst="wdUpDiag">
            <a:fgClr>
              <a:srgbClr val="333333"/>
            </a:fgClr>
            <a:bgClr>
              <a:srgbClr val="FFFFFF"/>
            </a:bgClr>
          </a:patt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12" name="Freihandform 17">
            <a:extLst>
              <a:ext uri="{FF2B5EF4-FFF2-40B4-BE49-F238E27FC236}">
                <a16:creationId xmlns:a16="http://schemas.microsoft.com/office/drawing/2014/main" id="{BE42885C-2B87-FB68-04A4-12442E1AA847}"/>
              </a:ext>
            </a:extLst>
          </p:cNvPr>
          <p:cNvSpPr/>
          <p:nvPr/>
        </p:nvSpPr>
        <p:spPr bwMode="auto">
          <a:xfrm>
            <a:off x="1585589" y="2531075"/>
            <a:ext cx="578981" cy="1083013"/>
          </a:xfrm>
          <a:custGeom>
            <a:avLst/>
            <a:gdLst>
              <a:gd name="connsiteX0" fmla="*/ 43255 w 582276"/>
              <a:gd name="connsiteY0" fmla="*/ 262 h 1082852"/>
              <a:gd name="connsiteX1" fmla="*/ 307574 w 582276"/>
              <a:gd name="connsiteY1" fmla="*/ 102656 h 1082852"/>
              <a:gd name="connsiteX2" fmla="*/ 476643 w 582276"/>
              <a:gd name="connsiteY2" fmla="*/ 276487 h 1082852"/>
              <a:gd name="connsiteX3" fmla="*/ 574274 w 582276"/>
              <a:gd name="connsiteY3" fmla="*/ 493181 h 1082852"/>
              <a:gd name="connsiteX4" fmla="*/ 571893 w 582276"/>
              <a:gd name="connsiteY4" fmla="*/ 667012 h 1082852"/>
              <a:gd name="connsiteX5" fmla="*/ 533793 w 582276"/>
              <a:gd name="connsiteY5" fmla="*/ 788456 h 1082852"/>
              <a:gd name="connsiteX6" fmla="*/ 374249 w 582276"/>
              <a:gd name="connsiteY6" fmla="*/ 986099 h 1082852"/>
              <a:gd name="connsiteX7" fmla="*/ 217087 w 582276"/>
              <a:gd name="connsiteY7" fmla="*/ 1081349 h 1082852"/>
              <a:gd name="connsiteX8" fmla="*/ 171843 w 582276"/>
              <a:gd name="connsiteY8" fmla="*/ 1033724 h 1082852"/>
              <a:gd name="connsiteX9" fmla="*/ 98024 w 582276"/>
              <a:gd name="connsiteY9" fmla="*/ 895612 h 1082852"/>
              <a:gd name="connsiteX10" fmla="*/ 14680 w 582276"/>
              <a:gd name="connsiteY10" fmla="*/ 595574 h 1082852"/>
              <a:gd name="connsiteX11" fmla="*/ 393 w 582276"/>
              <a:gd name="connsiteY11" fmla="*/ 338399 h 1082852"/>
              <a:gd name="connsiteX12" fmla="*/ 19443 w 582276"/>
              <a:gd name="connsiteY12" fmla="*/ 131231 h 1082852"/>
              <a:gd name="connsiteX13" fmla="*/ 43255 w 582276"/>
              <a:gd name="connsiteY13" fmla="*/ 262 h 1082852"/>
              <a:gd name="connsiteX0" fmla="*/ 43255 w 577138"/>
              <a:gd name="connsiteY0" fmla="*/ 262 h 1082852"/>
              <a:gd name="connsiteX1" fmla="*/ 307574 w 577138"/>
              <a:gd name="connsiteY1" fmla="*/ 102656 h 1082852"/>
              <a:gd name="connsiteX2" fmla="*/ 476643 w 577138"/>
              <a:gd name="connsiteY2" fmla="*/ 276487 h 1082852"/>
              <a:gd name="connsiteX3" fmla="*/ 548057 w 577138"/>
              <a:gd name="connsiteY3" fmla="*/ 395549 h 1082852"/>
              <a:gd name="connsiteX4" fmla="*/ 574274 w 577138"/>
              <a:gd name="connsiteY4" fmla="*/ 493181 h 1082852"/>
              <a:gd name="connsiteX5" fmla="*/ 571893 w 577138"/>
              <a:gd name="connsiteY5" fmla="*/ 667012 h 1082852"/>
              <a:gd name="connsiteX6" fmla="*/ 533793 w 577138"/>
              <a:gd name="connsiteY6" fmla="*/ 788456 h 1082852"/>
              <a:gd name="connsiteX7" fmla="*/ 374249 w 577138"/>
              <a:gd name="connsiteY7" fmla="*/ 986099 h 1082852"/>
              <a:gd name="connsiteX8" fmla="*/ 217087 w 577138"/>
              <a:gd name="connsiteY8" fmla="*/ 1081349 h 1082852"/>
              <a:gd name="connsiteX9" fmla="*/ 171843 w 577138"/>
              <a:gd name="connsiteY9" fmla="*/ 1033724 h 1082852"/>
              <a:gd name="connsiteX10" fmla="*/ 98024 w 577138"/>
              <a:gd name="connsiteY10" fmla="*/ 895612 h 1082852"/>
              <a:gd name="connsiteX11" fmla="*/ 14680 w 577138"/>
              <a:gd name="connsiteY11" fmla="*/ 595574 h 1082852"/>
              <a:gd name="connsiteX12" fmla="*/ 393 w 577138"/>
              <a:gd name="connsiteY12" fmla="*/ 338399 h 1082852"/>
              <a:gd name="connsiteX13" fmla="*/ 19443 w 577138"/>
              <a:gd name="connsiteY13" fmla="*/ 131231 h 1082852"/>
              <a:gd name="connsiteX14" fmla="*/ 43255 w 577138"/>
              <a:gd name="connsiteY14" fmla="*/ 262 h 1082852"/>
              <a:gd name="connsiteX0" fmla="*/ 43255 w 588552"/>
              <a:gd name="connsiteY0" fmla="*/ 262 h 1082852"/>
              <a:gd name="connsiteX1" fmla="*/ 307574 w 588552"/>
              <a:gd name="connsiteY1" fmla="*/ 102656 h 1082852"/>
              <a:gd name="connsiteX2" fmla="*/ 476643 w 588552"/>
              <a:gd name="connsiteY2" fmla="*/ 276487 h 1082852"/>
              <a:gd name="connsiteX3" fmla="*/ 548057 w 588552"/>
              <a:gd name="connsiteY3" fmla="*/ 395549 h 1082852"/>
              <a:gd name="connsiteX4" fmla="*/ 574274 w 588552"/>
              <a:gd name="connsiteY4" fmla="*/ 493181 h 1082852"/>
              <a:gd name="connsiteX5" fmla="*/ 588538 w 588552"/>
              <a:gd name="connsiteY5" fmla="*/ 605099 h 1082852"/>
              <a:gd name="connsiteX6" fmla="*/ 571893 w 588552"/>
              <a:gd name="connsiteY6" fmla="*/ 667012 h 1082852"/>
              <a:gd name="connsiteX7" fmla="*/ 533793 w 588552"/>
              <a:gd name="connsiteY7" fmla="*/ 788456 h 1082852"/>
              <a:gd name="connsiteX8" fmla="*/ 374249 w 588552"/>
              <a:gd name="connsiteY8" fmla="*/ 986099 h 1082852"/>
              <a:gd name="connsiteX9" fmla="*/ 217087 w 588552"/>
              <a:gd name="connsiteY9" fmla="*/ 1081349 h 1082852"/>
              <a:gd name="connsiteX10" fmla="*/ 171843 w 588552"/>
              <a:gd name="connsiteY10" fmla="*/ 1033724 h 1082852"/>
              <a:gd name="connsiteX11" fmla="*/ 98024 w 588552"/>
              <a:gd name="connsiteY11" fmla="*/ 895612 h 1082852"/>
              <a:gd name="connsiteX12" fmla="*/ 14680 w 588552"/>
              <a:gd name="connsiteY12" fmla="*/ 595574 h 1082852"/>
              <a:gd name="connsiteX13" fmla="*/ 393 w 588552"/>
              <a:gd name="connsiteY13" fmla="*/ 338399 h 1082852"/>
              <a:gd name="connsiteX14" fmla="*/ 19443 w 588552"/>
              <a:gd name="connsiteY14" fmla="*/ 131231 h 1082852"/>
              <a:gd name="connsiteX15" fmla="*/ 43255 w 588552"/>
              <a:gd name="connsiteY15" fmla="*/ 262 h 1082852"/>
              <a:gd name="connsiteX0" fmla="*/ 55161 w 588552"/>
              <a:gd name="connsiteY0" fmla="*/ 254 h 1085225"/>
              <a:gd name="connsiteX1" fmla="*/ 307574 w 588552"/>
              <a:gd name="connsiteY1" fmla="*/ 105029 h 1085225"/>
              <a:gd name="connsiteX2" fmla="*/ 476643 w 588552"/>
              <a:gd name="connsiteY2" fmla="*/ 278860 h 1085225"/>
              <a:gd name="connsiteX3" fmla="*/ 548057 w 588552"/>
              <a:gd name="connsiteY3" fmla="*/ 397922 h 1085225"/>
              <a:gd name="connsiteX4" fmla="*/ 574274 w 588552"/>
              <a:gd name="connsiteY4" fmla="*/ 495554 h 1085225"/>
              <a:gd name="connsiteX5" fmla="*/ 588538 w 588552"/>
              <a:gd name="connsiteY5" fmla="*/ 607472 h 1085225"/>
              <a:gd name="connsiteX6" fmla="*/ 571893 w 588552"/>
              <a:gd name="connsiteY6" fmla="*/ 669385 h 1085225"/>
              <a:gd name="connsiteX7" fmla="*/ 533793 w 588552"/>
              <a:gd name="connsiteY7" fmla="*/ 790829 h 1085225"/>
              <a:gd name="connsiteX8" fmla="*/ 374249 w 588552"/>
              <a:gd name="connsiteY8" fmla="*/ 988472 h 1085225"/>
              <a:gd name="connsiteX9" fmla="*/ 217087 w 588552"/>
              <a:gd name="connsiteY9" fmla="*/ 1083722 h 1085225"/>
              <a:gd name="connsiteX10" fmla="*/ 171843 w 588552"/>
              <a:gd name="connsiteY10" fmla="*/ 1036097 h 1085225"/>
              <a:gd name="connsiteX11" fmla="*/ 98024 w 588552"/>
              <a:gd name="connsiteY11" fmla="*/ 897985 h 1085225"/>
              <a:gd name="connsiteX12" fmla="*/ 14680 w 588552"/>
              <a:gd name="connsiteY12" fmla="*/ 597947 h 1085225"/>
              <a:gd name="connsiteX13" fmla="*/ 393 w 588552"/>
              <a:gd name="connsiteY13" fmla="*/ 340772 h 1085225"/>
              <a:gd name="connsiteX14" fmla="*/ 19443 w 588552"/>
              <a:gd name="connsiteY14" fmla="*/ 133604 h 1085225"/>
              <a:gd name="connsiteX15" fmla="*/ 55161 w 588552"/>
              <a:gd name="connsiteY15" fmla="*/ 254 h 1085225"/>
              <a:gd name="connsiteX0" fmla="*/ 55161 w 588552"/>
              <a:gd name="connsiteY0" fmla="*/ 844 h 1085815"/>
              <a:gd name="connsiteX1" fmla="*/ 307574 w 588552"/>
              <a:gd name="connsiteY1" fmla="*/ 105619 h 1085815"/>
              <a:gd name="connsiteX2" fmla="*/ 476643 w 588552"/>
              <a:gd name="connsiteY2" fmla="*/ 279450 h 1085815"/>
              <a:gd name="connsiteX3" fmla="*/ 548057 w 588552"/>
              <a:gd name="connsiteY3" fmla="*/ 398512 h 1085815"/>
              <a:gd name="connsiteX4" fmla="*/ 574274 w 588552"/>
              <a:gd name="connsiteY4" fmla="*/ 496144 h 1085815"/>
              <a:gd name="connsiteX5" fmla="*/ 588538 w 588552"/>
              <a:gd name="connsiteY5" fmla="*/ 608062 h 1085815"/>
              <a:gd name="connsiteX6" fmla="*/ 571893 w 588552"/>
              <a:gd name="connsiteY6" fmla="*/ 669975 h 1085815"/>
              <a:gd name="connsiteX7" fmla="*/ 533793 w 588552"/>
              <a:gd name="connsiteY7" fmla="*/ 791419 h 1085815"/>
              <a:gd name="connsiteX8" fmla="*/ 374249 w 588552"/>
              <a:gd name="connsiteY8" fmla="*/ 989062 h 1085815"/>
              <a:gd name="connsiteX9" fmla="*/ 217087 w 588552"/>
              <a:gd name="connsiteY9" fmla="*/ 1084312 h 1085815"/>
              <a:gd name="connsiteX10" fmla="*/ 171843 w 588552"/>
              <a:gd name="connsiteY10" fmla="*/ 1036687 h 1085815"/>
              <a:gd name="connsiteX11" fmla="*/ 98024 w 588552"/>
              <a:gd name="connsiteY11" fmla="*/ 898575 h 1085815"/>
              <a:gd name="connsiteX12" fmla="*/ 14680 w 588552"/>
              <a:gd name="connsiteY12" fmla="*/ 598537 h 1085815"/>
              <a:gd name="connsiteX13" fmla="*/ 393 w 588552"/>
              <a:gd name="connsiteY13" fmla="*/ 341362 h 1085815"/>
              <a:gd name="connsiteX14" fmla="*/ 19443 w 588552"/>
              <a:gd name="connsiteY14" fmla="*/ 134194 h 1085815"/>
              <a:gd name="connsiteX15" fmla="*/ 40851 w 588552"/>
              <a:gd name="connsiteY15" fmla="*/ 60376 h 1085815"/>
              <a:gd name="connsiteX16" fmla="*/ 55161 w 588552"/>
              <a:gd name="connsiteY16" fmla="*/ 844 h 1085815"/>
              <a:gd name="connsiteX0" fmla="*/ 55161 w 588552"/>
              <a:gd name="connsiteY0" fmla="*/ 844 h 1085815"/>
              <a:gd name="connsiteX1" fmla="*/ 307574 w 588552"/>
              <a:gd name="connsiteY1" fmla="*/ 105619 h 1085815"/>
              <a:gd name="connsiteX2" fmla="*/ 476643 w 588552"/>
              <a:gd name="connsiteY2" fmla="*/ 279450 h 1085815"/>
              <a:gd name="connsiteX3" fmla="*/ 548057 w 588552"/>
              <a:gd name="connsiteY3" fmla="*/ 398512 h 1085815"/>
              <a:gd name="connsiteX4" fmla="*/ 574274 w 588552"/>
              <a:gd name="connsiteY4" fmla="*/ 496144 h 1085815"/>
              <a:gd name="connsiteX5" fmla="*/ 588538 w 588552"/>
              <a:gd name="connsiteY5" fmla="*/ 608062 h 1085815"/>
              <a:gd name="connsiteX6" fmla="*/ 571893 w 588552"/>
              <a:gd name="connsiteY6" fmla="*/ 669975 h 1085815"/>
              <a:gd name="connsiteX7" fmla="*/ 533793 w 588552"/>
              <a:gd name="connsiteY7" fmla="*/ 791419 h 1085815"/>
              <a:gd name="connsiteX8" fmla="*/ 374249 w 588552"/>
              <a:gd name="connsiteY8" fmla="*/ 989062 h 1085815"/>
              <a:gd name="connsiteX9" fmla="*/ 217087 w 588552"/>
              <a:gd name="connsiteY9" fmla="*/ 1084312 h 1085815"/>
              <a:gd name="connsiteX10" fmla="*/ 171843 w 588552"/>
              <a:gd name="connsiteY10" fmla="*/ 1036687 h 1085815"/>
              <a:gd name="connsiteX11" fmla="*/ 98024 w 588552"/>
              <a:gd name="connsiteY11" fmla="*/ 898575 h 1085815"/>
              <a:gd name="connsiteX12" fmla="*/ 14680 w 588552"/>
              <a:gd name="connsiteY12" fmla="*/ 598537 h 1085815"/>
              <a:gd name="connsiteX13" fmla="*/ 393 w 588552"/>
              <a:gd name="connsiteY13" fmla="*/ 341362 h 1085815"/>
              <a:gd name="connsiteX14" fmla="*/ 19443 w 588552"/>
              <a:gd name="connsiteY14" fmla="*/ 134194 h 1085815"/>
              <a:gd name="connsiteX15" fmla="*/ 40851 w 588552"/>
              <a:gd name="connsiteY15" fmla="*/ 60376 h 1085815"/>
              <a:gd name="connsiteX16" fmla="*/ 55161 w 588552"/>
              <a:gd name="connsiteY16" fmla="*/ 844 h 1085815"/>
              <a:gd name="connsiteX0" fmla="*/ 55161 w 588552"/>
              <a:gd name="connsiteY0" fmla="*/ 884 h 1085855"/>
              <a:gd name="connsiteX1" fmla="*/ 307574 w 588552"/>
              <a:gd name="connsiteY1" fmla="*/ 105659 h 1085855"/>
              <a:gd name="connsiteX2" fmla="*/ 476643 w 588552"/>
              <a:gd name="connsiteY2" fmla="*/ 279490 h 1085855"/>
              <a:gd name="connsiteX3" fmla="*/ 548057 w 588552"/>
              <a:gd name="connsiteY3" fmla="*/ 398552 h 1085855"/>
              <a:gd name="connsiteX4" fmla="*/ 574274 w 588552"/>
              <a:gd name="connsiteY4" fmla="*/ 496184 h 1085855"/>
              <a:gd name="connsiteX5" fmla="*/ 588538 w 588552"/>
              <a:gd name="connsiteY5" fmla="*/ 608102 h 1085855"/>
              <a:gd name="connsiteX6" fmla="*/ 571893 w 588552"/>
              <a:gd name="connsiteY6" fmla="*/ 670015 h 1085855"/>
              <a:gd name="connsiteX7" fmla="*/ 533793 w 588552"/>
              <a:gd name="connsiteY7" fmla="*/ 791459 h 1085855"/>
              <a:gd name="connsiteX8" fmla="*/ 374249 w 588552"/>
              <a:gd name="connsiteY8" fmla="*/ 989102 h 1085855"/>
              <a:gd name="connsiteX9" fmla="*/ 217087 w 588552"/>
              <a:gd name="connsiteY9" fmla="*/ 1084352 h 1085855"/>
              <a:gd name="connsiteX10" fmla="*/ 171843 w 588552"/>
              <a:gd name="connsiteY10" fmla="*/ 1036727 h 1085855"/>
              <a:gd name="connsiteX11" fmla="*/ 98024 w 588552"/>
              <a:gd name="connsiteY11" fmla="*/ 898615 h 1085855"/>
              <a:gd name="connsiteX12" fmla="*/ 14680 w 588552"/>
              <a:gd name="connsiteY12" fmla="*/ 598577 h 1085855"/>
              <a:gd name="connsiteX13" fmla="*/ 393 w 588552"/>
              <a:gd name="connsiteY13" fmla="*/ 341402 h 1085855"/>
              <a:gd name="connsiteX14" fmla="*/ 19443 w 588552"/>
              <a:gd name="connsiteY14" fmla="*/ 134234 h 1085855"/>
              <a:gd name="connsiteX15" fmla="*/ 40851 w 588552"/>
              <a:gd name="connsiteY15" fmla="*/ 60416 h 1085855"/>
              <a:gd name="connsiteX16" fmla="*/ 55161 w 588552"/>
              <a:gd name="connsiteY16" fmla="*/ 884 h 1085855"/>
              <a:gd name="connsiteX0" fmla="*/ 54820 w 588211"/>
              <a:gd name="connsiteY0" fmla="*/ 884 h 1085855"/>
              <a:gd name="connsiteX1" fmla="*/ 307233 w 588211"/>
              <a:gd name="connsiteY1" fmla="*/ 105659 h 1085855"/>
              <a:gd name="connsiteX2" fmla="*/ 476302 w 588211"/>
              <a:gd name="connsiteY2" fmla="*/ 279490 h 1085855"/>
              <a:gd name="connsiteX3" fmla="*/ 547716 w 588211"/>
              <a:gd name="connsiteY3" fmla="*/ 398552 h 1085855"/>
              <a:gd name="connsiteX4" fmla="*/ 573933 w 588211"/>
              <a:gd name="connsiteY4" fmla="*/ 496184 h 1085855"/>
              <a:gd name="connsiteX5" fmla="*/ 588197 w 588211"/>
              <a:gd name="connsiteY5" fmla="*/ 608102 h 1085855"/>
              <a:gd name="connsiteX6" fmla="*/ 571552 w 588211"/>
              <a:gd name="connsiteY6" fmla="*/ 670015 h 1085855"/>
              <a:gd name="connsiteX7" fmla="*/ 533452 w 588211"/>
              <a:gd name="connsiteY7" fmla="*/ 791459 h 1085855"/>
              <a:gd name="connsiteX8" fmla="*/ 373908 w 588211"/>
              <a:gd name="connsiteY8" fmla="*/ 989102 h 1085855"/>
              <a:gd name="connsiteX9" fmla="*/ 216746 w 588211"/>
              <a:gd name="connsiteY9" fmla="*/ 1084352 h 1085855"/>
              <a:gd name="connsiteX10" fmla="*/ 171502 w 588211"/>
              <a:gd name="connsiteY10" fmla="*/ 1036727 h 1085855"/>
              <a:gd name="connsiteX11" fmla="*/ 97683 w 588211"/>
              <a:gd name="connsiteY11" fmla="*/ 898615 h 1085855"/>
              <a:gd name="connsiteX12" fmla="*/ 23864 w 588211"/>
              <a:gd name="connsiteY12" fmla="*/ 600959 h 1085855"/>
              <a:gd name="connsiteX13" fmla="*/ 52 w 588211"/>
              <a:gd name="connsiteY13" fmla="*/ 341402 h 1085855"/>
              <a:gd name="connsiteX14" fmla="*/ 19102 w 588211"/>
              <a:gd name="connsiteY14" fmla="*/ 134234 h 1085855"/>
              <a:gd name="connsiteX15" fmla="*/ 40510 w 588211"/>
              <a:gd name="connsiteY15" fmla="*/ 60416 h 1085855"/>
              <a:gd name="connsiteX16" fmla="*/ 54820 w 588211"/>
              <a:gd name="connsiteY16" fmla="*/ 884 h 1085855"/>
              <a:gd name="connsiteX0" fmla="*/ 54827 w 588218"/>
              <a:gd name="connsiteY0" fmla="*/ 884 h 1085838"/>
              <a:gd name="connsiteX1" fmla="*/ 307240 w 588218"/>
              <a:gd name="connsiteY1" fmla="*/ 105659 h 1085838"/>
              <a:gd name="connsiteX2" fmla="*/ 476309 w 588218"/>
              <a:gd name="connsiteY2" fmla="*/ 279490 h 1085838"/>
              <a:gd name="connsiteX3" fmla="*/ 547723 w 588218"/>
              <a:gd name="connsiteY3" fmla="*/ 398552 h 1085838"/>
              <a:gd name="connsiteX4" fmla="*/ 573940 w 588218"/>
              <a:gd name="connsiteY4" fmla="*/ 496184 h 1085838"/>
              <a:gd name="connsiteX5" fmla="*/ 588204 w 588218"/>
              <a:gd name="connsiteY5" fmla="*/ 608102 h 1085838"/>
              <a:gd name="connsiteX6" fmla="*/ 571559 w 588218"/>
              <a:gd name="connsiteY6" fmla="*/ 670015 h 1085838"/>
              <a:gd name="connsiteX7" fmla="*/ 533459 w 588218"/>
              <a:gd name="connsiteY7" fmla="*/ 791459 h 1085838"/>
              <a:gd name="connsiteX8" fmla="*/ 373915 w 588218"/>
              <a:gd name="connsiteY8" fmla="*/ 989102 h 1085838"/>
              <a:gd name="connsiteX9" fmla="*/ 216753 w 588218"/>
              <a:gd name="connsiteY9" fmla="*/ 1084352 h 1085838"/>
              <a:gd name="connsiteX10" fmla="*/ 171509 w 588218"/>
              <a:gd name="connsiteY10" fmla="*/ 1036727 h 1085838"/>
              <a:gd name="connsiteX11" fmla="*/ 104834 w 588218"/>
              <a:gd name="connsiteY11" fmla="*/ 900996 h 1085838"/>
              <a:gd name="connsiteX12" fmla="*/ 23871 w 588218"/>
              <a:gd name="connsiteY12" fmla="*/ 600959 h 1085838"/>
              <a:gd name="connsiteX13" fmla="*/ 59 w 588218"/>
              <a:gd name="connsiteY13" fmla="*/ 341402 h 1085838"/>
              <a:gd name="connsiteX14" fmla="*/ 19109 w 588218"/>
              <a:gd name="connsiteY14" fmla="*/ 134234 h 1085838"/>
              <a:gd name="connsiteX15" fmla="*/ 40517 w 588218"/>
              <a:gd name="connsiteY15" fmla="*/ 60416 h 1085838"/>
              <a:gd name="connsiteX16" fmla="*/ 54827 w 588218"/>
              <a:gd name="connsiteY16" fmla="*/ 884 h 1085838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33459 w 588218"/>
              <a:gd name="connsiteY7" fmla="*/ 791459 h 1084911"/>
              <a:gd name="connsiteX8" fmla="*/ 373915 w 588218"/>
              <a:gd name="connsiteY8" fmla="*/ 989102 h 1084911"/>
              <a:gd name="connsiteX9" fmla="*/ 216753 w 588218"/>
              <a:gd name="connsiteY9" fmla="*/ 1084352 h 1084911"/>
              <a:gd name="connsiteX10" fmla="*/ 171509 w 588218"/>
              <a:gd name="connsiteY10" fmla="*/ 1022440 h 1084911"/>
              <a:gd name="connsiteX11" fmla="*/ 104834 w 588218"/>
              <a:gd name="connsiteY11" fmla="*/ 900996 h 1084911"/>
              <a:gd name="connsiteX12" fmla="*/ 23871 w 588218"/>
              <a:gd name="connsiteY12" fmla="*/ 600959 h 1084911"/>
              <a:gd name="connsiteX13" fmla="*/ 59 w 588218"/>
              <a:gd name="connsiteY13" fmla="*/ 341402 h 1084911"/>
              <a:gd name="connsiteX14" fmla="*/ 19109 w 588218"/>
              <a:gd name="connsiteY14" fmla="*/ 134234 h 1084911"/>
              <a:gd name="connsiteX15" fmla="*/ 40517 w 588218"/>
              <a:gd name="connsiteY15" fmla="*/ 60416 h 1084911"/>
              <a:gd name="connsiteX16" fmla="*/ 54827 w 588218"/>
              <a:gd name="connsiteY16" fmla="*/ 884 h 1084911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33459 w 588218"/>
              <a:gd name="connsiteY7" fmla="*/ 791459 h 1084911"/>
              <a:gd name="connsiteX8" fmla="*/ 481048 w 588218"/>
              <a:gd name="connsiteY8" fmla="*/ 877186 h 1084911"/>
              <a:gd name="connsiteX9" fmla="*/ 373915 w 588218"/>
              <a:gd name="connsiteY9" fmla="*/ 989102 h 1084911"/>
              <a:gd name="connsiteX10" fmla="*/ 216753 w 588218"/>
              <a:gd name="connsiteY10" fmla="*/ 1084352 h 1084911"/>
              <a:gd name="connsiteX11" fmla="*/ 171509 w 588218"/>
              <a:gd name="connsiteY11" fmla="*/ 1022440 h 1084911"/>
              <a:gd name="connsiteX12" fmla="*/ 104834 w 588218"/>
              <a:gd name="connsiteY12" fmla="*/ 900996 h 1084911"/>
              <a:gd name="connsiteX13" fmla="*/ 23871 w 588218"/>
              <a:gd name="connsiteY13" fmla="*/ 600959 h 1084911"/>
              <a:gd name="connsiteX14" fmla="*/ 59 w 588218"/>
              <a:gd name="connsiteY14" fmla="*/ 341402 h 1084911"/>
              <a:gd name="connsiteX15" fmla="*/ 19109 w 588218"/>
              <a:gd name="connsiteY15" fmla="*/ 134234 h 1084911"/>
              <a:gd name="connsiteX16" fmla="*/ 40517 w 588218"/>
              <a:gd name="connsiteY16" fmla="*/ 60416 h 1084911"/>
              <a:gd name="connsiteX17" fmla="*/ 54827 w 588218"/>
              <a:gd name="connsiteY17" fmla="*/ 884 h 1084911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59629 w 588218"/>
              <a:gd name="connsiteY7" fmla="*/ 741454 h 1084911"/>
              <a:gd name="connsiteX8" fmla="*/ 533459 w 588218"/>
              <a:gd name="connsiteY8" fmla="*/ 791459 h 1084911"/>
              <a:gd name="connsiteX9" fmla="*/ 481048 w 588218"/>
              <a:gd name="connsiteY9" fmla="*/ 877186 h 1084911"/>
              <a:gd name="connsiteX10" fmla="*/ 373915 w 588218"/>
              <a:gd name="connsiteY10" fmla="*/ 989102 h 1084911"/>
              <a:gd name="connsiteX11" fmla="*/ 216753 w 588218"/>
              <a:gd name="connsiteY11" fmla="*/ 1084352 h 1084911"/>
              <a:gd name="connsiteX12" fmla="*/ 171509 w 588218"/>
              <a:gd name="connsiteY12" fmla="*/ 1022440 h 1084911"/>
              <a:gd name="connsiteX13" fmla="*/ 104834 w 588218"/>
              <a:gd name="connsiteY13" fmla="*/ 900996 h 1084911"/>
              <a:gd name="connsiteX14" fmla="*/ 23871 w 588218"/>
              <a:gd name="connsiteY14" fmla="*/ 600959 h 1084911"/>
              <a:gd name="connsiteX15" fmla="*/ 59 w 588218"/>
              <a:gd name="connsiteY15" fmla="*/ 341402 h 1084911"/>
              <a:gd name="connsiteX16" fmla="*/ 19109 w 588218"/>
              <a:gd name="connsiteY16" fmla="*/ 134234 h 1084911"/>
              <a:gd name="connsiteX17" fmla="*/ 40517 w 588218"/>
              <a:gd name="connsiteY17" fmla="*/ 60416 h 1084911"/>
              <a:gd name="connsiteX18" fmla="*/ 54827 w 588218"/>
              <a:gd name="connsiteY18" fmla="*/ 884 h 1084911"/>
              <a:gd name="connsiteX0" fmla="*/ 100071 w 588218"/>
              <a:gd name="connsiteY0" fmla="*/ 1049 h 1073170"/>
              <a:gd name="connsiteX1" fmla="*/ 307240 w 588218"/>
              <a:gd name="connsiteY1" fmla="*/ 93918 h 1073170"/>
              <a:gd name="connsiteX2" fmla="*/ 476309 w 588218"/>
              <a:gd name="connsiteY2" fmla="*/ 267749 h 1073170"/>
              <a:gd name="connsiteX3" fmla="*/ 547723 w 588218"/>
              <a:gd name="connsiteY3" fmla="*/ 386811 h 1073170"/>
              <a:gd name="connsiteX4" fmla="*/ 573940 w 588218"/>
              <a:gd name="connsiteY4" fmla="*/ 484443 h 1073170"/>
              <a:gd name="connsiteX5" fmla="*/ 588204 w 588218"/>
              <a:gd name="connsiteY5" fmla="*/ 596361 h 1073170"/>
              <a:gd name="connsiteX6" fmla="*/ 571559 w 588218"/>
              <a:gd name="connsiteY6" fmla="*/ 658274 h 1073170"/>
              <a:gd name="connsiteX7" fmla="*/ 559629 w 588218"/>
              <a:gd name="connsiteY7" fmla="*/ 729713 h 1073170"/>
              <a:gd name="connsiteX8" fmla="*/ 533459 w 588218"/>
              <a:gd name="connsiteY8" fmla="*/ 779718 h 1073170"/>
              <a:gd name="connsiteX9" fmla="*/ 481048 w 588218"/>
              <a:gd name="connsiteY9" fmla="*/ 865445 h 1073170"/>
              <a:gd name="connsiteX10" fmla="*/ 373915 w 588218"/>
              <a:gd name="connsiteY10" fmla="*/ 977361 h 1073170"/>
              <a:gd name="connsiteX11" fmla="*/ 216753 w 588218"/>
              <a:gd name="connsiteY11" fmla="*/ 1072611 h 1073170"/>
              <a:gd name="connsiteX12" fmla="*/ 171509 w 588218"/>
              <a:gd name="connsiteY12" fmla="*/ 1010699 h 1073170"/>
              <a:gd name="connsiteX13" fmla="*/ 104834 w 588218"/>
              <a:gd name="connsiteY13" fmla="*/ 889255 h 1073170"/>
              <a:gd name="connsiteX14" fmla="*/ 23871 w 588218"/>
              <a:gd name="connsiteY14" fmla="*/ 589218 h 1073170"/>
              <a:gd name="connsiteX15" fmla="*/ 59 w 588218"/>
              <a:gd name="connsiteY15" fmla="*/ 329661 h 1073170"/>
              <a:gd name="connsiteX16" fmla="*/ 19109 w 588218"/>
              <a:gd name="connsiteY16" fmla="*/ 122493 h 1073170"/>
              <a:gd name="connsiteX17" fmla="*/ 40517 w 588218"/>
              <a:gd name="connsiteY17" fmla="*/ 48675 h 1073170"/>
              <a:gd name="connsiteX18" fmla="*/ 100071 w 588218"/>
              <a:gd name="connsiteY18" fmla="*/ 1049 h 1073170"/>
              <a:gd name="connsiteX0" fmla="*/ 100071 w 588218"/>
              <a:gd name="connsiteY0" fmla="*/ 7068 h 1079189"/>
              <a:gd name="connsiteX1" fmla="*/ 307240 w 588218"/>
              <a:gd name="connsiteY1" fmla="*/ 99937 h 1079189"/>
              <a:gd name="connsiteX2" fmla="*/ 476309 w 588218"/>
              <a:gd name="connsiteY2" fmla="*/ 273768 h 1079189"/>
              <a:gd name="connsiteX3" fmla="*/ 547723 w 588218"/>
              <a:gd name="connsiteY3" fmla="*/ 392830 h 1079189"/>
              <a:gd name="connsiteX4" fmla="*/ 573940 w 588218"/>
              <a:gd name="connsiteY4" fmla="*/ 490462 h 1079189"/>
              <a:gd name="connsiteX5" fmla="*/ 588204 w 588218"/>
              <a:gd name="connsiteY5" fmla="*/ 602380 h 1079189"/>
              <a:gd name="connsiteX6" fmla="*/ 571559 w 588218"/>
              <a:gd name="connsiteY6" fmla="*/ 664293 h 1079189"/>
              <a:gd name="connsiteX7" fmla="*/ 559629 w 588218"/>
              <a:gd name="connsiteY7" fmla="*/ 735732 h 1079189"/>
              <a:gd name="connsiteX8" fmla="*/ 533459 w 588218"/>
              <a:gd name="connsiteY8" fmla="*/ 785737 h 1079189"/>
              <a:gd name="connsiteX9" fmla="*/ 481048 w 588218"/>
              <a:gd name="connsiteY9" fmla="*/ 871464 h 1079189"/>
              <a:gd name="connsiteX10" fmla="*/ 373915 w 588218"/>
              <a:gd name="connsiteY10" fmla="*/ 983380 h 1079189"/>
              <a:gd name="connsiteX11" fmla="*/ 216753 w 588218"/>
              <a:gd name="connsiteY11" fmla="*/ 1078630 h 1079189"/>
              <a:gd name="connsiteX12" fmla="*/ 171509 w 588218"/>
              <a:gd name="connsiteY12" fmla="*/ 1016718 h 1079189"/>
              <a:gd name="connsiteX13" fmla="*/ 104834 w 588218"/>
              <a:gd name="connsiteY13" fmla="*/ 895274 h 1079189"/>
              <a:gd name="connsiteX14" fmla="*/ 23871 w 588218"/>
              <a:gd name="connsiteY14" fmla="*/ 595237 h 1079189"/>
              <a:gd name="connsiteX15" fmla="*/ 59 w 588218"/>
              <a:gd name="connsiteY15" fmla="*/ 335680 h 1079189"/>
              <a:gd name="connsiteX16" fmla="*/ 19109 w 588218"/>
              <a:gd name="connsiteY16" fmla="*/ 128512 h 1079189"/>
              <a:gd name="connsiteX17" fmla="*/ 40517 w 588218"/>
              <a:gd name="connsiteY17" fmla="*/ 54694 h 1079189"/>
              <a:gd name="connsiteX18" fmla="*/ 52423 w 588218"/>
              <a:gd name="connsiteY18" fmla="*/ 11831 h 1079189"/>
              <a:gd name="connsiteX19" fmla="*/ 100071 w 588218"/>
              <a:gd name="connsiteY19" fmla="*/ 7068 h 1079189"/>
              <a:gd name="connsiteX0" fmla="*/ 90834 w 578981"/>
              <a:gd name="connsiteY0" fmla="*/ 7068 h 1079189"/>
              <a:gd name="connsiteX1" fmla="*/ 298003 w 578981"/>
              <a:gd name="connsiteY1" fmla="*/ 99937 h 1079189"/>
              <a:gd name="connsiteX2" fmla="*/ 467072 w 578981"/>
              <a:gd name="connsiteY2" fmla="*/ 273768 h 1079189"/>
              <a:gd name="connsiteX3" fmla="*/ 538486 w 578981"/>
              <a:gd name="connsiteY3" fmla="*/ 392830 h 1079189"/>
              <a:gd name="connsiteX4" fmla="*/ 564703 w 578981"/>
              <a:gd name="connsiteY4" fmla="*/ 490462 h 1079189"/>
              <a:gd name="connsiteX5" fmla="*/ 578967 w 578981"/>
              <a:gd name="connsiteY5" fmla="*/ 602380 h 1079189"/>
              <a:gd name="connsiteX6" fmla="*/ 562322 w 578981"/>
              <a:gd name="connsiteY6" fmla="*/ 664293 h 1079189"/>
              <a:gd name="connsiteX7" fmla="*/ 550392 w 578981"/>
              <a:gd name="connsiteY7" fmla="*/ 735732 h 1079189"/>
              <a:gd name="connsiteX8" fmla="*/ 524222 w 578981"/>
              <a:gd name="connsiteY8" fmla="*/ 785737 h 1079189"/>
              <a:gd name="connsiteX9" fmla="*/ 471811 w 578981"/>
              <a:gd name="connsiteY9" fmla="*/ 871464 h 1079189"/>
              <a:gd name="connsiteX10" fmla="*/ 364678 w 578981"/>
              <a:gd name="connsiteY10" fmla="*/ 983380 h 1079189"/>
              <a:gd name="connsiteX11" fmla="*/ 207516 w 578981"/>
              <a:gd name="connsiteY11" fmla="*/ 1078630 h 1079189"/>
              <a:gd name="connsiteX12" fmla="*/ 162272 w 578981"/>
              <a:gd name="connsiteY12" fmla="*/ 1016718 h 1079189"/>
              <a:gd name="connsiteX13" fmla="*/ 95597 w 578981"/>
              <a:gd name="connsiteY13" fmla="*/ 895274 h 1079189"/>
              <a:gd name="connsiteX14" fmla="*/ 14634 w 578981"/>
              <a:gd name="connsiteY14" fmla="*/ 595237 h 1079189"/>
              <a:gd name="connsiteX15" fmla="*/ 347 w 578981"/>
              <a:gd name="connsiteY15" fmla="*/ 338061 h 1079189"/>
              <a:gd name="connsiteX16" fmla="*/ 9872 w 578981"/>
              <a:gd name="connsiteY16" fmla="*/ 128512 h 1079189"/>
              <a:gd name="connsiteX17" fmla="*/ 31280 w 578981"/>
              <a:gd name="connsiteY17" fmla="*/ 54694 h 1079189"/>
              <a:gd name="connsiteX18" fmla="*/ 43186 w 578981"/>
              <a:gd name="connsiteY18" fmla="*/ 11831 h 1079189"/>
              <a:gd name="connsiteX19" fmla="*/ 90834 w 578981"/>
              <a:gd name="connsiteY19" fmla="*/ 7068 h 1079189"/>
              <a:gd name="connsiteX0" fmla="*/ 90834 w 578981"/>
              <a:gd name="connsiteY0" fmla="*/ 7068 h 1079189"/>
              <a:gd name="connsiteX1" fmla="*/ 298003 w 578981"/>
              <a:gd name="connsiteY1" fmla="*/ 99937 h 1079189"/>
              <a:gd name="connsiteX2" fmla="*/ 467072 w 578981"/>
              <a:gd name="connsiteY2" fmla="*/ 273768 h 1079189"/>
              <a:gd name="connsiteX3" fmla="*/ 538486 w 578981"/>
              <a:gd name="connsiteY3" fmla="*/ 392830 h 1079189"/>
              <a:gd name="connsiteX4" fmla="*/ 564703 w 578981"/>
              <a:gd name="connsiteY4" fmla="*/ 490462 h 1079189"/>
              <a:gd name="connsiteX5" fmla="*/ 578967 w 578981"/>
              <a:gd name="connsiteY5" fmla="*/ 602380 h 1079189"/>
              <a:gd name="connsiteX6" fmla="*/ 562322 w 578981"/>
              <a:gd name="connsiteY6" fmla="*/ 664293 h 1079189"/>
              <a:gd name="connsiteX7" fmla="*/ 550392 w 578981"/>
              <a:gd name="connsiteY7" fmla="*/ 735732 h 1079189"/>
              <a:gd name="connsiteX8" fmla="*/ 524222 w 578981"/>
              <a:gd name="connsiteY8" fmla="*/ 785737 h 1079189"/>
              <a:gd name="connsiteX9" fmla="*/ 471811 w 578981"/>
              <a:gd name="connsiteY9" fmla="*/ 871464 h 1079189"/>
              <a:gd name="connsiteX10" fmla="*/ 364678 w 578981"/>
              <a:gd name="connsiteY10" fmla="*/ 983380 h 1079189"/>
              <a:gd name="connsiteX11" fmla="*/ 207516 w 578981"/>
              <a:gd name="connsiteY11" fmla="*/ 1078630 h 1079189"/>
              <a:gd name="connsiteX12" fmla="*/ 162272 w 578981"/>
              <a:gd name="connsiteY12" fmla="*/ 1016718 h 1079189"/>
              <a:gd name="connsiteX13" fmla="*/ 95597 w 578981"/>
              <a:gd name="connsiteY13" fmla="*/ 895274 h 1079189"/>
              <a:gd name="connsiteX14" fmla="*/ 14634 w 578981"/>
              <a:gd name="connsiteY14" fmla="*/ 595237 h 1079189"/>
              <a:gd name="connsiteX15" fmla="*/ 347 w 578981"/>
              <a:gd name="connsiteY15" fmla="*/ 338061 h 1079189"/>
              <a:gd name="connsiteX16" fmla="*/ 19397 w 578981"/>
              <a:gd name="connsiteY16" fmla="*/ 133274 h 1079189"/>
              <a:gd name="connsiteX17" fmla="*/ 31280 w 578981"/>
              <a:gd name="connsiteY17" fmla="*/ 54694 h 1079189"/>
              <a:gd name="connsiteX18" fmla="*/ 43186 w 578981"/>
              <a:gd name="connsiteY18" fmla="*/ 11831 h 1079189"/>
              <a:gd name="connsiteX19" fmla="*/ 90834 w 578981"/>
              <a:gd name="connsiteY19" fmla="*/ 7068 h 1079189"/>
              <a:gd name="connsiteX0" fmla="*/ 90834 w 578981"/>
              <a:gd name="connsiteY0" fmla="*/ 7068 h 1083013"/>
              <a:gd name="connsiteX1" fmla="*/ 298003 w 578981"/>
              <a:gd name="connsiteY1" fmla="*/ 99937 h 1083013"/>
              <a:gd name="connsiteX2" fmla="*/ 467072 w 578981"/>
              <a:gd name="connsiteY2" fmla="*/ 273768 h 1083013"/>
              <a:gd name="connsiteX3" fmla="*/ 538486 w 578981"/>
              <a:gd name="connsiteY3" fmla="*/ 392830 h 1083013"/>
              <a:gd name="connsiteX4" fmla="*/ 564703 w 578981"/>
              <a:gd name="connsiteY4" fmla="*/ 490462 h 1083013"/>
              <a:gd name="connsiteX5" fmla="*/ 578967 w 578981"/>
              <a:gd name="connsiteY5" fmla="*/ 602380 h 1083013"/>
              <a:gd name="connsiteX6" fmla="*/ 562322 w 578981"/>
              <a:gd name="connsiteY6" fmla="*/ 664293 h 1083013"/>
              <a:gd name="connsiteX7" fmla="*/ 550392 w 578981"/>
              <a:gd name="connsiteY7" fmla="*/ 735732 h 1083013"/>
              <a:gd name="connsiteX8" fmla="*/ 524222 w 578981"/>
              <a:gd name="connsiteY8" fmla="*/ 785737 h 1083013"/>
              <a:gd name="connsiteX9" fmla="*/ 471811 w 578981"/>
              <a:gd name="connsiteY9" fmla="*/ 871464 h 1083013"/>
              <a:gd name="connsiteX10" fmla="*/ 364678 w 578981"/>
              <a:gd name="connsiteY10" fmla="*/ 983380 h 1083013"/>
              <a:gd name="connsiteX11" fmla="*/ 207516 w 578981"/>
              <a:gd name="connsiteY11" fmla="*/ 1078630 h 1083013"/>
              <a:gd name="connsiteX12" fmla="*/ 188442 w 578981"/>
              <a:gd name="connsiteY12" fmla="*/ 1061964 h 1083013"/>
              <a:gd name="connsiteX13" fmla="*/ 162272 w 578981"/>
              <a:gd name="connsiteY13" fmla="*/ 1016718 h 1083013"/>
              <a:gd name="connsiteX14" fmla="*/ 95597 w 578981"/>
              <a:gd name="connsiteY14" fmla="*/ 895274 h 1083013"/>
              <a:gd name="connsiteX15" fmla="*/ 14634 w 578981"/>
              <a:gd name="connsiteY15" fmla="*/ 595237 h 1083013"/>
              <a:gd name="connsiteX16" fmla="*/ 347 w 578981"/>
              <a:gd name="connsiteY16" fmla="*/ 338061 h 1083013"/>
              <a:gd name="connsiteX17" fmla="*/ 19397 w 578981"/>
              <a:gd name="connsiteY17" fmla="*/ 133274 h 1083013"/>
              <a:gd name="connsiteX18" fmla="*/ 31280 w 578981"/>
              <a:gd name="connsiteY18" fmla="*/ 54694 h 1083013"/>
              <a:gd name="connsiteX19" fmla="*/ 43186 w 578981"/>
              <a:gd name="connsiteY19" fmla="*/ 11831 h 1083013"/>
              <a:gd name="connsiteX20" fmla="*/ 90834 w 578981"/>
              <a:gd name="connsiteY20" fmla="*/ 7068 h 1083013"/>
              <a:gd name="connsiteX0" fmla="*/ 90834 w 578981"/>
              <a:gd name="connsiteY0" fmla="*/ 7068 h 1083013"/>
              <a:gd name="connsiteX1" fmla="*/ 298003 w 578981"/>
              <a:gd name="connsiteY1" fmla="*/ 99937 h 1083013"/>
              <a:gd name="connsiteX2" fmla="*/ 467072 w 578981"/>
              <a:gd name="connsiteY2" fmla="*/ 273768 h 1083013"/>
              <a:gd name="connsiteX3" fmla="*/ 538486 w 578981"/>
              <a:gd name="connsiteY3" fmla="*/ 392830 h 1083013"/>
              <a:gd name="connsiteX4" fmla="*/ 564703 w 578981"/>
              <a:gd name="connsiteY4" fmla="*/ 490462 h 1083013"/>
              <a:gd name="connsiteX5" fmla="*/ 578967 w 578981"/>
              <a:gd name="connsiteY5" fmla="*/ 602380 h 1083013"/>
              <a:gd name="connsiteX6" fmla="*/ 562322 w 578981"/>
              <a:gd name="connsiteY6" fmla="*/ 664293 h 1083013"/>
              <a:gd name="connsiteX7" fmla="*/ 550392 w 578981"/>
              <a:gd name="connsiteY7" fmla="*/ 735732 h 1083013"/>
              <a:gd name="connsiteX8" fmla="*/ 524222 w 578981"/>
              <a:gd name="connsiteY8" fmla="*/ 785737 h 1083013"/>
              <a:gd name="connsiteX9" fmla="*/ 471811 w 578981"/>
              <a:gd name="connsiteY9" fmla="*/ 871464 h 1083013"/>
              <a:gd name="connsiteX10" fmla="*/ 364678 w 578981"/>
              <a:gd name="connsiteY10" fmla="*/ 983380 h 1083013"/>
              <a:gd name="connsiteX11" fmla="*/ 224185 w 578981"/>
              <a:gd name="connsiteY11" fmla="*/ 1078630 h 1083013"/>
              <a:gd name="connsiteX12" fmla="*/ 188442 w 578981"/>
              <a:gd name="connsiteY12" fmla="*/ 1061964 h 1083013"/>
              <a:gd name="connsiteX13" fmla="*/ 162272 w 578981"/>
              <a:gd name="connsiteY13" fmla="*/ 1016718 h 1083013"/>
              <a:gd name="connsiteX14" fmla="*/ 95597 w 578981"/>
              <a:gd name="connsiteY14" fmla="*/ 895274 h 1083013"/>
              <a:gd name="connsiteX15" fmla="*/ 14634 w 578981"/>
              <a:gd name="connsiteY15" fmla="*/ 595237 h 1083013"/>
              <a:gd name="connsiteX16" fmla="*/ 347 w 578981"/>
              <a:gd name="connsiteY16" fmla="*/ 338061 h 1083013"/>
              <a:gd name="connsiteX17" fmla="*/ 19397 w 578981"/>
              <a:gd name="connsiteY17" fmla="*/ 133274 h 1083013"/>
              <a:gd name="connsiteX18" fmla="*/ 31280 w 578981"/>
              <a:gd name="connsiteY18" fmla="*/ 54694 h 1083013"/>
              <a:gd name="connsiteX19" fmla="*/ 43186 w 578981"/>
              <a:gd name="connsiteY19" fmla="*/ 11831 h 1083013"/>
              <a:gd name="connsiteX20" fmla="*/ 90834 w 578981"/>
              <a:gd name="connsiteY20" fmla="*/ 7068 h 108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78981" h="1083013">
                <a:moveTo>
                  <a:pt x="90834" y="7068"/>
                </a:moveTo>
                <a:cubicBezTo>
                  <a:pt x="133304" y="21752"/>
                  <a:pt x="235297" y="55487"/>
                  <a:pt x="298003" y="99937"/>
                </a:cubicBezTo>
                <a:cubicBezTo>
                  <a:pt x="360709" y="144387"/>
                  <a:pt x="426992" y="224953"/>
                  <a:pt x="467072" y="273768"/>
                </a:cubicBezTo>
                <a:cubicBezTo>
                  <a:pt x="507152" y="322583"/>
                  <a:pt x="522214" y="356714"/>
                  <a:pt x="538486" y="392830"/>
                </a:cubicBezTo>
                <a:cubicBezTo>
                  <a:pt x="554758" y="428946"/>
                  <a:pt x="557956" y="455537"/>
                  <a:pt x="564703" y="490462"/>
                </a:cubicBezTo>
                <a:cubicBezTo>
                  <a:pt x="571450" y="525387"/>
                  <a:pt x="579364" y="573408"/>
                  <a:pt x="578967" y="602380"/>
                </a:cubicBezTo>
                <a:cubicBezTo>
                  <a:pt x="578570" y="631352"/>
                  <a:pt x="567085" y="642068"/>
                  <a:pt x="562322" y="664293"/>
                </a:cubicBezTo>
                <a:cubicBezTo>
                  <a:pt x="557559" y="686518"/>
                  <a:pt x="556742" y="715491"/>
                  <a:pt x="550392" y="735732"/>
                </a:cubicBezTo>
                <a:cubicBezTo>
                  <a:pt x="544042" y="755973"/>
                  <a:pt x="537319" y="763115"/>
                  <a:pt x="524222" y="785737"/>
                </a:cubicBezTo>
                <a:cubicBezTo>
                  <a:pt x="511125" y="808359"/>
                  <a:pt x="498402" y="838524"/>
                  <a:pt x="471811" y="871464"/>
                </a:cubicBezTo>
                <a:cubicBezTo>
                  <a:pt x="445220" y="904405"/>
                  <a:pt x="405949" y="948852"/>
                  <a:pt x="364678" y="983380"/>
                </a:cubicBezTo>
                <a:cubicBezTo>
                  <a:pt x="323407" y="1017908"/>
                  <a:pt x="253558" y="1065533"/>
                  <a:pt x="224185" y="1078630"/>
                </a:cubicBezTo>
                <a:cubicBezTo>
                  <a:pt x="194812" y="1091727"/>
                  <a:pt x="195983" y="1072283"/>
                  <a:pt x="188442" y="1061964"/>
                </a:cubicBezTo>
                <a:cubicBezTo>
                  <a:pt x="180901" y="1051645"/>
                  <a:pt x="177746" y="1044499"/>
                  <a:pt x="162272" y="1016718"/>
                </a:cubicBezTo>
                <a:cubicBezTo>
                  <a:pt x="146798" y="988937"/>
                  <a:pt x="120203" y="965521"/>
                  <a:pt x="95597" y="895274"/>
                </a:cubicBezTo>
                <a:cubicBezTo>
                  <a:pt x="70991" y="825027"/>
                  <a:pt x="30509" y="688106"/>
                  <a:pt x="14634" y="595237"/>
                </a:cubicBezTo>
                <a:cubicBezTo>
                  <a:pt x="-1241" y="502368"/>
                  <a:pt x="-447" y="415451"/>
                  <a:pt x="347" y="338061"/>
                </a:cubicBezTo>
                <a:cubicBezTo>
                  <a:pt x="1141" y="260671"/>
                  <a:pt x="14242" y="180502"/>
                  <a:pt x="19397" y="133274"/>
                </a:cubicBezTo>
                <a:cubicBezTo>
                  <a:pt x="24553" y="86046"/>
                  <a:pt x="27315" y="74935"/>
                  <a:pt x="31280" y="54694"/>
                </a:cubicBezTo>
                <a:cubicBezTo>
                  <a:pt x="35245" y="34454"/>
                  <a:pt x="33260" y="19769"/>
                  <a:pt x="43186" y="11831"/>
                </a:cubicBezTo>
                <a:cubicBezTo>
                  <a:pt x="53112" y="3893"/>
                  <a:pt x="48364" y="-7616"/>
                  <a:pt x="90834" y="7068"/>
                </a:cubicBezTo>
                <a:close/>
              </a:path>
            </a:pathLst>
          </a:cu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Freihandform 68">
            <a:extLst>
              <a:ext uri="{FF2B5EF4-FFF2-40B4-BE49-F238E27FC236}">
                <a16:creationId xmlns:a16="http://schemas.microsoft.com/office/drawing/2014/main" id="{9E3B45E6-2BC1-3DDF-AC73-B6AB392D851F}"/>
              </a:ext>
            </a:extLst>
          </p:cNvPr>
          <p:cNvSpPr/>
          <p:nvPr/>
        </p:nvSpPr>
        <p:spPr bwMode="auto">
          <a:xfrm>
            <a:off x="4365338" y="2625792"/>
            <a:ext cx="578981" cy="1083013"/>
          </a:xfrm>
          <a:custGeom>
            <a:avLst/>
            <a:gdLst>
              <a:gd name="connsiteX0" fmla="*/ 43255 w 582276"/>
              <a:gd name="connsiteY0" fmla="*/ 262 h 1082852"/>
              <a:gd name="connsiteX1" fmla="*/ 307574 w 582276"/>
              <a:gd name="connsiteY1" fmla="*/ 102656 h 1082852"/>
              <a:gd name="connsiteX2" fmla="*/ 476643 w 582276"/>
              <a:gd name="connsiteY2" fmla="*/ 276487 h 1082852"/>
              <a:gd name="connsiteX3" fmla="*/ 574274 w 582276"/>
              <a:gd name="connsiteY3" fmla="*/ 493181 h 1082852"/>
              <a:gd name="connsiteX4" fmla="*/ 571893 w 582276"/>
              <a:gd name="connsiteY4" fmla="*/ 667012 h 1082852"/>
              <a:gd name="connsiteX5" fmla="*/ 533793 w 582276"/>
              <a:gd name="connsiteY5" fmla="*/ 788456 h 1082852"/>
              <a:gd name="connsiteX6" fmla="*/ 374249 w 582276"/>
              <a:gd name="connsiteY6" fmla="*/ 986099 h 1082852"/>
              <a:gd name="connsiteX7" fmla="*/ 217087 w 582276"/>
              <a:gd name="connsiteY7" fmla="*/ 1081349 h 1082852"/>
              <a:gd name="connsiteX8" fmla="*/ 171843 w 582276"/>
              <a:gd name="connsiteY8" fmla="*/ 1033724 h 1082852"/>
              <a:gd name="connsiteX9" fmla="*/ 98024 w 582276"/>
              <a:gd name="connsiteY9" fmla="*/ 895612 h 1082852"/>
              <a:gd name="connsiteX10" fmla="*/ 14680 w 582276"/>
              <a:gd name="connsiteY10" fmla="*/ 595574 h 1082852"/>
              <a:gd name="connsiteX11" fmla="*/ 393 w 582276"/>
              <a:gd name="connsiteY11" fmla="*/ 338399 h 1082852"/>
              <a:gd name="connsiteX12" fmla="*/ 19443 w 582276"/>
              <a:gd name="connsiteY12" fmla="*/ 131231 h 1082852"/>
              <a:gd name="connsiteX13" fmla="*/ 43255 w 582276"/>
              <a:gd name="connsiteY13" fmla="*/ 262 h 1082852"/>
              <a:gd name="connsiteX0" fmla="*/ 43255 w 577138"/>
              <a:gd name="connsiteY0" fmla="*/ 262 h 1082852"/>
              <a:gd name="connsiteX1" fmla="*/ 307574 w 577138"/>
              <a:gd name="connsiteY1" fmla="*/ 102656 h 1082852"/>
              <a:gd name="connsiteX2" fmla="*/ 476643 w 577138"/>
              <a:gd name="connsiteY2" fmla="*/ 276487 h 1082852"/>
              <a:gd name="connsiteX3" fmla="*/ 548057 w 577138"/>
              <a:gd name="connsiteY3" fmla="*/ 395549 h 1082852"/>
              <a:gd name="connsiteX4" fmla="*/ 574274 w 577138"/>
              <a:gd name="connsiteY4" fmla="*/ 493181 h 1082852"/>
              <a:gd name="connsiteX5" fmla="*/ 571893 w 577138"/>
              <a:gd name="connsiteY5" fmla="*/ 667012 h 1082852"/>
              <a:gd name="connsiteX6" fmla="*/ 533793 w 577138"/>
              <a:gd name="connsiteY6" fmla="*/ 788456 h 1082852"/>
              <a:gd name="connsiteX7" fmla="*/ 374249 w 577138"/>
              <a:gd name="connsiteY7" fmla="*/ 986099 h 1082852"/>
              <a:gd name="connsiteX8" fmla="*/ 217087 w 577138"/>
              <a:gd name="connsiteY8" fmla="*/ 1081349 h 1082852"/>
              <a:gd name="connsiteX9" fmla="*/ 171843 w 577138"/>
              <a:gd name="connsiteY9" fmla="*/ 1033724 h 1082852"/>
              <a:gd name="connsiteX10" fmla="*/ 98024 w 577138"/>
              <a:gd name="connsiteY10" fmla="*/ 895612 h 1082852"/>
              <a:gd name="connsiteX11" fmla="*/ 14680 w 577138"/>
              <a:gd name="connsiteY11" fmla="*/ 595574 h 1082852"/>
              <a:gd name="connsiteX12" fmla="*/ 393 w 577138"/>
              <a:gd name="connsiteY12" fmla="*/ 338399 h 1082852"/>
              <a:gd name="connsiteX13" fmla="*/ 19443 w 577138"/>
              <a:gd name="connsiteY13" fmla="*/ 131231 h 1082852"/>
              <a:gd name="connsiteX14" fmla="*/ 43255 w 577138"/>
              <a:gd name="connsiteY14" fmla="*/ 262 h 1082852"/>
              <a:gd name="connsiteX0" fmla="*/ 43255 w 588552"/>
              <a:gd name="connsiteY0" fmla="*/ 262 h 1082852"/>
              <a:gd name="connsiteX1" fmla="*/ 307574 w 588552"/>
              <a:gd name="connsiteY1" fmla="*/ 102656 h 1082852"/>
              <a:gd name="connsiteX2" fmla="*/ 476643 w 588552"/>
              <a:gd name="connsiteY2" fmla="*/ 276487 h 1082852"/>
              <a:gd name="connsiteX3" fmla="*/ 548057 w 588552"/>
              <a:gd name="connsiteY3" fmla="*/ 395549 h 1082852"/>
              <a:gd name="connsiteX4" fmla="*/ 574274 w 588552"/>
              <a:gd name="connsiteY4" fmla="*/ 493181 h 1082852"/>
              <a:gd name="connsiteX5" fmla="*/ 588538 w 588552"/>
              <a:gd name="connsiteY5" fmla="*/ 605099 h 1082852"/>
              <a:gd name="connsiteX6" fmla="*/ 571893 w 588552"/>
              <a:gd name="connsiteY6" fmla="*/ 667012 h 1082852"/>
              <a:gd name="connsiteX7" fmla="*/ 533793 w 588552"/>
              <a:gd name="connsiteY7" fmla="*/ 788456 h 1082852"/>
              <a:gd name="connsiteX8" fmla="*/ 374249 w 588552"/>
              <a:gd name="connsiteY8" fmla="*/ 986099 h 1082852"/>
              <a:gd name="connsiteX9" fmla="*/ 217087 w 588552"/>
              <a:gd name="connsiteY9" fmla="*/ 1081349 h 1082852"/>
              <a:gd name="connsiteX10" fmla="*/ 171843 w 588552"/>
              <a:gd name="connsiteY10" fmla="*/ 1033724 h 1082852"/>
              <a:gd name="connsiteX11" fmla="*/ 98024 w 588552"/>
              <a:gd name="connsiteY11" fmla="*/ 895612 h 1082852"/>
              <a:gd name="connsiteX12" fmla="*/ 14680 w 588552"/>
              <a:gd name="connsiteY12" fmla="*/ 595574 h 1082852"/>
              <a:gd name="connsiteX13" fmla="*/ 393 w 588552"/>
              <a:gd name="connsiteY13" fmla="*/ 338399 h 1082852"/>
              <a:gd name="connsiteX14" fmla="*/ 19443 w 588552"/>
              <a:gd name="connsiteY14" fmla="*/ 131231 h 1082852"/>
              <a:gd name="connsiteX15" fmla="*/ 43255 w 588552"/>
              <a:gd name="connsiteY15" fmla="*/ 262 h 1082852"/>
              <a:gd name="connsiteX0" fmla="*/ 55161 w 588552"/>
              <a:gd name="connsiteY0" fmla="*/ 254 h 1085225"/>
              <a:gd name="connsiteX1" fmla="*/ 307574 w 588552"/>
              <a:gd name="connsiteY1" fmla="*/ 105029 h 1085225"/>
              <a:gd name="connsiteX2" fmla="*/ 476643 w 588552"/>
              <a:gd name="connsiteY2" fmla="*/ 278860 h 1085225"/>
              <a:gd name="connsiteX3" fmla="*/ 548057 w 588552"/>
              <a:gd name="connsiteY3" fmla="*/ 397922 h 1085225"/>
              <a:gd name="connsiteX4" fmla="*/ 574274 w 588552"/>
              <a:gd name="connsiteY4" fmla="*/ 495554 h 1085225"/>
              <a:gd name="connsiteX5" fmla="*/ 588538 w 588552"/>
              <a:gd name="connsiteY5" fmla="*/ 607472 h 1085225"/>
              <a:gd name="connsiteX6" fmla="*/ 571893 w 588552"/>
              <a:gd name="connsiteY6" fmla="*/ 669385 h 1085225"/>
              <a:gd name="connsiteX7" fmla="*/ 533793 w 588552"/>
              <a:gd name="connsiteY7" fmla="*/ 790829 h 1085225"/>
              <a:gd name="connsiteX8" fmla="*/ 374249 w 588552"/>
              <a:gd name="connsiteY8" fmla="*/ 988472 h 1085225"/>
              <a:gd name="connsiteX9" fmla="*/ 217087 w 588552"/>
              <a:gd name="connsiteY9" fmla="*/ 1083722 h 1085225"/>
              <a:gd name="connsiteX10" fmla="*/ 171843 w 588552"/>
              <a:gd name="connsiteY10" fmla="*/ 1036097 h 1085225"/>
              <a:gd name="connsiteX11" fmla="*/ 98024 w 588552"/>
              <a:gd name="connsiteY11" fmla="*/ 897985 h 1085225"/>
              <a:gd name="connsiteX12" fmla="*/ 14680 w 588552"/>
              <a:gd name="connsiteY12" fmla="*/ 597947 h 1085225"/>
              <a:gd name="connsiteX13" fmla="*/ 393 w 588552"/>
              <a:gd name="connsiteY13" fmla="*/ 340772 h 1085225"/>
              <a:gd name="connsiteX14" fmla="*/ 19443 w 588552"/>
              <a:gd name="connsiteY14" fmla="*/ 133604 h 1085225"/>
              <a:gd name="connsiteX15" fmla="*/ 55161 w 588552"/>
              <a:gd name="connsiteY15" fmla="*/ 254 h 1085225"/>
              <a:gd name="connsiteX0" fmla="*/ 55161 w 588552"/>
              <a:gd name="connsiteY0" fmla="*/ 844 h 1085815"/>
              <a:gd name="connsiteX1" fmla="*/ 307574 w 588552"/>
              <a:gd name="connsiteY1" fmla="*/ 105619 h 1085815"/>
              <a:gd name="connsiteX2" fmla="*/ 476643 w 588552"/>
              <a:gd name="connsiteY2" fmla="*/ 279450 h 1085815"/>
              <a:gd name="connsiteX3" fmla="*/ 548057 w 588552"/>
              <a:gd name="connsiteY3" fmla="*/ 398512 h 1085815"/>
              <a:gd name="connsiteX4" fmla="*/ 574274 w 588552"/>
              <a:gd name="connsiteY4" fmla="*/ 496144 h 1085815"/>
              <a:gd name="connsiteX5" fmla="*/ 588538 w 588552"/>
              <a:gd name="connsiteY5" fmla="*/ 608062 h 1085815"/>
              <a:gd name="connsiteX6" fmla="*/ 571893 w 588552"/>
              <a:gd name="connsiteY6" fmla="*/ 669975 h 1085815"/>
              <a:gd name="connsiteX7" fmla="*/ 533793 w 588552"/>
              <a:gd name="connsiteY7" fmla="*/ 791419 h 1085815"/>
              <a:gd name="connsiteX8" fmla="*/ 374249 w 588552"/>
              <a:gd name="connsiteY8" fmla="*/ 989062 h 1085815"/>
              <a:gd name="connsiteX9" fmla="*/ 217087 w 588552"/>
              <a:gd name="connsiteY9" fmla="*/ 1084312 h 1085815"/>
              <a:gd name="connsiteX10" fmla="*/ 171843 w 588552"/>
              <a:gd name="connsiteY10" fmla="*/ 1036687 h 1085815"/>
              <a:gd name="connsiteX11" fmla="*/ 98024 w 588552"/>
              <a:gd name="connsiteY11" fmla="*/ 898575 h 1085815"/>
              <a:gd name="connsiteX12" fmla="*/ 14680 w 588552"/>
              <a:gd name="connsiteY12" fmla="*/ 598537 h 1085815"/>
              <a:gd name="connsiteX13" fmla="*/ 393 w 588552"/>
              <a:gd name="connsiteY13" fmla="*/ 341362 h 1085815"/>
              <a:gd name="connsiteX14" fmla="*/ 19443 w 588552"/>
              <a:gd name="connsiteY14" fmla="*/ 134194 h 1085815"/>
              <a:gd name="connsiteX15" fmla="*/ 40851 w 588552"/>
              <a:gd name="connsiteY15" fmla="*/ 60376 h 1085815"/>
              <a:gd name="connsiteX16" fmla="*/ 55161 w 588552"/>
              <a:gd name="connsiteY16" fmla="*/ 844 h 1085815"/>
              <a:gd name="connsiteX0" fmla="*/ 55161 w 588552"/>
              <a:gd name="connsiteY0" fmla="*/ 844 h 1085815"/>
              <a:gd name="connsiteX1" fmla="*/ 307574 w 588552"/>
              <a:gd name="connsiteY1" fmla="*/ 105619 h 1085815"/>
              <a:gd name="connsiteX2" fmla="*/ 476643 w 588552"/>
              <a:gd name="connsiteY2" fmla="*/ 279450 h 1085815"/>
              <a:gd name="connsiteX3" fmla="*/ 548057 w 588552"/>
              <a:gd name="connsiteY3" fmla="*/ 398512 h 1085815"/>
              <a:gd name="connsiteX4" fmla="*/ 574274 w 588552"/>
              <a:gd name="connsiteY4" fmla="*/ 496144 h 1085815"/>
              <a:gd name="connsiteX5" fmla="*/ 588538 w 588552"/>
              <a:gd name="connsiteY5" fmla="*/ 608062 h 1085815"/>
              <a:gd name="connsiteX6" fmla="*/ 571893 w 588552"/>
              <a:gd name="connsiteY6" fmla="*/ 669975 h 1085815"/>
              <a:gd name="connsiteX7" fmla="*/ 533793 w 588552"/>
              <a:gd name="connsiteY7" fmla="*/ 791419 h 1085815"/>
              <a:gd name="connsiteX8" fmla="*/ 374249 w 588552"/>
              <a:gd name="connsiteY8" fmla="*/ 989062 h 1085815"/>
              <a:gd name="connsiteX9" fmla="*/ 217087 w 588552"/>
              <a:gd name="connsiteY9" fmla="*/ 1084312 h 1085815"/>
              <a:gd name="connsiteX10" fmla="*/ 171843 w 588552"/>
              <a:gd name="connsiteY10" fmla="*/ 1036687 h 1085815"/>
              <a:gd name="connsiteX11" fmla="*/ 98024 w 588552"/>
              <a:gd name="connsiteY11" fmla="*/ 898575 h 1085815"/>
              <a:gd name="connsiteX12" fmla="*/ 14680 w 588552"/>
              <a:gd name="connsiteY12" fmla="*/ 598537 h 1085815"/>
              <a:gd name="connsiteX13" fmla="*/ 393 w 588552"/>
              <a:gd name="connsiteY13" fmla="*/ 341362 h 1085815"/>
              <a:gd name="connsiteX14" fmla="*/ 19443 w 588552"/>
              <a:gd name="connsiteY14" fmla="*/ 134194 h 1085815"/>
              <a:gd name="connsiteX15" fmla="*/ 40851 w 588552"/>
              <a:gd name="connsiteY15" fmla="*/ 60376 h 1085815"/>
              <a:gd name="connsiteX16" fmla="*/ 55161 w 588552"/>
              <a:gd name="connsiteY16" fmla="*/ 844 h 1085815"/>
              <a:gd name="connsiteX0" fmla="*/ 55161 w 588552"/>
              <a:gd name="connsiteY0" fmla="*/ 884 h 1085855"/>
              <a:gd name="connsiteX1" fmla="*/ 307574 w 588552"/>
              <a:gd name="connsiteY1" fmla="*/ 105659 h 1085855"/>
              <a:gd name="connsiteX2" fmla="*/ 476643 w 588552"/>
              <a:gd name="connsiteY2" fmla="*/ 279490 h 1085855"/>
              <a:gd name="connsiteX3" fmla="*/ 548057 w 588552"/>
              <a:gd name="connsiteY3" fmla="*/ 398552 h 1085855"/>
              <a:gd name="connsiteX4" fmla="*/ 574274 w 588552"/>
              <a:gd name="connsiteY4" fmla="*/ 496184 h 1085855"/>
              <a:gd name="connsiteX5" fmla="*/ 588538 w 588552"/>
              <a:gd name="connsiteY5" fmla="*/ 608102 h 1085855"/>
              <a:gd name="connsiteX6" fmla="*/ 571893 w 588552"/>
              <a:gd name="connsiteY6" fmla="*/ 670015 h 1085855"/>
              <a:gd name="connsiteX7" fmla="*/ 533793 w 588552"/>
              <a:gd name="connsiteY7" fmla="*/ 791459 h 1085855"/>
              <a:gd name="connsiteX8" fmla="*/ 374249 w 588552"/>
              <a:gd name="connsiteY8" fmla="*/ 989102 h 1085855"/>
              <a:gd name="connsiteX9" fmla="*/ 217087 w 588552"/>
              <a:gd name="connsiteY9" fmla="*/ 1084352 h 1085855"/>
              <a:gd name="connsiteX10" fmla="*/ 171843 w 588552"/>
              <a:gd name="connsiteY10" fmla="*/ 1036727 h 1085855"/>
              <a:gd name="connsiteX11" fmla="*/ 98024 w 588552"/>
              <a:gd name="connsiteY11" fmla="*/ 898615 h 1085855"/>
              <a:gd name="connsiteX12" fmla="*/ 14680 w 588552"/>
              <a:gd name="connsiteY12" fmla="*/ 598577 h 1085855"/>
              <a:gd name="connsiteX13" fmla="*/ 393 w 588552"/>
              <a:gd name="connsiteY13" fmla="*/ 341402 h 1085855"/>
              <a:gd name="connsiteX14" fmla="*/ 19443 w 588552"/>
              <a:gd name="connsiteY14" fmla="*/ 134234 h 1085855"/>
              <a:gd name="connsiteX15" fmla="*/ 40851 w 588552"/>
              <a:gd name="connsiteY15" fmla="*/ 60416 h 1085855"/>
              <a:gd name="connsiteX16" fmla="*/ 55161 w 588552"/>
              <a:gd name="connsiteY16" fmla="*/ 884 h 1085855"/>
              <a:gd name="connsiteX0" fmla="*/ 54820 w 588211"/>
              <a:gd name="connsiteY0" fmla="*/ 884 h 1085855"/>
              <a:gd name="connsiteX1" fmla="*/ 307233 w 588211"/>
              <a:gd name="connsiteY1" fmla="*/ 105659 h 1085855"/>
              <a:gd name="connsiteX2" fmla="*/ 476302 w 588211"/>
              <a:gd name="connsiteY2" fmla="*/ 279490 h 1085855"/>
              <a:gd name="connsiteX3" fmla="*/ 547716 w 588211"/>
              <a:gd name="connsiteY3" fmla="*/ 398552 h 1085855"/>
              <a:gd name="connsiteX4" fmla="*/ 573933 w 588211"/>
              <a:gd name="connsiteY4" fmla="*/ 496184 h 1085855"/>
              <a:gd name="connsiteX5" fmla="*/ 588197 w 588211"/>
              <a:gd name="connsiteY5" fmla="*/ 608102 h 1085855"/>
              <a:gd name="connsiteX6" fmla="*/ 571552 w 588211"/>
              <a:gd name="connsiteY6" fmla="*/ 670015 h 1085855"/>
              <a:gd name="connsiteX7" fmla="*/ 533452 w 588211"/>
              <a:gd name="connsiteY7" fmla="*/ 791459 h 1085855"/>
              <a:gd name="connsiteX8" fmla="*/ 373908 w 588211"/>
              <a:gd name="connsiteY8" fmla="*/ 989102 h 1085855"/>
              <a:gd name="connsiteX9" fmla="*/ 216746 w 588211"/>
              <a:gd name="connsiteY9" fmla="*/ 1084352 h 1085855"/>
              <a:gd name="connsiteX10" fmla="*/ 171502 w 588211"/>
              <a:gd name="connsiteY10" fmla="*/ 1036727 h 1085855"/>
              <a:gd name="connsiteX11" fmla="*/ 97683 w 588211"/>
              <a:gd name="connsiteY11" fmla="*/ 898615 h 1085855"/>
              <a:gd name="connsiteX12" fmla="*/ 23864 w 588211"/>
              <a:gd name="connsiteY12" fmla="*/ 600959 h 1085855"/>
              <a:gd name="connsiteX13" fmla="*/ 52 w 588211"/>
              <a:gd name="connsiteY13" fmla="*/ 341402 h 1085855"/>
              <a:gd name="connsiteX14" fmla="*/ 19102 w 588211"/>
              <a:gd name="connsiteY14" fmla="*/ 134234 h 1085855"/>
              <a:gd name="connsiteX15" fmla="*/ 40510 w 588211"/>
              <a:gd name="connsiteY15" fmla="*/ 60416 h 1085855"/>
              <a:gd name="connsiteX16" fmla="*/ 54820 w 588211"/>
              <a:gd name="connsiteY16" fmla="*/ 884 h 1085855"/>
              <a:gd name="connsiteX0" fmla="*/ 54827 w 588218"/>
              <a:gd name="connsiteY0" fmla="*/ 884 h 1085838"/>
              <a:gd name="connsiteX1" fmla="*/ 307240 w 588218"/>
              <a:gd name="connsiteY1" fmla="*/ 105659 h 1085838"/>
              <a:gd name="connsiteX2" fmla="*/ 476309 w 588218"/>
              <a:gd name="connsiteY2" fmla="*/ 279490 h 1085838"/>
              <a:gd name="connsiteX3" fmla="*/ 547723 w 588218"/>
              <a:gd name="connsiteY3" fmla="*/ 398552 h 1085838"/>
              <a:gd name="connsiteX4" fmla="*/ 573940 w 588218"/>
              <a:gd name="connsiteY4" fmla="*/ 496184 h 1085838"/>
              <a:gd name="connsiteX5" fmla="*/ 588204 w 588218"/>
              <a:gd name="connsiteY5" fmla="*/ 608102 h 1085838"/>
              <a:gd name="connsiteX6" fmla="*/ 571559 w 588218"/>
              <a:gd name="connsiteY6" fmla="*/ 670015 h 1085838"/>
              <a:gd name="connsiteX7" fmla="*/ 533459 w 588218"/>
              <a:gd name="connsiteY7" fmla="*/ 791459 h 1085838"/>
              <a:gd name="connsiteX8" fmla="*/ 373915 w 588218"/>
              <a:gd name="connsiteY8" fmla="*/ 989102 h 1085838"/>
              <a:gd name="connsiteX9" fmla="*/ 216753 w 588218"/>
              <a:gd name="connsiteY9" fmla="*/ 1084352 h 1085838"/>
              <a:gd name="connsiteX10" fmla="*/ 171509 w 588218"/>
              <a:gd name="connsiteY10" fmla="*/ 1036727 h 1085838"/>
              <a:gd name="connsiteX11" fmla="*/ 104834 w 588218"/>
              <a:gd name="connsiteY11" fmla="*/ 900996 h 1085838"/>
              <a:gd name="connsiteX12" fmla="*/ 23871 w 588218"/>
              <a:gd name="connsiteY12" fmla="*/ 600959 h 1085838"/>
              <a:gd name="connsiteX13" fmla="*/ 59 w 588218"/>
              <a:gd name="connsiteY13" fmla="*/ 341402 h 1085838"/>
              <a:gd name="connsiteX14" fmla="*/ 19109 w 588218"/>
              <a:gd name="connsiteY14" fmla="*/ 134234 h 1085838"/>
              <a:gd name="connsiteX15" fmla="*/ 40517 w 588218"/>
              <a:gd name="connsiteY15" fmla="*/ 60416 h 1085838"/>
              <a:gd name="connsiteX16" fmla="*/ 54827 w 588218"/>
              <a:gd name="connsiteY16" fmla="*/ 884 h 1085838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33459 w 588218"/>
              <a:gd name="connsiteY7" fmla="*/ 791459 h 1084911"/>
              <a:gd name="connsiteX8" fmla="*/ 373915 w 588218"/>
              <a:gd name="connsiteY8" fmla="*/ 989102 h 1084911"/>
              <a:gd name="connsiteX9" fmla="*/ 216753 w 588218"/>
              <a:gd name="connsiteY9" fmla="*/ 1084352 h 1084911"/>
              <a:gd name="connsiteX10" fmla="*/ 171509 w 588218"/>
              <a:gd name="connsiteY10" fmla="*/ 1022440 h 1084911"/>
              <a:gd name="connsiteX11" fmla="*/ 104834 w 588218"/>
              <a:gd name="connsiteY11" fmla="*/ 900996 h 1084911"/>
              <a:gd name="connsiteX12" fmla="*/ 23871 w 588218"/>
              <a:gd name="connsiteY12" fmla="*/ 600959 h 1084911"/>
              <a:gd name="connsiteX13" fmla="*/ 59 w 588218"/>
              <a:gd name="connsiteY13" fmla="*/ 341402 h 1084911"/>
              <a:gd name="connsiteX14" fmla="*/ 19109 w 588218"/>
              <a:gd name="connsiteY14" fmla="*/ 134234 h 1084911"/>
              <a:gd name="connsiteX15" fmla="*/ 40517 w 588218"/>
              <a:gd name="connsiteY15" fmla="*/ 60416 h 1084911"/>
              <a:gd name="connsiteX16" fmla="*/ 54827 w 588218"/>
              <a:gd name="connsiteY16" fmla="*/ 884 h 1084911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33459 w 588218"/>
              <a:gd name="connsiteY7" fmla="*/ 791459 h 1084911"/>
              <a:gd name="connsiteX8" fmla="*/ 481048 w 588218"/>
              <a:gd name="connsiteY8" fmla="*/ 877186 h 1084911"/>
              <a:gd name="connsiteX9" fmla="*/ 373915 w 588218"/>
              <a:gd name="connsiteY9" fmla="*/ 989102 h 1084911"/>
              <a:gd name="connsiteX10" fmla="*/ 216753 w 588218"/>
              <a:gd name="connsiteY10" fmla="*/ 1084352 h 1084911"/>
              <a:gd name="connsiteX11" fmla="*/ 171509 w 588218"/>
              <a:gd name="connsiteY11" fmla="*/ 1022440 h 1084911"/>
              <a:gd name="connsiteX12" fmla="*/ 104834 w 588218"/>
              <a:gd name="connsiteY12" fmla="*/ 900996 h 1084911"/>
              <a:gd name="connsiteX13" fmla="*/ 23871 w 588218"/>
              <a:gd name="connsiteY13" fmla="*/ 600959 h 1084911"/>
              <a:gd name="connsiteX14" fmla="*/ 59 w 588218"/>
              <a:gd name="connsiteY14" fmla="*/ 341402 h 1084911"/>
              <a:gd name="connsiteX15" fmla="*/ 19109 w 588218"/>
              <a:gd name="connsiteY15" fmla="*/ 134234 h 1084911"/>
              <a:gd name="connsiteX16" fmla="*/ 40517 w 588218"/>
              <a:gd name="connsiteY16" fmla="*/ 60416 h 1084911"/>
              <a:gd name="connsiteX17" fmla="*/ 54827 w 588218"/>
              <a:gd name="connsiteY17" fmla="*/ 884 h 1084911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59629 w 588218"/>
              <a:gd name="connsiteY7" fmla="*/ 741454 h 1084911"/>
              <a:gd name="connsiteX8" fmla="*/ 533459 w 588218"/>
              <a:gd name="connsiteY8" fmla="*/ 791459 h 1084911"/>
              <a:gd name="connsiteX9" fmla="*/ 481048 w 588218"/>
              <a:gd name="connsiteY9" fmla="*/ 877186 h 1084911"/>
              <a:gd name="connsiteX10" fmla="*/ 373915 w 588218"/>
              <a:gd name="connsiteY10" fmla="*/ 989102 h 1084911"/>
              <a:gd name="connsiteX11" fmla="*/ 216753 w 588218"/>
              <a:gd name="connsiteY11" fmla="*/ 1084352 h 1084911"/>
              <a:gd name="connsiteX12" fmla="*/ 171509 w 588218"/>
              <a:gd name="connsiteY12" fmla="*/ 1022440 h 1084911"/>
              <a:gd name="connsiteX13" fmla="*/ 104834 w 588218"/>
              <a:gd name="connsiteY13" fmla="*/ 900996 h 1084911"/>
              <a:gd name="connsiteX14" fmla="*/ 23871 w 588218"/>
              <a:gd name="connsiteY14" fmla="*/ 600959 h 1084911"/>
              <a:gd name="connsiteX15" fmla="*/ 59 w 588218"/>
              <a:gd name="connsiteY15" fmla="*/ 341402 h 1084911"/>
              <a:gd name="connsiteX16" fmla="*/ 19109 w 588218"/>
              <a:gd name="connsiteY16" fmla="*/ 134234 h 1084911"/>
              <a:gd name="connsiteX17" fmla="*/ 40517 w 588218"/>
              <a:gd name="connsiteY17" fmla="*/ 60416 h 1084911"/>
              <a:gd name="connsiteX18" fmla="*/ 54827 w 588218"/>
              <a:gd name="connsiteY18" fmla="*/ 884 h 1084911"/>
              <a:gd name="connsiteX0" fmla="*/ 100071 w 588218"/>
              <a:gd name="connsiteY0" fmla="*/ 1049 h 1073170"/>
              <a:gd name="connsiteX1" fmla="*/ 307240 w 588218"/>
              <a:gd name="connsiteY1" fmla="*/ 93918 h 1073170"/>
              <a:gd name="connsiteX2" fmla="*/ 476309 w 588218"/>
              <a:gd name="connsiteY2" fmla="*/ 267749 h 1073170"/>
              <a:gd name="connsiteX3" fmla="*/ 547723 w 588218"/>
              <a:gd name="connsiteY3" fmla="*/ 386811 h 1073170"/>
              <a:gd name="connsiteX4" fmla="*/ 573940 w 588218"/>
              <a:gd name="connsiteY4" fmla="*/ 484443 h 1073170"/>
              <a:gd name="connsiteX5" fmla="*/ 588204 w 588218"/>
              <a:gd name="connsiteY5" fmla="*/ 596361 h 1073170"/>
              <a:gd name="connsiteX6" fmla="*/ 571559 w 588218"/>
              <a:gd name="connsiteY6" fmla="*/ 658274 h 1073170"/>
              <a:gd name="connsiteX7" fmla="*/ 559629 w 588218"/>
              <a:gd name="connsiteY7" fmla="*/ 729713 h 1073170"/>
              <a:gd name="connsiteX8" fmla="*/ 533459 w 588218"/>
              <a:gd name="connsiteY8" fmla="*/ 779718 h 1073170"/>
              <a:gd name="connsiteX9" fmla="*/ 481048 w 588218"/>
              <a:gd name="connsiteY9" fmla="*/ 865445 h 1073170"/>
              <a:gd name="connsiteX10" fmla="*/ 373915 w 588218"/>
              <a:gd name="connsiteY10" fmla="*/ 977361 h 1073170"/>
              <a:gd name="connsiteX11" fmla="*/ 216753 w 588218"/>
              <a:gd name="connsiteY11" fmla="*/ 1072611 h 1073170"/>
              <a:gd name="connsiteX12" fmla="*/ 171509 w 588218"/>
              <a:gd name="connsiteY12" fmla="*/ 1010699 h 1073170"/>
              <a:gd name="connsiteX13" fmla="*/ 104834 w 588218"/>
              <a:gd name="connsiteY13" fmla="*/ 889255 h 1073170"/>
              <a:gd name="connsiteX14" fmla="*/ 23871 w 588218"/>
              <a:gd name="connsiteY14" fmla="*/ 589218 h 1073170"/>
              <a:gd name="connsiteX15" fmla="*/ 59 w 588218"/>
              <a:gd name="connsiteY15" fmla="*/ 329661 h 1073170"/>
              <a:gd name="connsiteX16" fmla="*/ 19109 w 588218"/>
              <a:gd name="connsiteY16" fmla="*/ 122493 h 1073170"/>
              <a:gd name="connsiteX17" fmla="*/ 40517 w 588218"/>
              <a:gd name="connsiteY17" fmla="*/ 48675 h 1073170"/>
              <a:gd name="connsiteX18" fmla="*/ 100071 w 588218"/>
              <a:gd name="connsiteY18" fmla="*/ 1049 h 1073170"/>
              <a:gd name="connsiteX0" fmla="*/ 100071 w 588218"/>
              <a:gd name="connsiteY0" fmla="*/ 7068 h 1079189"/>
              <a:gd name="connsiteX1" fmla="*/ 307240 w 588218"/>
              <a:gd name="connsiteY1" fmla="*/ 99937 h 1079189"/>
              <a:gd name="connsiteX2" fmla="*/ 476309 w 588218"/>
              <a:gd name="connsiteY2" fmla="*/ 273768 h 1079189"/>
              <a:gd name="connsiteX3" fmla="*/ 547723 w 588218"/>
              <a:gd name="connsiteY3" fmla="*/ 392830 h 1079189"/>
              <a:gd name="connsiteX4" fmla="*/ 573940 w 588218"/>
              <a:gd name="connsiteY4" fmla="*/ 490462 h 1079189"/>
              <a:gd name="connsiteX5" fmla="*/ 588204 w 588218"/>
              <a:gd name="connsiteY5" fmla="*/ 602380 h 1079189"/>
              <a:gd name="connsiteX6" fmla="*/ 571559 w 588218"/>
              <a:gd name="connsiteY6" fmla="*/ 664293 h 1079189"/>
              <a:gd name="connsiteX7" fmla="*/ 559629 w 588218"/>
              <a:gd name="connsiteY7" fmla="*/ 735732 h 1079189"/>
              <a:gd name="connsiteX8" fmla="*/ 533459 w 588218"/>
              <a:gd name="connsiteY8" fmla="*/ 785737 h 1079189"/>
              <a:gd name="connsiteX9" fmla="*/ 481048 w 588218"/>
              <a:gd name="connsiteY9" fmla="*/ 871464 h 1079189"/>
              <a:gd name="connsiteX10" fmla="*/ 373915 w 588218"/>
              <a:gd name="connsiteY10" fmla="*/ 983380 h 1079189"/>
              <a:gd name="connsiteX11" fmla="*/ 216753 w 588218"/>
              <a:gd name="connsiteY11" fmla="*/ 1078630 h 1079189"/>
              <a:gd name="connsiteX12" fmla="*/ 171509 w 588218"/>
              <a:gd name="connsiteY12" fmla="*/ 1016718 h 1079189"/>
              <a:gd name="connsiteX13" fmla="*/ 104834 w 588218"/>
              <a:gd name="connsiteY13" fmla="*/ 895274 h 1079189"/>
              <a:gd name="connsiteX14" fmla="*/ 23871 w 588218"/>
              <a:gd name="connsiteY14" fmla="*/ 595237 h 1079189"/>
              <a:gd name="connsiteX15" fmla="*/ 59 w 588218"/>
              <a:gd name="connsiteY15" fmla="*/ 335680 h 1079189"/>
              <a:gd name="connsiteX16" fmla="*/ 19109 w 588218"/>
              <a:gd name="connsiteY16" fmla="*/ 128512 h 1079189"/>
              <a:gd name="connsiteX17" fmla="*/ 40517 w 588218"/>
              <a:gd name="connsiteY17" fmla="*/ 54694 h 1079189"/>
              <a:gd name="connsiteX18" fmla="*/ 52423 w 588218"/>
              <a:gd name="connsiteY18" fmla="*/ 11831 h 1079189"/>
              <a:gd name="connsiteX19" fmla="*/ 100071 w 588218"/>
              <a:gd name="connsiteY19" fmla="*/ 7068 h 1079189"/>
              <a:gd name="connsiteX0" fmla="*/ 90834 w 578981"/>
              <a:gd name="connsiteY0" fmla="*/ 7068 h 1079189"/>
              <a:gd name="connsiteX1" fmla="*/ 298003 w 578981"/>
              <a:gd name="connsiteY1" fmla="*/ 99937 h 1079189"/>
              <a:gd name="connsiteX2" fmla="*/ 467072 w 578981"/>
              <a:gd name="connsiteY2" fmla="*/ 273768 h 1079189"/>
              <a:gd name="connsiteX3" fmla="*/ 538486 w 578981"/>
              <a:gd name="connsiteY3" fmla="*/ 392830 h 1079189"/>
              <a:gd name="connsiteX4" fmla="*/ 564703 w 578981"/>
              <a:gd name="connsiteY4" fmla="*/ 490462 h 1079189"/>
              <a:gd name="connsiteX5" fmla="*/ 578967 w 578981"/>
              <a:gd name="connsiteY5" fmla="*/ 602380 h 1079189"/>
              <a:gd name="connsiteX6" fmla="*/ 562322 w 578981"/>
              <a:gd name="connsiteY6" fmla="*/ 664293 h 1079189"/>
              <a:gd name="connsiteX7" fmla="*/ 550392 w 578981"/>
              <a:gd name="connsiteY7" fmla="*/ 735732 h 1079189"/>
              <a:gd name="connsiteX8" fmla="*/ 524222 w 578981"/>
              <a:gd name="connsiteY8" fmla="*/ 785737 h 1079189"/>
              <a:gd name="connsiteX9" fmla="*/ 471811 w 578981"/>
              <a:gd name="connsiteY9" fmla="*/ 871464 h 1079189"/>
              <a:gd name="connsiteX10" fmla="*/ 364678 w 578981"/>
              <a:gd name="connsiteY10" fmla="*/ 983380 h 1079189"/>
              <a:gd name="connsiteX11" fmla="*/ 207516 w 578981"/>
              <a:gd name="connsiteY11" fmla="*/ 1078630 h 1079189"/>
              <a:gd name="connsiteX12" fmla="*/ 162272 w 578981"/>
              <a:gd name="connsiteY12" fmla="*/ 1016718 h 1079189"/>
              <a:gd name="connsiteX13" fmla="*/ 95597 w 578981"/>
              <a:gd name="connsiteY13" fmla="*/ 895274 h 1079189"/>
              <a:gd name="connsiteX14" fmla="*/ 14634 w 578981"/>
              <a:gd name="connsiteY14" fmla="*/ 595237 h 1079189"/>
              <a:gd name="connsiteX15" fmla="*/ 347 w 578981"/>
              <a:gd name="connsiteY15" fmla="*/ 338061 h 1079189"/>
              <a:gd name="connsiteX16" fmla="*/ 9872 w 578981"/>
              <a:gd name="connsiteY16" fmla="*/ 128512 h 1079189"/>
              <a:gd name="connsiteX17" fmla="*/ 31280 w 578981"/>
              <a:gd name="connsiteY17" fmla="*/ 54694 h 1079189"/>
              <a:gd name="connsiteX18" fmla="*/ 43186 w 578981"/>
              <a:gd name="connsiteY18" fmla="*/ 11831 h 1079189"/>
              <a:gd name="connsiteX19" fmla="*/ 90834 w 578981"/>
              <a:gd name="connsiteY19" fmla="*/ 7068 h 1079189"/>
              <a:gd name="connsiteX0" fmla="*/ 90834 w 578981"/>
              <a:gd name="connsiteY0" fmla="*/ 7068 h 1079189"/>
              <a:gd name="connsiteX1" fmla="*/ 298003 w 578981"/>
              <a:gd name="connsiteY1" fmla="*/ 99937 h 1079189"/>
              <a:gd name="connsiteX2" fmla="*/ 467072 w 578981"/>
              <a:gd name="connsiteY2" fmla="*/ 273768 h 1079189"/>
              <a:gd name="connsiteX3" fmla="*/ 538486 w 578981"/>
              <a:gd name="connsiteY3" fmla="*/ 392830 h 1079189"/>
              <a:gd name="connsiteX4" fmla="*/ 564703 w 578981"/>
              <a:gd name="connsiteY4" fmla="*/ 490462 h 1079189"/>
              <a:gd name="connsiteX5" fmla="*/ 578967 w 578981"/>
              <a:gd name="connsiteY5" fmla="*/ 602380 h 1079189"/>
              <a:gd name="connsiteX6" fmla="*/ 562322 w 578981"/>
              <a:gd name="connsiteY6" fmla="*/ 664293 h 1079189"/>
              <a:gd name="connsiteX7" fmla="*/ 550392 w 578981"/>
              <a:gd name="connsiteY7" fmla="*/ 735732 h 1079189"/>
              <a:gd name="connsiteX8" fmla="*/ 524222 w 578981"/>
              <a:gd name="connsiteY8" fmla="*/ 785737 h 1079189"/>
              <a:gd name="connsiteX9" fmla="*/ 471811 w 578981"/>
              <a:gd name="connsiteY9" fmla="*/ 871464 h 1079189"/>
              <a:gd name="connsiteX10" fmla="*/ 364678 w 578981"/>
              <a:gd name="connsiteY10" fmla="*/ 983380 h 1079189"/>
              <a:gd name="connsiteX11" fmla="*/ 207516 w 578981"/>
              <a:gd name="connsiteY11" fmla="*/ 1078630 h 1079189"/>
              <a:gd name="connsiteX12" fmla="*/ 162272 w 578981"/>
              <a:gd name="connsiteY12" fmla="*/ 1016718 h 1079189"/>
              <a:gd name="connsiteX13" fmla="*/ 95597 w 578981"/>
              <a:gd name="connsiteY13" fmla="*/ 895274 h 1079189"/>
              <a:gd name="connsiteX14" fmla="*/ 14634 w 578981"/>
              <a:gd name="connsiteY14" fmla="*/ 595237 h 1079189"/>
              <a:gd name="connsiteX15" fmla="*/ 347 w 578981"/>
              <a:gd name="connsiteY15" fmla="*/ 338061 h 1079189"/>
              <a:gd name="connsiteX16" fmla="*/ 19397 w 578981"/>
              <a:gd name="connsiteY16" fmla="*/ 133274 h 1079189"/>
              <a:gd name="connsiteX17" fmla="*/ 31280 w 578981"/>
              <a:gd name="connsiteY17" fmla="*/ 54694 h 1079189"/>
              <a:gd name="connsiteX18" fmla="*/ 43186 w 578981"/>
              <a:gd name="connsiteY18" fmla="*/ 11831 h 1079189"/>
              <a:gd name="connsiteX19" fmla="*/ 90834 w 578981"/>
              <a:gd name="connsiteY19" fmla="*/ 7068 h 1079189"/>
              <a:gd name="connsiteX0" fmla="*/ 90834 w 578981"/>
              <a:gd name="connsiteY0" fmla="*/ 7068 h 1083013"/>
              <a:gd name="connsiteX1" fmla="*/ 298003 w 578981"/>
              <a:gd name="connsiteY1" fmla="*/ 99937 h 1083013"/>
              <a:gd name="connsiteX2" fmla="*/ 467072 w 578981"/>
              <a:gd name="connsiteY2" fmla="*/ 273768 h 1083013"/>
              <a:gd name="connsiteX3" fmla="*/ 538486 w 578981"/>
              <a:gd name="connsiteY3" fmla="*/ 392830 h 1083013"/>
              <a:gd name="connsiteX4" fmla="*/ 564703 w 578981"/>
              <a:gd name="connsiteY4" fmla="*/ 490462 h 1083013"/>
              <a:gd name="connsiteX5" fmla="*/ 578967 w 578981"/>
              <a:gd name="connsiteY5" fmla="*/ 602380 h 1083013"/>
              <a:gd name="connsiteX6" fmla="*/ 562322 w 578981"/>
              <a:gd name="connsiteY6" fmla="*/ 664293 h 1083013"/>
              <a:gd name="connsiteX7" fmla="*/ 550392 w 578981"/>
              <a:gd name="connsiteY7" fmla="*/ 735732 h 1083013"/>
              <a:gd name="connsiteX8" fmla="*/ 524222 w 578981"/>
              <a:gd name="connsiteY8" fmla="*/ 785737 h 1083013"/>
              <a:gd name="connsiteX9" fmla="*/ 471811 w 578981"/>
              <a:gd name="connsiteY9" fmla="*/ 871464 h 1083013"/>
              <a:gd name="connsiteX10" fmla="*/ 364678 w 578981"/>
              <a:gd name="connsiteY10" fmla="*/ 983380 h 1083013"/>
              <a:gd name="connsiteX11" fmla="*/ 207516 w 578981"/>
              <a:gd name="connsiteY11" fmla="*/ 1078630 h 1083013"/>
              <a:gd name="connsiteX12" fmla="*/ 188442 w 578981"/>
              <a:gd name="connsiteY12" fmla="*/ 1061964 h 1083013"/>
              <a:gd name="connsiteX13" fmla="*/ 162272 w 578981"/>
              <a:gd name="connsiteY13" fmla="*/ 1016718 h 1083013"/>
              <a:gd name="connsiteX14" fmla="*/ 95597 w 578981"/>
              <a:gd name="connsiteY14" fmla="*/ 895274 h 1083013"/>
              <a:gd name="connsiteX15" fmla="*/ 14634 w 578981"/>
              <a:gd name="connsiteY15" fmla="*/ 595237 h 1083013"/>
              <a:gd name="connsiteX16" fmla="*/ 347 w 578981"/>
              <a:gd name="connsiteY16" fmla="*/ 338061 h 1083013"/>
              <a:gd name="connsiteX17" fmla="*/ 19397 w 578981"/>
              <a:gd name="connsiteY17" fmla="*/ 133274 h 1083013"/>
              <a:gd name="connsiteX18" fmla="*/ 31280 w 578981"/>
              <a:gd name="connsiteY18" fmla="*/ 54694 h 1083013"/>
              <a:gd name="connsiteX19" fmla="*/ 43186 w 578981"/>
              <a:gd name="connsiteY19" fmla="*/ 11831 h 1083013"/>
              <a:gd name="connsiteX20" fmla="*/ 90834 w 578981"/>
              <a:gd name="connsiteY20" fmla="*/ 7068 h 1083013"/>
              <a:gd name="connsiteX0" fmla="*/ 90834 w 578981"/>
              <a:gd name="connsiteY0" fmla="*/ 7068 h 1083013"/>
              <a:gd name="connsiteX1" fmla="*/ 298003 w 578981"/>
              <a:gd name="connsiteY1" fmla="*/ 99937 h 1083013"/>
              <a:gd name="connsiteX2" fmla="*/ 467072 w 578981"/>
              <a:gd name="connsiteY2" fmla="*/ 273768 h 1083013"/>
              <a:gd name="connsiteX3" fmla="*/ 538486 w 578981"/>
              <a:gd name="connsiteY3" fmla="*/ 392830 h 1083013"/>
              <a:gd name="connsiteX4" fmla="*/ 564703 w 578981"/>
              <a:gd name="connsiteY4" fmla="*/ 490462 h 1083013"/>
              <a:gd name="connsiteX5" fmla="*/ 578967 w 578981"/>
              <a:gd name="connsiteY5" fmla="*/ 602380 h 1083013"/>
              <a:gd name="connsiteX6" fmla="*/ 562322 w 578981"/>
              <a:gd name="connsiteY6" fmla="*/ 664293 h 1083013"/>
              <a:gd name="connsiteX7" fmla="*/ 550392 w 578981"/>
              <a:gd name="connsiteY7" fmla="*/ 735732 h 1083013"/>
              <a:gd name="connsiteX8" fmla="*/ 524222 w 578981"/>
              <a:gd name="connsiteY8" fmla="*/ 785737 h 1083013"/>
              <a:gd name="connsiteX9" fmla="*/ 471811 w 578981"/>
              <a:gd name="connsiteY9" fmla="*/ 871464 h 1083013"/>
              <a:gd name="connsiteX10" fmla="*/ 364678 w 578981"/>
              <a:gd name="connsiteY10" fmla="*/ 983380 h 1083013"/>
              <a:gd name="connsiteX11" fmla="*/ 224185 w 578981"/>
              <a:gd name="connsiteY11" fmla="*/ 1078630 h 1083013"/>
              <a:gd name="connsiteX12" fmla="*/ 188442 w 578981"/>
              <a:gd name="connsiteY12" fmla="*/ 1061964 h 1083013"/>
              <a:gd name="connsiteX13" fmla="*/ 162272 w 578981"/>
              <a:gd name="connsiteY13" fmla="*/ 1016718 h 1083013"/>
              <a:gd name="connsiteX14" fmla="*/ 95597 w 578981"/>
              <a:gd name="connsiteY14" fmla="*/ 895274 h 1083013"/>
              <a:gd name="connsiteX15" fmla="*/ 14634 w 578981"/>
              <a:gd name="connsiteY15" fmla="*/ 595237 h 1083013"/>
              <a:gd name="connsiteX16" fmla="*/ 347 w 578981"/>
              <a:gd name="connsiteY16" fmla="*/ 338061 h 1083013"/>
              <a:gd name="connsiteX17" fmla="*/ 19397 w 578981"/>
              <a:gd name="connsiteY17" fmla="*/ 133274 h 1083013"/>
              <a:gd name="connsiteX18" fmla="*/ 31280 w 578981"/>
              <a:gd name="connsiteY18" fmla="*/ 54694 h 1083013"/>
              <a:gd name="connsiteX19" fmla="*/ 43186 w 578981"/>
              <a:gd name="connsiteY19" fmla="*/ 11831 h 1083013"/>
              <a:gd name="connsiteX20" fmla="*/ 90834 w 578981"/>
              <a:gd name="connsiteY20" fmla="*/ 7068 h 108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78981" h="1083013">
                <a:moveTo>
                  <a:pt x="90834" y="7068"/>
                </a:moveTo>
                <a:cubicBezTo>
                  <a:pt x="133304" y="21752"/>
                  <a:pt x="235297" y="55487"/>
                  <a:pt x="298003" y="99937"/>
                </a:cubicBezTo>
                <a:cubicBezTo>
                  <a:pt x="360709" y="144387"/>
                  <a:pt x="426992" y="224953"/>
                  <a:pt x="467072" y="273768"/>
                </a:cubicBezTo>
                <a:cubicBezTo>
                  <a:pt x="507152" y="322583"/>
                  <a:pt x="522214" y="356714"/>
                  <a:pt x="538486" y="392830"/>
                </a:cubicBezTo>
                <a:cubicBezTo>
                  <a:pt x="554758" y="428946"/>
                  <a:pt x="557956" y="455537"/>
                  <a:pt x="564703" y="490462"/>
                </a:cubicBezTo>
                <a:cubicBezTo>
                  <a:pt x="571450" y="525387"/>
                  <a:pt x="579364" y="573408"/>
                  <a:pt x="578967" y="602380"/>
                </a:cubicBezTo>
                <a:cubicBezTo>
                  <a:pt x="578570" y="631352"/>
                  <a:pt x="567085" y="642068"/>
                  <a:pt x="562322" y="664293"/>
                </a:cubicBezTo>
                <a:cubicBezTo>
                  <a:pt x="557559" y="686518"/>
                  <a:pt x="556742" y="715491"/>
                  <a:pt x="550392" y="735732"/>
                </a:cubicBezTo>
                <a:cubicBezTo>
                  <a:pt x="544042" y="755973"/>
                  <a:pt x="537319" y="763115"/>
                  <a:pt x="524222" y="785737"/>
                </a:cubicBezTo>
                <a:cubicBezTo>
                  <a:pt x="511125" y="808359"/>
                  <a:pt x="498402" y="838524"/>
                  <a:pt x="471811" y="871464"/>
                </a:cubicBezTo>
                <a:cubicBezTo>
                  <a:pt x="445220" y="904405"/>
                  <a:pt x="405949" y="948852"/>
                  <a:pt x="364678" y="983380"/>
                </a:cubicBezTo>
                <a:cubicBezTo>
                  <a:pt x="323407" y="1017908"/>
                  <a:pt x="253558" y="1065533"/>
                  <a:pt x="224185" y="1078630"/>
                </a:cubicBezTo>
                <a:cubicBezTo>
                  <a:pt x="194812" y="1091727"/>
                  <a:pt x="195983" y="1072283"/>
                  <a:pt x="188442" y="1061964"/>
                </a:cubicBezTo>
                <a:cubicBezTo>
                  <a:pt x="180901" y="1051645"/>
                  <a:pt x="177746" y="1044499"/>
                  <a:pt x="162272" y="1016718"/>
                </a:cubicBezTo>
                <a:cubicBezTo>
                  <a:pt x="146798" y="988937"/>
                  <a:pt x="120203" y="965521"/>
                  <a:pt x="95597" y="895274"/>
                </a:cubicBezTo>
                <a:cubicBezTo>
                  <a:pt x="70991" y="825027"/>
                  <a:pt x="30509" y="688106"/>
                  <a:pt x="14634" y="595237"/>
                </a:cubicBezTo>
                <a:cubicBezTo>
                  <a:pt x="-1241" y="502368"/>
                  <a:pt x="-447" y="415451"/>
                  <a:pt x="347" y="338061"/>
                </a:cubicBezTo>
                <a:cubicBezTo>
                  <a:pt x="1141" y="260671"/>
                  <a:pt x="14242" y="180502"/>
                  <a:pt x="19397" y="133274"/>
                </a:cubicBezTo>
                <a:cubicBezTo>
                  <a:pt x="24553" y="86046"/>
                  <a:pt x="27315" y="74935"/>
                  <a:pt x="31280" y="54694"/>
                </a:cubicBezTo>
                <a:cubicBezTo>
                  <a:pt x="35245" y="34454"/>
                  <a:pt x="33260" y="19769"/>
                  <a:pt x="43186" y="11831"/>
                </a:cubicBezTo>
                <a:cubicBezTo>
                  <a:pt x="53112" y="3893"/>
                  <a:pt x="48364" y="-7616"/>
                  <a:pt x="90834" y="7068"/>
                </a:cubicBezTo>
                <a:close/>
              </a:path>
            </a:pathLst>
          </a:cu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Freihandform 69">
            <a:extLst>
              <a:ext uri="{FF2B5EF4-FFF2-40B4-BE49-F238E27FC236}">
                <a16:creationId xmlns:a16="http://schemas.microsoft.com/office/drawing/2014/main" id="{EBBF36B2-84A9-932C-CF72-1BAAEF83991E}"/>
              </a:ext>
            </a:extLst>
          </p:cNvPr>
          <p:cNvSpPr/>
          <p:nvPr/>
        </p:nvSpPr>
        <p:spPr bwMode="auto">
          <a:xfrm>
            <a:off x="5436096" y="2571818"/>
            <a:ext cx="578981" cy="1083013"/>
          </a:xfrm>
          <a:custGeom>
            <a:avLst/>
            <a:gdLst>
              <a:gd name="connsiteX0" fmla="*/ 43255 w 582276"/>
              <a:gd name="connsiteY0" fmla="*/ 262 h 1082852"/>
              <a:gd name="connsiteX1" fmla="*/ 307574 w 582276"/>
              <a:gd name="connsiteY1" fmla="*/ 102656 h 1082852"/>
              <a:gd name="connsiteX2" fmla="*/ 476643 w 582276"/>
              <a:gd name="connsiteY2" fmla="*/ 276487 h 1082852"/>
              <a:gd name="connsiteX3" fmla="*/ 574274 w 582276"/>
              <a:gd name="connsiteY3" fmla="*/ 493181 h 1082852"/>
              <a:gd name="connsiteX4" fmla="*/ 571893 w 582276"/>
              <a:gd name="connsiteY4" fmla="*/ 667012 h 1082852"/>
              <a:gd name="connsiteX5" fmla="*/ 533793 w 582276"/>
              <a:gd name="connsiteY5" fmla="*/ 788456 h 1082852"/>
              <a:gd name="connsiteX6" fmla="*/ 374249 w 582276"/>
              <a:gd name="connsiteY6" fmla="*/ 986099 h 1082852"/>
              <a:gd name="connsiteX7" fmla="*/ 217087 w 582276"/>
              <a:gd name="connsiteY7" fmla="*/ 1081349 h 1082852"/>
              <a:gd name="connsiteX8" fmla="*/ 171843 w 582276"/>
              <a:gd name="connsiteY8" fmla="*/ 1033724 h 1082852"/>
              <a:gd name="connsiteX9" fmla="*/ 98024 w 582276"/>
              <a:gd name="connsiteY9" fmla="*/ 895612 h 1082852"/>
              <a:gd name="connsiteX10" fmla="*/ 14680 w 582276"/>
              <a:gd name="connsiteY10" fmla="*/ 595574 h 1082852"/>
              <a:gd name="connsiteX11" fmla="*/ 393 w 582276"/>
              <a:gd name="connsiteY11" fmla="*/ 338399 h 1082852"/>
              <a:gd name="connsiteX12" fmla="*/ 19443 w 582276"/>
              <a:gd name="connsiteY12" fmla="*/ 131231 h 1082852"/>
              <a:gd name="connsiteX13" fmla="*/ 43255 w 582276"/>
              <a:gd name="connsiteY13" fmla="*/ 262 h 1082852"/>
              <a:gd name="connsiteX0" fmla="*/ 43255 w 577138"/>
              <a:gd name="connsiteY0" fmla="*/ 262 h 1082852"/>
              <a:gd name="connsiteX1" fmla="*/ 307574 w 577138"/>
              <a:gd name="connsiteY1" fmla="*/ 102656 h 1082852"/>
              <a:gd name="connsiteX2" fmla="*/ 476643 w 577138"/>
              <a:gd name="connsiteY2" fmla="*/ 276487 h 1082852"/>
              <a:gd name="connsiteX3" fmla="*/ 548057 w 577138"/>
              <a:gd name="connsiteY3" fmla="*/ 395549 h 1082852"/>
              <a:gd name="connsiteX4" fmla="*/ 574274 w 577138"/>
              <a:gd name="connsiteY4" fmla="*/ 493181 h 1082852"/>
              <a:gd name="connsiteX5" fmla="*/ 571893 w 577138"/>
              <a:gd name="connsiteY5" fmla="*/ 667012 h 1082852"/>
              <a:gd name="connsiteX6" fmla="*/ 533793 w 577138"/>
              <a:gd name="connsiteY6" fmla="*/ 788456 h 1082852"/>
              <a:gd name="connsiteX7" fmla="*/ 374249 w 577138"/>
              <a:gd name="connsiteY7" fmla="*/ 986099 h 1082852"/>
              <a:gd name="connsiteX8" fmla="*/ 217087 w 577138"/>
              <a:gd name="connsiteY8" fmla="*/ 1081349 h 1082852"/>
              <a:gd name="connsiteX9" fmla="*/ 171843 w 577138"/>
              <a:gd name="connsiteY9" fmla="*/ 1033724 h 1082852"/>
              <a:gd name="connsiteX10" fmla="*/ 98024 w 577138"/>
              <a:gd name="connsiteY10" fmla="*/ 895612 h 1082852"/>
              <a:gd name="connsiteX11" fmla="*/ 14680 w 577138"/>
              <a:gd name="connsiteY11" fmla="*/ 595574 h 1082852"/>
              <a:gd name="connsiteX12" fmla="*/ 393 w 577138"/>
              <a:gd name="connsiteY12" fmla="*/ 338399 h 1082852"/>
              <a:gd name="connsiteX13" fmla="*/ 19443 w 577138"/>
              <a:gd name="connsiteY13" fmla="*/ 131231 h 1082852"/>
              <a:gd name="connsiteX14" fmla="*/ 43255 w 577138"/>
              <a:gd name="connsiteY14" fmla="*/ 262 h 1082852"/>
              <a:gd name="connsiteX0" fmla="*/ 43255 w 588552"/>
              <a:gd name="connsiteY0" fmla="*/ 262 h 1082852"/>
              <a:gd name="connsiteX1" fmla="*/ 307574 w 588552"/>
              <a:gd name="connsiteY1" fmla="*/ 102656 h 1082852"/>
              <a:gd name="connsiteX2" fmla="*/ 476643 w 588552"/>
              <a:gd name="connsiteY2" fmla="*/ 276487 h 1082852"/>
              <a:gd name="connsiteX3" fmla="*/ 548057 w 588552"/>
              <a:gd name="connsiteY3" fmla="*/ 395549 h 1082852"/>
              <a:gd name="connsiteX4" fmla="*/ 574274 w 588552"/>
              <a:gd name="connsiteY4" fmla="*/ 493181 h 1082852"/>
              <a:gd name="connsiteX5" fmla="*/ 588538 w 588552"/>
              <a:gd name="connsiteY5" fmla="*/ 605099 h 1082852"/>
              <a:gd name="connsiteX6" fmla="*/ 571893 w 588552"/>
              <a:gd name="connsiteY6" fmla="*/ 667012 h 1082852"/>
              <a:gd name="connsiteX7" fmla="*/ 533793 w 588552"/>
              <a:gd name="connsiteY7" fmla="*/ 788456 h 1082852"/>
              <a:gd name="connsiteX8" fmla="*/ 374249 w 588552"/>
              <a:gd name="connsiteY8" fmla="*/ 986099 h 1082852"/>
              <a:gd name="connsiteX9" fmla="*/ 217087 w 588552"/>
              <a:gd name="connsiteY9" fmla="*/ 1081349 h 1082852"/>
              <a:gd name="connsiteX10" fmla="*/ 171843 w 588552"/>
              <a:gd name="connsiteY10" fmla="*/ 1033724 h 1082852"/>
              <a:gd name="connsiteX11" fmla="*/ 98024 w 588552"/>
              <a:gd name="connsiteY11" fmla="*/ 895612 h 1082852"/>
              <a:gd name="connsiteX12" fmla="*/ 14680 w 588552"/>
              <a:gd name="connsiteY12" fmla="*/ 595574 h 1082852"/>
              <a:gd name="connsiteX13" fmla="*/ 393 w 588552"/>
              <a:gd name="connsiteY13" fmla="*/ 338399 h 1082852"/>
              <a:gd name="connsiteX14" fmla="*/ 19443 w 588552"/>
              <a:gd name="connsiteY14" fmla="*/ 131231 h 1082852"/>
              <a:gd name="connsiteX15" fmla="*/ 43255 w 588552"/>
              <a:gd name="connsiteY15" fmla="*/ 262 h 1082852"/>
              <a:gd name="connsiteX0" fmla="*/ 55161 w 588552"/>
              <a:gd name="connsiteY0" fmla="*/ 254 h 1085225"/>
              <a:gd name="connsiteX1" fmla="*/ 307574 w 588552"/>
              <a:gd name="connsiteY1" fmla="*/ 105029 h 1085225"/>
              <a:gd name="connsiteX2" fmla="*/ 476643 w 588552"/>
              <a:gd name="connsiteY2" fmla="*/ 278860 h 1085225"/>
              <a:gd name="connsiteX3" fmla="*/ 548057 w 588552"/>
              <a:gd name="connsiteY3" fmla="*/ 397922 h 1085225"/>
              <a:gd name="connsiteX4" fmla="*/ 574274 w 588552"/>
              <a:gd name="connsiteY4" fmla="*/ 495554 h 1085225"/>
              <a:gd name="connsiteX5" fmla="*/ 588538 w 588552"/>
              <a:gd name="connsiteY5" fmla="*/ 607472 h 1085225"/>
              <a:gd name="connsiteX6" fmla="*/ 571893 w 588552"/>
              <a:gd name="connsiteY6" fmla="*/ 669385 h 1085225"/>
              <a:gd name="connsiteX7" fmla="*/ 533793 w 588552"/>
              <a:gd name="connsiteY7" fmla="*/ 790829 h 1085225"/>
              <a:gd name="connsiteX8" fmla="*/ 374249 w 588552"/>
              <a:gd name="connsiteY8" fmla="*/ 988472 h 1085225"/>
              <a:gd name="connsiteX9" fmla="*/ 217087 w 588552"/>
              <a:gd name="connsiteY9" fmla="*/ 1083722 h 1085225"/>
              <a:gd name="connsiteX10" fmla="*/ 171843 w 588552"/>
              <a:gd name="connsiteY10" fmla="*/ 1036097 h 1085225"/>
              <a:gd name="connsiteX11" fmla="*/ 98024 w 588552"/>
              <a:gd name="connsiteY11" fmla="*/ 897985 h 1085225"/>
              <a:gd name="connsiteX12" fmla="*/ 14680 w 588552"/>
              <a:gd name="connsiteY12" fmla="*/ 597947 h 1085225"/>
              <a:gd name="connsiteX13" fmla="*/ 393 w 588552"/>
              <a:gd name="connsiteY13" fmla="*/ 340772 h 1085225"/>
              <a:gd name="connsiteX14" fmla="*/ 19443 w 588552"/>
              <a:gd name="connsiteY14" fmla="*/ 133604 h 1085225"/>
              <a:gd name="connsiteX15" fmla="*/ 55161 w 588552"/>
              <a:gd name="connsiteY15" fmla="*/ 254 h 1085225"/>
              <a:gd name="connsiteX0" fmla="*/ 55161 w 588552"/>
              <a:gd name="connsiteY0" fmla="*/ 844 h 1085815"/>
              <a:gd name="connsiteX1" fmla="*/ 307574 w 588552"/>
              <a:gd name="connsiteY1" fmla="*/ 105619 h 1085815"/>
              <a:gd name="connsiteX2" fmla="*/ 476643 w 588552"/>
              <a:gd name="connsiteY2" fmla="*/ 279450 h 1085815"/>
              <a:gd name="connsiteX3" fmla="*/ 548057 w 588552"/>
              <a:gd name="connsiteY3" fmla="*/ 398512 h 1085815"/>
              <a:gd name="connsiteX4" fmla="*/ 574274 w 588552"/>
              <a:gd name="connsiteY4" fmla="*/ 496144 h 1085815"/>
              <a:gd name="connsiteX5" fmla="*/ 588538 w 588552"/>
              <a:gd name="connsiteY5" fmla="*/ 608062 h 1085815"/>
              <a:gd name="connsiteX6" fmla="*/ 571893 w 588552"/>
              <a:gd name="connsiteY6" fmla="*/ 669975 h 1085815"/>
              <a:gd name="connsiteX7" fmla="*/ 533793 w 588552"/>
              <a:gd name="connsiteY7" fmla="*/ 791419 h 1085815"/>
              <a:gd name="connsiteX8" fmla="*/ 374249 w 588552"/>
              <a:gd name="connsiteY8" fmla="*/ 989062 h 1085815"/>
              <a:gd name="connsiteX9" fmla="*/ 217087 w 588552"/>
              <a:gd name="connsiteY9" fmla="*/ 1084312 h 1085815"/>
              <a:gd name="connsiteX10" fmla="*/ 171843 w 588552"/>
              <a:gd name="connsiteY10" fmla="*/ 1036687 h 1085815"/>
              <a:gd name="connsiteX11" fmla="*/ 98024 w 588552"/>
              <a:gd name="connsiteY11" fmla="*/ 898575 h 1085815"/>
              <a:gd name="connsiteX12" fmla="*/ 14680 w 588552"/>
              <a:gd name="connsiteY12" fmla="*/ 598537 h 1085815"/>
              <a:gd name="connsiteX13" fmla="*/ 393 w 588552"/>
              <a:gd name="connsiteY13" fmla="*/ 341362 h 1085815"/>
              <a:gd name="connsiteX14" fmla="*/ 19443 w 588552"/>
              <a:gd name="connsiteY14" fmla="*/ 134194 h 1085815"/>
              <a:gd name="connsiteX15" fmla="*/ 40851 w 588552"/>
              <a:gd name="connsiteY15" fmla="*/ 60376 h 1085815"/>
              <a:gd name="connsiteX16" fmla="*/ 55161 w 588552"/>
              <a:gd name="connsiteY16" fmla="*/ 844 h 1085815"/>
              <a:gd name="connsiteX0" fmla="*/ 55161 w 588552"/>
              <a:gd name="connsiteY0" fmla="*/ 844 h 1085815"/>
              <a:gd name="connsiteX1" fmla="*/ 307574 w 588552"/>
              <a:gd name="connsiteY1" fmla="*/ 105619 h 1085815"/>
              <a:gd name="connsiteX2" fmla="*/ 476643 w 588552"/>
              <a:gd name="connsiteY2" fmla="*/ 279450 h 1085815"/>
              <a:gd name="connsiteX3" fmla="*/ 548057 w 588552"/>
              <a:gd name="connsiteY3" fmla="*/ 398512 h 1085815"/>
              <a:gd name="connsiteX4" fmla="*/ 574274 w 588552"/>
              <a:gd name="connsiteY4" fmla="*/ 496144 h 1085815"/>
              <a:gd name="connsiteX5" fmla="*/ 588538 w 588552"/>
              <a:gd name="connsiteY5" fmla="*/ 608062 h 1085815"/>
              <a:gd name="connsiteX6" fmla="*/ 571893 w 588552"/>
              <a:gd name="connsiteY6" fmla="*/ 669975 h 1085815"/>
              <a:gd name="connsiteX7" fmla="*/ 533793 w 588552"/>
              <a:gd name="connsiteY7" fmla="*/ 791419 h 1085815"/>
              <a:gd name="connsiteX8" fmla="*/ 374249 w 588552"/>
              <a:gd name="connsiteY8" fmla="*/ 989062 h 1085815"/>
              <a:gd name="connsiteX9" fmla="*/ 217087 w 588552"/>
              <a:gd name="connsiteY9" fmla="*/ 1084312 h 1085815"/>
              <a:gd name="connsiteX10" fmla="*/ 171843 w 588552"/>
              <a:gd name="connsiteY10" fmla="*/ 1036687 h 1085815"/>
              <a:gd name="connsiteX11" fmla="*/ 98024 w 588552"/>
              <a:gd name="connsiteY11" fmla="*/ 898575 h 1085815"/>
              <a:gd name="connsiteX12" fmla="*/ 14680 w 588552"/>
              <a:gd name="connsiteY12" fmla="*/ 598537 h 1085815"/>
              <a:gd name="connsiteX13" fmla="*/ 393 w 588552"/>
              <a:gd name="connsiteY13" fmla="*/ 341362 h 1085815"/>
              <a:gd name="connsiteX14" fmla="*/ 19443 w 588552"/>
              <a:gd name="connsiteY14" fmla="*/ 134194 h 1085815"/>
              <a:gd name="connsiteX15" fmla="*/ 40851 w 588552"/>
              <a:gd name="connsiteY15" fmla="*/ 60376 h 1085815"/>
              <a:gd name="connsiteX16" fmla="*/ 55161 w 588552"/>
              <a:gd name="connsiteY16" fmla="*/ 844 h 1085815"/>
              <a:gd name="connsiteX0" fmla="*/ 55161 w 588552"/>
              <a:gd name="connsiteY0" fmla="*/ 884 h 1085855"/>
              <a:gd name="connsiteX1" fmla="*/ 307574 w 588552"/>
              <a:gd name="connsiteY1" fmla="*/ 105659 h 1085855"/>
              <a:gd name="connsiteX2" fmla="*/ 476643 w 588552"/>
              <a:gd name="connsiteY2" fmla="*/ 279490 h 1085855"/>
              <a:gd name="connsiteX3" fmla="*/ 548057 w 588552"/>
              <a:gd name="connsiteY3" fmla="*/ 398552 h 1085855"/>
              <a:gd name="connsiteX4" fmla="*/ 574274 w 588552"/>
              <a:gd name="connsiteY4" fmla="*/ 496184 h 1085855"/>
              <a:gd name="connsiteX5" fmla="*/ 588538 w 588552"/>
              <a:gd name="connsiteY5" fmla="*/ 608102 h 1085855"/>
              <a:gd name="connsiteX6" fmla="*/ 571893 w 588552"/>
              <a:gd name="connsiteY6" fmla="*/ 670015 h 1085855"/>
              <a:gd name="connsiteX7" fmla="*/ 533793 w 588552"/>
              <a:gd name="connsiteY7" fmla="*/ 791459 h 1085855"/>
              <a:gd name="connsiteX8" fmla="*/ 374249 w 588552"/>
              <a:gd name="connsiteY8" fmla="*/ 989102 h 1085855"/>
              <a:gd name="connsiteX9" fmla="*/ 217087 w 588552"/>
              <a:gd name="connsiteY9" fmla="*/ 1084352 h 1085855"/>
              <a:gd name="connsiteX10" fmla="*/ 171843 w 588552"/>
              <a:gd name="connsiteY10" fmla="*/ 1036727 h 1085855"/>
              <a:gd name="connsiteX11" fmla="*/ 98024 w 588552"/>
              <a:gd name="connsiteY11" fmla="*/ 898615 h 1085855"/>
              <a:gd name="connsiteX12" fmla="*/ 14680 w 588552"/>
              <a:gd name="connsiteY12" fmla="*/ 598577 h 1085855"/>
              <a:gd name="connsiteX13" fmla="*/ 393 w 588552"/>
              <a:gd name="connsiteY13" fmla="*/ 341402 h 1085855"/>
              <a:gd name="connsiteX14" fmla="*/ 19443 w 588552"/>
              <a:gd name="connsiteY14" fmla="*/ 134234 h 1085855"/>
              <a:gd name="connsiteX15" fmla="*/ 40851 w 588552"/>
              <a:gd name="connsiteY15" fmla="*/ 60416 h 1085855"/>
              <a:gd name="connsiteX16" fmla="*/ 55161 w 588552"/>
              <a:gd name="connsiteY16" fmla="*/ 884 h 1085855"/>
              <a:gd name="connsiteX0" fmla="*/ 54820 w 588211"/>
              <a:gd name="connsiteY0" fmla="*/ 884 h 1085855"/>
              <a:gd name="connsiteX1" fmla="*/ 307233 w 588211"/>
              <a:gd name="connsiteY1" fmla="*/ 105659 h 1085855"/>
              <a:gd name="connsiteX2" fmla="*/ 476302 w 588211"/>
              <a:gd name="connsiteY2" fmla="*/ 279490 h 1085855"/>
              <a:gd name="connsiteX3" fmla="*/ 547716 w 588211"/>
              <a:gd name="connsiteY3" fmla="*/ 398552 h 1085855"/>
              <a:gd name="connsiteX4" fmla="*/ 573933 w 588211"/>
              <a:gd name="connsiteY4" fmla="*/ 496184 h 1085855"/>
              <a:gd name="connsiteX5" fmla="*/ 588197 w 588211"/>
              <a:gd name="connsiteY5" fmla="*/ 608102 h 1085855"/>
              <a:gd name="connsiteX6" fmla="*/ 571552 w 588211"/>
              <a:gd name="connsiteY6" fmla="*/ 670015 h 1085855"/>
              <a:gd name="connsiteX7" fmla="*/ 533452 w 588211"/>
              <a:gd name="connsiteY7" fmla="*/ 791459 h 1085855"/>
              <a:gd name="connsiteX8" fmla="*/ 373908 w 588211"/>
              <a:gd name="connsiteY8" fmla="*/ 989102 h 1085855"/>
              <a:gd name="connsiteX9" fmla="*/ 216746 w 588211"/>
              <a:gd name="connsiteY9" fmla="*/ 1084352 h 1085855"/>
              <a:gd name="connsiteX10" fmla="*/ 171502 w 588211"/>
              <a:gd name="connsiteY10" fmla="*/ 1036727 h 1085855"/>
              <a:gd name="connsiteX11" fmla="*/ 97683 w 588211"/>
              <a:gd name="connsiteY11" fmla="*/ 898615 h 1085855"/>
              <a:gd name="connsiteX12" fmla="*/ 23864 w 588211"/>
              <a:gd name="connsiteY12" fmla="*/ 600959 h 1085855"/>
              <a:gd name="connsiteX13" fmla="*/ 52 w 588211"/>
              <a:gd name="connsiteY13" fmla="*/ 341402 h 1085855"/>
              <a:gd name="connsiteX14" fmla="*/ 19102 w 588211"/>
              <a:gd name="connsiteY14" fmla="*/ 134234 h 1085855"/>
              <a:gd name="connsiteX15" fmla="*/ 40510 w 588211"/>
              <a:gd name="connsiteY15" fmla="*/ 60416 h 1085855"/>
              <a:gd name="connsiteX16" fmla="*/ 54820 w 588211"/>
              <a:gd name="connsiteY16" fmla="*/ 884 h 1085855"/>
              <a:gd name="connsiteX0" fmla="*/ 54827 w 588218"/>
              <a:gd name="connsiteY0" fmla="*/ 884 h 1085838"/>
              <a:gd name="connsiteX1" fmla="*/ 307240 w 588218"/>
              <a:gd name="connsiteY1" fmla="*/ 105659 h 1085838"/>
              <a:gd name="connsiteX2" fmla="*/ 476309 w 588218"/>
              <a:gd name="connsiteY2" fmla="*/ 279490 h 1085838"/>
              <a:gd name="connsiteX3" fmla="*/ 547723 w 588218"/>
              <a:gd name="connsiteY3" fmla="*/ 398552 h 1085838"/>
              <a:gd name="connsiteX4" fmla="*/ 573940 w 588218"/>
              <a:gd name="connsiteY4" fmla="*/ 496184 h 1085838"/>
              <a:gd name="connsiteX5" fmla="*/ 588204 w 588218"/>
              <a:gd name="connsiteY5" fmla="*/ 608102 h 1085838"/>
              <a:gd name="connsiteX6" fmla="*/ 571559 w 588218"/>
              <a:gd name="connsiteY6" fmla="*/ 670015 h 1085838"/>
              <a:gd name="connsiteX7" fmla="*/ 533459 w 588218"/>
              <a:gd name="connsiteY7" fmla="*/ 791459 h 1085838"/>
              <a:gd name="connsiteX8" fmla="*/ 373915 w 588218"/>
              <a:gd name="connsiteY8" fmla="*/ 989102 h 1085838"/>
              <a:gd name="connsiteX9" fmla="*/ 216753 w 588218"/>
              <a:gd name="connsiteY9" fmla="*/ 1084352 h 1085838"/>
              <a:gd name="connsiteX10" fmla="*/ 171509 w 588218"/>
              <a:gd name="connsiteY10" fmla="*/ 1036727 h 1085838"/>
              <a:gd name="connsiteX11" fmla="*/ 104834 w 588218"/>
              <a:gd name="connsiteY11" fmla="*/ 900996 h 1085838"/>
              <a:gd name="connsiteX12" fmla="*/ 23871 w 588218"/>
              <a:gd name="connsiteY12" fmla="*/ 600959 h 1085838"/>
              <a:gd name="connsiteX13" fmla="*/ 59 w 588218"/>
              <a:gd name="connsiteY13" fmla="*/ 341402 h 1085838"/>
              <a:gd name="connsiteX14" fmla="*/ 19109 w 588218"/>
              <a:gd name="connsiteY14" fmla="*/ 134234 h 1085838"/>
              <a:gd name="connsiteX15" fmla="*/ 40517 w 588218"/>
              <a:gd name="connsiteY15" fmla="*/ 60416 h 1085838"/>
              <a:gd name="connsiteX16" fmla="*/ 54827 w 588218"/>
              <a:gd name="connsiteY16" fmla="*/ 884 h 1085838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33459 w 588218"/>
              <a:gd name="connsiteY7" fmla="*/ 791459 h 1084911"/>
              <a:gd name="connsiteX8" fmla="*/ 373915 w 588218"/>
              <a:gd name="connsiteY8" fmla="*/ 989102 h 1084911"/>
              <a:gd name="connsiteX9" fmla="*/ 216753 w 588218"/>
              <a:gd name="connsiteY9" fmla="*/ 1084352 h 1084911"/>
              <a:gd name="connsiteX10" fmla="*/ 171509 w 588218"/>
              <a:gd name="connsiteY10" fmla="*/ 1022440 h 1084911"/>
              <a:gd name="connsiteX11" fmla="*/ 104834 w 588218"/>
              <a:gd name="connsiteY11" fmla="*/ 900996 h 1084911"/>
              <a:gd name="connsiteX12" fmla="*/ 23871 w 588218"/>
              <a:gd name="connsiteY12" fmla="*/ 600959 h 1084911"/>
              <a:gd name="connsiteX13" fmla="*/ 59 w 588218"/>
              <a:gd name="connsiteY13" fmla="*/ 341402 h 1084911"/>
              <a:gd name="connsiteX14" fmla="*/ 19109 w 588218"/>
              <a:gd name="connsiteY14" fmla="*/ 134234 h 1084911"/>
              <a:gd name="connsiteX15" fmla="*/ 40517 w 588218"/>
              <a:gd name="connsiteY15" fmla="*/ 60416 h 1084911"/>
              <a:gd name="connsiteX16" fmla="*/ 54827 w 588218"/>
              <a:gd name="connsiteY16" fmla="*/ 884 h 1084911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33459 w 588218"/>
              <a:gd name="connsiteY7" fmla="*/ 791459 h 1084911"/>
              <a:gd name="connsiteX8" fmla="*/ 481048 w 588218"/>
              <a:gd name="connsiteY8" fmla="*/ 877186 h 1084911"/>
              <a:gd name="connsiteX9" fmla="*/ 373915 w 588218"/>
              <a:gd name="connsiteY9" fmla="*/ 989102 h 1084911"/>
              <a:gd name="connsiteX10" fmla="*/ 216753 w 588218"/>
              <a:gd name="connsiteY10" fmla="*/ 1084352 h 1084911"/>
              <a:gd name="connsiteX11" fmla="*/ 171509 w 588218"/>
              <a:gd name="connsiteY11" fmla="*/ 1022440 h 1084911"/>
              <a:gd name="connsiteX12" fmla="*/ 104834 w 588218"/>
              <a:gd name="connsiteY12" fmla="*/ 900996 h 1084911"/>
              <a:gd name="connsiteX13" fmla="*/ 23871 w 588218"/>
              <a:gd name="connsiteY13" fmla="*/ 600959 h 1084911"/>
              <a:gd name="connsiteX14" fmla="*/ 59 w 588218"/>
              <a:gd name="connsiteY14" fmla="*/ 341402 h 1084911"/>
              <a:gd name="connsiteX15" fmla="*/ 19109 w 588218"/>
              <a:gd name="connsiteY15" fmla="*/ 134234 h 1084911"/>
              <a:gd name="connsiteX16" fmla="*/ 40517 w 588218"/>
              <a:gd name="connsiteY16" fmla="*/ 60416 h 1084911"/>
              <a:gd name="connsiteX17" fmla="*/ 54827 w 588218"/>
              <a:gd name="connsiteY17" fmla="*/ 884 h 1084911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59629 w 588218"/>
              <a:gd name="connsiteY7" fmla="*/ 741454 h 1084911"/>
              <a:gd name="connsiteX8" fmla="*/ 533459 w 588218"/>
              <a:gd name="connsiteY8" fmla="*/ 791459 h 1084911"/>
              <a:gd name="connsiteX9" fmla="*/ 481048 w 588218"/>
              <a:gd name="connsiteY9" fmla="*/ 877186 h 1084911"/>
              <a:gd name="connsiteX10" fmla="*/ 373915 w 588218"/>
              <a:gd name="connsiteY10" fmla="*/ 989102 h 1084911"/>
              <a:gd name="connsiteX11" fmla="*/ 216753 w 588218"/>
              <a:gd name="connsiteY11" fmla="*/ 1084352 h 1084911"/>
              <a:gd name="connsiteX12" fmla="*/ 171509 w 588218"/>
              <a:gd name="connsiteY12" fmla="*/ 1022440 h 1084911"/>
              <a:gd name="connsiteX13" fmla="*/ 104834 w 588218"/>
              <a:gd name="connsiteY13" fmla="*/ 900996 h 1084911"/>
              <a:gd name="connsiteX14" fmla="*/ 23871 w 588218"/>
              <a:gd name="connsiteY14" fmla="*/ 600959 h 1084911"/>
              <a:gd name="connsiteX15" fmla="*/ 59 w 588218"/>
              <a:gd name="connsiteY15" fmla="*/ 341402 h 1084911"/>
              <a:gd name="connsiteX16" fmla="*/ 19109 w 588218"/>
              <a:gd name="connsiteY16" fmla="*/ 134234 h 1084911"/>
              <a:gd name="connsiteX17" fmla="*/ 40517 w 588218"/>
              <a:gd name="connsiteY17" fmla="*/ 60416 h 1084911"/>
              <a:gd name="connsiteX18" fmla="*/ 54827 w 588218"/>
              <a:gd name="connsiteY18" fmla="*/ 884 h 1084911"/>
              <a:gd name="connsiteX0" fmla="*/ 100071 w 588218"/>
              <a:gd name="connsiteY0" fmla="*/ 1049 h 1073170"/>
              <a:gd name="connsiteX1" fmla="*/ 307240 w 588218"/>
              <a:gd name="connsiteY1" fmla="*/ 93918 h 1073170"/>
              <a:gd name="connsiteX2" fmla="*/ 476309 w 588218"/>
              <a:gd name="connsiteY2" fmla="*/ 267749 h 1073170"/>
              <a:gd name="connsiteX3" fmla="*/ 547723 w 588218"/>
              <a:gd name="connsiteY3" fmla="*/ 386811 h 1073170"/>
              <a:gd name="connsiteX4" fmla="*/ 573940 w 588218"/>
              <a:gd name="connsiteY4" fmla="*/ 484443 h 1073170"/>
              <a:gd name="connsiteX5" fmla="*/ 588204 w 588218"/>
              <a:gd name="connsiteY5" fmla="*/ 596361 h 1073170"/>
              <a:gd name="connsiteX6" fmla="*/ 571559 w 588218"/>
              <a:gd name="connsiteY6" fmla="*/ 658274 h 1073170"/>
              <a:gd name="connsiteX7" fmla="*/ 559629 w 588218"/>
              <a:gd name="connsiteY7" fmla="*/ 729713 h 1073170"/>
              <a:gd name="connsiteX8" fmla="*/ 533459 w 588218"/>
              <a:gd name="connsiteY8" fmla="*/ 779718 h 1073170"/>
              <a:gd name="connsiteX9" fmla="*/ 481048 w 588218"/>
              <a:gd name="connsiteY9" fmla="*/ 865445 h 1073170"/>
              <a:gd name="connsiteX10" fmla="*/ 373915 w 588218"/>
              <a:gd name="connsiteY10" fmla="*/ 977361 h 1073170"/>
              <a:gd name="connsiteX11" fmla="*/ 216753 w 588218"/>
              <a:gd name="connsiteY11" fmla="*/ 1072611 h 1073170"/>
              <a:gd name="connsiteX12" fmla="*/ 171509 w 588218"/>
              <a:gd name="connsiteY12" fmla="*/ 1010699 h 1073170"/>
              <a:gd name="connsiteX13" fmla="*/ 104834 w 588218"/>
              <a:gd name="connsiteY13" fmla="*/ 889255 h 1073170"/>
              <a:gd name="connsiteX14" fmla="*/ 23871 w 588218"/>
              <a:gd name="connsiteY14" fmla="*/ 589218 h 1073170"/>
              <a:gd name="connsiteX15" fmla="*/ 59 w 588218"/>
              <a:gd name="connsiteY15" fmla="*/ 329661 h 1073170"/>
              <a:gd name="connsiteX16" fmla="*/ 19109 w 588218"/>
              <a:gd name="connsiteY16" fmla="*/ 122493 h 1073170"/>
              <a:gd name="connsiteX17" fmla="*/ 40517 w 588218"/>
              <a:gd name="connsiteY17" fmla="*/ 48675 h 1073170"/>
              <a:gd name="connsiteX18" fmla="*/ 100071 w 588218"/>
              <a:gd name="connsiteY18" fmla="*/ 1049 h 1073170"/>
              <a:gd name="connsiteX0" fmla="*/ 100071 w 588218"/>
              <a:gd name="connsiteY0" fmla="*/ 7068 h 1079189"/>
              <a:gd name="connsiteX1" fmla="*/ 307240 w 588218"/>
              <a:gd name="connsiteY1" fmla="*/ 99937 h 1079189"/>
              <a:gd name="connsiteX2" fmla="*/ 476309 w 588218"/>
              <a:gd name="connsiteY2" fmla="*/ 273768 h 1079189"/>
              <a:gd name="connsiteX3" fmla="*/ 547723 w 588218"/>
              <a:gd name="connsiteY3" fmla="*/ 392830 h 1079189"/>
              <a:gd name="connsiteX4" fmla="*/ 573940 w 588218"/>
              <a:gd name="connsiteY4" fmla="*/ 490462 h 1079189"/>
              <a:gd name="connsiteX5" fmla="*/ 588204 w 588218"/>
              <a:gd name="connsiteY5" fmla="*/ 602380 h 1079189"/>
              <a:gd name="connsiteX6" fmla="*/ 571559 w 588218"/>
              <a:gd name="connsiteY6" fmla="*/ 664293 h 1079189"/>
              <a:gd name="connsiteX7" fmla="*/ 559629 w 588218"/>
              <a:gd name="connsiteY7" fmla="*/ 735732 h 1079189"/>
              <a:gd name="connsiteX8" fmla="*/ 533459 w 588218"/>
              <a:gd name="connsiteY8" fmla="*/ 785737 h 1079189"/>
              <a:gd name="connsiteX9" fmla="*/ 481048 w 588218"/>
              <a:gd name="connsiteY9" fmla="*/ 871464 h 1079189"/>
              <a:gd name="connsiteX10" fmla="*/ 373915 w 588218"/>
              <a:gd name="connsiteY10" fmla="*/ 983380 h 1079189"/>
              <a:gd name="connsiteX11" fmla="*/ 216753 w 588218"/>
              <a:gd name="connsiteY11" fmla="*/ 1078630 h 1079189"/>
              <a:gd name="connsiteX12" fmla="*/ 171509 w 588218"/>
              <a:gd name="connsiteY12" fmla="*/ 1016718 h 1079189"/>
              <a:gd name="connsiteX13" fmla="*/ 104834 w 588218"/>
              <a:gd name="connsiteY13" fmla="*/ 895274 h 1079189"/>
              <a:gd name="connsiteX14" fmla="*/ 23871 w 588218"/>
              <a:gd name="connsiteY14" fmla="*/ 595237 h 1079189"/>
              <a:gd name="connsiteX15" fmla="*/ 59 w 588218"/>
              <a:gd name="connsiteY15" fmla="*/ 335680 h 1079189"/>
              <a:gd name="connsiteX16" fmla="*/ 19109 w 588218"/>
              <a:gd name="connsiteY16" fmla="*/ 128512 h 1079189"/>
              <a:gd name="connsiteX17" fmla="*/ 40517 w 588218"/>
              <a:gd name="connsiteY17" fmla="*/ 54694 h 1079189"/>
              <a:gd name="connsiteX18" fmla="*/ 52423 w 588218"/>
              <a:gd name="connsiteY18" fmla="*/ 11831 h 1079189"/>
              <a:gd name="connsiteX19" fmla="*/ 100071 w 588218"/>
              <a:gd name="connsiteY19" fmla="*/ 7068 h 1079189"/>
              <a:gd name="connsiteX0" fmla="*/ 90834 w 578981"/>
              <a:gd name="connsiteY0" fmla="*/ 7068 h 1079189"/>
              <a:gd name="connsiteX1" fmla="*/ 298003 w 578981"/>
              <a:gd name="connsiteY1" fmla="*/ 99937 h 1079189"/>
              <a:gd name="connsiteX2" fmla="*/ 467072 w 578981"/>
              <a:gd name="connsiteY2" fmla="*/ 273768 h 1079189"/>
              <a:gd name="connsiteX3" fmla="*/ 538486 w 578981"/>
              <a:gd name="connsiteY3" fmla="*/ 392830 h 1079189"/>
              <a:gd name="connsiteX4" fmla="*/ 564703 w 578981"/>
              <a:gd name="connsiteY4" fmla="*/ 490462 h 1079189"/>
              <a:gd name="connsiteX5" fmla="*/ 578967 w 578981"/>
              <a:gd name="connsiteY5" fmla="*/ 602380 h 1079189"/>
              <a:gd name="connsiteX6" fmla="*/ 562322 w 578981"/>
              <a:gd name="connsiteY6" fmla="*/ 664293 h 1079189"/>
              <a:gd name="connsiteX7" fmla="*/ 550392 w 578981"/>
              <a:gd name="connsiteY7" fmla="*/ 735732 h 1079189"/>
              <a:gd name="connsiteX8" fmla="*/ 524222 w 578981"/>
              <a:gd name="connsiteY8" fmla="*/ 785737 h 1079189"/>
              <a:gd name="connsiteX9" fmla="*/ 471811 w 578981"/>
              <a:gd name="connsiteY9" fmla="*/ 871464 h 1079189"/>
              <a:gd name="connsiteX10" fmla="*/ 364678 w 578981"/>
              <a:gd name="connsiteY10" fmla="*/ 983380 h 1079189"/>
              <a:gd name="connsiteX11" fmla="*/ 207516 w 578981"/>
              <a:gd name="connsiteY11" fmla="*/ 1078630 h 1079189"/>
              <a:gd name="connsiteX12" fmla="*/ 162272 w 578981"/>
              <a:gd name="connsiteY12" fmla="*/ 1016718 h 1079189"/>
              <a:gd name="connsiteX13" fmla="*/ 95597 w 578981"/>
              <a:gd name="connsiteY13" fmla="*/ 895274 h 1079189"/>
              <a:gd name="connsiteX14" fmla="*/ 14634 w 578981"/>
              <a:gd name="connsiteY14" fmla="*/ 595237 h 1079189"/>
              <a:gd name="connsiteX15" fmla="*/ 347 w 578981"/>
              <a:gd name="connsiteY15" fmla="*/ 338061 h 1079189"/>
              <a:gd name="connsiteX16" fmla="*/ 9872 w 578981"/>
              <a:gd name="connsiteY16" fmla="*/ 128512 h 1079189"/>
              <a:gd name="connsiteX17" fmla="*/ 31280 w 578981"/>
              <a:gd name="connsiteY17" fmla="*/ 54694 h 1079189"/>
              <a:gd name="connsiteX18" fmla="*/ 43186 w 578981"/>
              <a:gd name="connsiteY18" fmla="*/ 11831 h 1079189"/>
              <a:gd name="connsiteX19" fmla="*/ 90834 w 578981"/>
              <a:gd name="connsiteY19" fmla="*/ 7068 h 1079189"/>
              <a:gd name="connsiteX0" fmla="*/ 90834 w 578981"/>
              <a:gd name="connsiteY0" fmla="*/ 7068 h 1079189"/>
              <a:gd name="connsiteX1" fmla="*/ 298003 w 578981"/>
              <a:gd name="connsiteY1" fmla="*/ 99937 h 1079189"/>
              <a:gd name="connsiteX2" fmla="*/ 467072 w 578981"/>
              <a:gd name="connsiteY2" fmla="*/ 273768 h 1079189"/>
              <a:gd name="connsiteX3" fmla="*/ 538486 w 578981"/>
              <a:gd name="connsiteY3" fmla="*/ 392830 h 1079189"/>
              <a:gd name="connsiteX4" fmla="*/ 564703 w 578981"/>
              <a:gd name="connsiteY4" fmla="*/ 490462 h 1079189"/>
              <a:gd name="connsiteX5" fmla="*/ 578967 w 578981"/>
              <a:gd name="connsiteY5" fmla="*/ 602380 h 1079189"/>
              <a:gd name="connsiteX6" fmla="*/ 562322 w 578981"/>
              <a:gd name="connsiteY6" fmla="*/ 664293 h 1079189"/>
              <a:gd name="connsiteX7" fmla="*/ 550392 w 578981"/>
              <a:gd name="connsiteY7" fmla="*/ 735732 h 1079189"/>
              <a:gd name="connsiteX8" fmla="*/ 524222 w 578981"/>
              <a:gd name="connsiteY8" fmla="*/ 785737 h 1079189"/>
              <a:gd name="connsiteX9" fmla="*/ 471811 w 578981"/>
              <a:gd name="connsiteY9" fmla="*/ 871464 h 1079189"/>
              <a:gd name="connsiteX10" fmla="*/ 364678 w 578981"/>
              <a:gd name="connsiteY10" fmla="*/ 983380 h 1079189"/>
              <a:gd name="connsiteX11" fmla="*/ 207516 w 578981"/>
              <a:gd name="connsiteY11" fmla="*/ 1078630 h 1079189"/>
              <a:gd name="connsiteX12" fmla="*/ 162272 w 578981"/>
              <a:gd name="connsiteY12" fmla="*/ 1016718 h 1079189"/>
              <a:gd name="connsiteX13" fmla="*/ 95597 w 578981"/>
              <a:gd name="connsiteY13" fmla="*/ 895274 h 1079189"/>
              <a:gd name="connsiteX14" fmla="*/ 14634 w 578981"/>
              <a:gd name="connsiteY14" fmla="*/ 595237 h 1079189"/>
              <a:gd name="connsiteX15" fmla="*/ 347 w 578981"/>
              <a:gd name="connsiteY15" fmla="*/ 338061 h 1079189"/>
              <a:gd name="connsiteX16" fmla="*/ 19397 w 578981"/>
              <a:gd name="connsiteY16" fmla="*/ 133274 h 1079189"/>
              <a:gd name="connsiteX17" fmla="*/ 31280 w 578981"/>
              <a:gd name="connsiteY17" fmla="*/ 54694 h 1079189"/>
              <a:gd name="connsiteX18" fmla="*/ 43186 w 578981"/>
              <a:gd name="connsiteY18" fmla="*/ 11831 h 1079189"/>
              <a:gd name="connsiteX19" fmla="*/ 90834 w 578981"/>
              <a:gd name="connsiteY19" fmla="*/ 7068 h 1079189"/>
              <a:gd name="connsiteX0" fmla="*/ 90834 w 578981"/>
              <a:gd name="connsiteY0" fmla="*/ 7068 h 1083013"/>
              <a:gd name="connsiteX1" fmla="*/ 298003 w 578981"/>
              <a:gd name="connsiteY1" fmla="*/ 99937 h 1083013"/>
              <a:gd name="connsiteX2" fmla="*/ 467072 w 578981"/>
              <a:gd name="connsiteY2" fmla="*/ 273768 h 1083013"/>
              <a:gd name="connsiteX3" fmla="*/ 538486 w 578981"/>
              <a:gd name="connsiteY3" fmla="*/ 392830 h 1083013"/>
              <a:gd name="connsiteX4" fmla="*/ 564703 w 578981"/>
              <a:gd name="connsiteY4" fmla="*/ 490462 h 1083013"/>
              <a:gd name="connsiteX5" fmla="*/ 578967 w 578981"/>
              <a:gd name="connsiteY5" fmla="*/ 602380 h 1083013"/>
              <a:gd name="connsiteX6" fmla="*/ 562322 w 578981"/>
              <a:gd name="connsiteY6" fmla="*/ 664293 h 1083013"/>
              <a:gd name="connsiteX7" fmla="*/ 550392 w 578981"/>
              <a:gd name="connsiteY7" fmla="*/ 735732 h 1083013"/>
              <a:gd name="connsiteX8" fmla="*/ 524222 w 578981"/>
              <a:gd name="connsiteY8" fmla="*/ 785737 h 1083013"/>
              <a:gd name="connsiteX9" fmla="*/ 471811 w 578981"/>
              <a:gd name="connsiteY9" fmla="*/ 871464 h 1083013"/>
              <a:gd name="connsiteX10" fmla="*/ 364678 w 578981"/>
              <a:gd name="connsiteY10" fmla="*/ 983380 h 1083013"/>
              <a:gd name="connsiteX11" fmla="*/ 207516 w 578981"/>
              <a:gd name="connsiteY11" fmla="*/ 1078630 h 1083013"/>
              <a:gd name="connsiteX12" fmla="*/ 188442 w 578981"/>
              <a:gd name="connsiteY12" fmla="*/ 1061964 h 1083013"/>
              <a:gd name="connsiteX13" fmla="*/ 162272 w 578981"/>
              <a:gd name="connsiteY13" fmla="*/ 1016718 h 1083013"/>
              <a:gd name="connsiteX14" fmla="*/ 95597 w 578981"/>
              <a:gd name="connsiteY14" fmla="*/ 895274 h 1083013"/>
              <a:gd name="connsiteX15" fmla="*/ 14634 w 578981"/>
              <a:gd name="connsiteY15" fmla="*/ 595237 h 1083013"/>
              <a:gd name="connsiteX16" fmla="*/ 347 w 578981"/>
              <a:gd name="connsiteY16" fmla="*/ 338061 h 1083013"/>
              <a:gd name="connsiteX17" fmla="*/ 19397 w 578981"/>
              <a:gd name="connsiteY17" fmla="*/ 133274 h 1083013"/>
              <a:gd name="connsiteX18" fmla="*/ 31280 w 578981"/>
              <a:gd name="connsiteY18" fmla="*/ 54694 h 1083013"/>
              <a:gd name="connsiteX19" fmla="*/ 43186 w 578981"/>
              <a:gd name="connsiteY19" fmla="*/ 11831 h 1083013"/>
              <a:gd name="connsiteX20" fmla="*/ 90834 w 578981"/>
              <a:gd name="connsiteY20" fmla="*/ 7068 h 1083013"/>
              <a:gd name="connsiteX0" fmla="*/ 90834 w 578981"/>
              <a:gd name="connsiteY0" fmla="*/ 7068 h 1083013"/>
              <a:gd name="connsiteX1" fmla="*/ 298003 w 578981"/>
              <a:gd name="connsiteY1" fmla="*/ 99937 h 1083013"/>
              <a:gd name="connsiteX2" fmla="*/ 467072 w 578981"/>
              <a:gd name="connsiteY2" fmla="*/ 273768 h 1083013"/>
              <a:gd name="connsiteX3" fmla="*/ 538486 w 578981"/>
              <a:gd name="connsiteY3" fmla="*/ 392830 h 1083013"/>
              <a:gd name="connsiteX4" fmla="*/ 564703 w 578981"/>
              <a:gd name="connsiteY4" fmla="*/ 490462 h 1083013"/>
              <a:gd name="connsiteX5" fmla="*/ 578967 w 578981"/>
              <a:gd name="connsiteY5" fmla="*/ 602380 h 1083013"/>
              <a:gd name="connsiteX6" fmla="*/ 562322 w 578981"/>
              <a:gd name="connsiteY6" fmla="*/ 664293 h 1083013"/>
              <a:gd name="connsiteX7" fmla="*/ 550392 w 578981"/>
              <a:gd name="connsiteY7" fmla="*/ 735732 h 1083013"/>
              <a:gd name="connsiteX8" fmla="*/ 524222 w 578981"/>
              <a:gd name="connsiteY8" fmla="*/ 785737 h 1083013"/>
              <a:gd name="connsiteX9" fmla="*/ 471811 w 578981"/>
              <a:gd name="connsiteY9" fmla="*/ 871464 h 1083013"/>
              <a:gd name="connsiteX10" fmla="*/ 364678 w 578981"/>
              <a:gd name="connsiteY10" fmla="*/ 983380 h 1083013"/>
              <a:gd name="connsiteX11" fmla="*/ 224185 w 578981"/>
              <a:gd name="connsiteY11" fmla="*/ 1078630 h 1083013"/>
              <a:gd name="connsiteX12" fmla="*/ 188442 w 578981"/>
              <a:gd name="connsiteY12" fmla="*/ 1061964 h 1083013"/>
              <a:gd name="connsiteX13" fmla="*/ 162272 w 578981"/>
              <a:gd name="connsiteY13" fmla="*/ 1016718 h 1083013"/>
              <a:gd name="connsiteX14" fmla="*/ 95597 w 578981"/>
              <a:gd name="connsiteY14" fmla="*/ 895274 h 1083013"/>
              <a:gd name="connsiteX15" fmla="*/ 14634 w 578981"/>
              <a:gd name="connsiteY15" fmla="*/ 595237 h 1083013"/>
              <a:gd name="connsiteX16" fmla="*/ 347 w 578981"/>
              <a:gd name="connsiteY16" fmla="*/ 338061 h 1083013"/>
              <a:gd name="connsiteX17" fmla="*/ 19397 w 578981"/>
              <a:gd name="connsiteY17" fmla="*/ 133274 h 1083013"/>
              <a:gd name="connsiteX18" fmla="*/ 31280 w 578981"/>
              <a:gd name="connsiteY18" fmla="*/ 54694 h 1083013"/>
              <a:gd name="connsiteX19" fmla="*/ 43186 w 578981"/>
              <a:gd name="connsiteY19" fmla="*/ 11831 h 1083013"/>
              <a:gd name="connsiteX20" fmla="*/ 90834 w 578981"/>
              <a:gd name="connsiteY20" fmla="*/ 7068 h 108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78981" h="1083013">
                <a:moveTo>
                  <a:pt x="90834" y="7068"/>
                </a:moveTo>
                <a:cubicBezTo>
                  <a:pt x="133304" y="21752"/>
                  <a:pt x="235297" y="55487"/>
                  <a:pt x="298003" y="99937"/>
                </a:cubicBezTo>
                <a:cubicBezTo>
                  <a:pt x="360709" y="144387"/>
                  <a:pt x="426992" y="224953"/>
                  <a:pt x="467072" y="273768"/>
                </a:cubicBezTo>
                <a:cubicBezTo>
                  <a:pt x="507152" y="322583"/>
                  <a:pt x="522214" y="356714"/>
                  <a:pt x="538486" y="392830"/>
                </a:cubicBezTo>
                <a:cubicBezTo>
                  <a:pt x="554758" y="428946"/>
                  <a:pt x="557956" y="455537"/>
                  <a:pt x="564703" y="490462"/>
                </a:cubicBezTo>
                <a:cubicBezTo>
                  <a:pt x="571450" y="525387"/>
                  <a:pt x="579364" y="573408"/>
                  <a:pt x="578967" y="602380"/>
                </a:cubicBezTo>
                <a:cubicBezTo>
                  <a:pt x="578570" y="631352"/>
                  <a:pt x="567085" y="642068"/>
                  <a:pt x="562322" y="664293"/>
                </a:cubicBezTo>
                <a:cubicBezTo>
                  <a:pt x="557559" y="686518"/>
                  <a:pt x="556742" y="715491"/>
                  <a:pt x="550392" y="735732"/>
                </a:cubicBezTo>
                <a:cubicBezTo>
                  <a:pt x="544042" y="755973"/>
                  <a:pt x="537319" y="763115"/>
                  <a:pt x="524222" y="785737"/>
                </a:cubicBezTo>
                <a:cubicBezTo>
                  <a:pt x="511125" y="808359"/>
                  <a:pt x="498402" y="838524"/>
                  <a:pt x="471811" y="871464"/>
                </a:cubicBezTo>
                <a:cubicBezTo>
                  <a:pt x="445220" y="904405"/>
                  <a:pt x="405949" y="948852"/>
                  <a:pt x="364678" y="983380"/>
                </a:cubicBezTo>
                <a:cubicBezTo>
                  <a:pt x="323407" y="1017908"/>
                  <a:pt x="253558" y="1065533"/>
                  <a:pt x="224185" y="1078630"/>
                </a:cubicBezTo>
                <a:cubicBezTo>
                  <a:pt x="194812" y="1091727"/>
                  <a:pt x="195983" y="1072283"/>
                  <a:pt x="188442" y="1061964"/>
                </a:cubicBezTo>
                <a:cubicBezTo>
                  <a:pt x="180901" y="1051645"/>
                  <a:pt x="177746" y="1044499"/>
                  <a:pt x="162272" y="1016718"/>
                </a:cubicBezTo>
                <a:cubicBezTo>
                  <a:pt x="146798" y="988937"/>
                  <a:pt x="120203" y="965521"/>
                  <a:pt x="95597" y="895274"/>
                </a:cubicBezTo>
                <a:cubicBezTo>
                  <a:pt x="70991" y="825027"/>
                  <a:pt x="30509" y="688106"/>
                  <a:pt x="14634" y="595237"/>
                </a:cubicBezTo>
                <a:cubicBezTo>
                  <a:pt x="-1241" y="502368"/>
                  <a:pt x="-447" y="415451"/>
                  <a:pt x="347" y="338061"/>
                </a:cubicBezTo>
                <a:cubicBezTo>
                  <a:pt x="1141" y="260671"/>
                  <a:pt x="14242" y="180502"/>
                  <a:pt x="19397" y="133274"/>
                </a:cubicBezTo>
                <a:cubicBezTo>
                  <a:pt x="24553" y="86046"/>
                  <a:pt x="27315" y="74935"/>
                  <a:pt x="31280" y="54694"/>
                </a:cubicBezTo>
                <a:cubicBezTo>
                  <a:pt x="35245" y="34454"/>
                  <a:pt x="33260" y="19769"/>
                  <a:pt x="43186" y="11831"/>
                </a:cubicBezTo>
                <a:cubicBezTo>
                  <a:pt x="53112" y="3893"/>
                  <a:pt x="48364" y="-7616"/>
                  <a:pt x="90834" y="7068"/>
                </a:cubicBezTo>
                <a:close/>
              </a:path>
            </a:pathLst>
          </a:cu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5" name="Grafik 14" descr="txp_fig.png">
            <a:extLst>
              <a:ext uri="{FF2B5EF4-FFF2-40B4-BE49-F238E27FC236}">
                <a16:creationId xmlns:a16="http://schemas.microsoft.com/office/drawing/2014/main" id="{E91E1B09-2074-6F37-855C-B157C0BD43D0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88005" y="4126443"/>
            <a:ext cx="244165" cy="2026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.png">
            <a:extLst>
              <a:ext uri="{FF2B5EF4-FFF2-40B4-BE49-F238E27FC236}">
                <a16:creationId xmlns:a16="http://schemas.microsoft.com/office/drawing/2014/main" id="{29F13BC2-186E-7BB3-E3E2-7BF266A5C82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0642" y="4136209"/>
            <a:ext cx="183124" cy="1831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txp_fig.png">
            <a:extLst>
              <a:ext uri="{FF2B5EF4-FFF2-40B4-BE49-F238E27FC236}">
                <a16:creationId xmlns:a16="http://schemas.microsoft.com/office/drawing/2014/main" id="{B3FF9668-A9B7-B914-33A7-34DB1A89172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88111" y="4126443"/>
            <a:ext cx="253932" cy="2026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.png">
            <a:extLst>
              <a:ext uri="{FF2B5EF4-FFF2-40B4-BE49-F238E27FC236}">
                <a16:creationId xmlns:a16="http://schemas.microsoft.com/office/drawing/2014/main" id="{AAE55795-F01D-981A-BDBD-51364509C71E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69011" y="3150986"/>
            <a:ext cx="141389" cy="1950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Grafik 20" descr="txp_fig.png">
            <a:extLst>
              <a:ext uri="{FF2B5EF4-FFF2-40B4-BE49-F238E27FC236}">
                <a16:creationId xmlns:a16="http://schemas.microsoft.com/office/drawing/2014/main" id="{D4C23EAB-A0AB-CEA7-515B-A66995D898E4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12160" y="4126443"/>
            <a:ext cx="651919" cy="2026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" name="Freihandform 80">
            <a:extLst>
              <a:ext uri="{FF2B5EF4-FFF2-40B4-BE49-F238E27FC236}">
                <a16:creationId xmlns:a16="http://schemas.microsoft.com/office/drawing/2014/main" id="{CFAC3DCA-1A83-17F5-E295-BFE234A75B12}"/>
              </a:ext>
            </a:extLst>
          </p:cNvPr>
          <p:cNvSpPr/>
          <p:nvPr/>
        </p:nvSpPr>
        <p:spPr bwMode="auto">
          <a:xfrm>
            <a:off x="7548628" y="2571818"/>
            <a:ext cx="578981" cy="1083013"/>
          </a:xfrm>
          <a:custGeom>
            <a:avLst/>
            <a:gdLst>
              <a:gd name="connsiteX0" fmla="*/ 43255 w 582276"/>
              <a:gd name="connsiteY0" fmla="*/ 262 h 1082852"/>
              <a:gd name="connsiteX1" fmla="*/ 307574 w 582276"/>
              <a:gd name="connsiteY1" fmla="*/ 102656 h 1082852"/>
              <a:gd name="connsiteX2" fmla="*/ 476643 w 582276"/>
              <a:gd name="connsiteY2" fmla="*/ 276487 h 1082852"/>
              <a:gd name="connsiteX3" fmla="*/ 574274 w 582276"/>
              <a:gd name="connsiteY3" fmla="*/ 493181 h 1082852"/>
              <a:gd name="connsiteX4" fmla="*/ 571893 w 582276"/>
              <a:gd name="connsiteY4" fmla="*/ 667012 h 1082852"/>
              <a:gd name="connsiteX5" fmla="*/ 533793 w 582276"/>
              <a:gd name="connsiteY5" fmla="*/ 788456 h 1082852"/>
              <a:gd name="connsiteX6" fmla="*/ 374249 w 582276"/>
              <a:gd name="connsiteY6" fmla="*/ 986099 h 1082852"/>
              <a:gd name="connsiteX7" fmla="*/ 217087 w 582276"/>
              <a:gd name="connsiteY7" fmla="*/ 1081349 h 1082852"/>
              <a:gd name="connsiteX8" fmla="*/ 171843 w 582276"/>
              <a:gd name="connsiteY8" fmla="*/ 1033724 h 1082852"/>
              <a:gd name="connsiteX9" fmla="*/ 98024 w 582276"/>
              <a:gd name="connsiteY9" fmla="*/ 895612 h 1082852"/>
              <a:gd name="connsiteX10" fmla="*/ 14680 w 582276"/>
              <a:gd name="connsiteY10" fmla="*/ 595574 h 1082852"/>
              <a:gd name="connsiteX11" fmla="*/ 393 w 582276"/>
              <a:gd name="connsiteY11" fmla="*/ 338399 h 1082852"/>
              <a:gd name="connsiteX12" fmla="*/ 19443 w 582276"/>
              <a:gd name="connsiteY12" fmla="*/ 131231 h 1082852"/>
              <a:gd name="connsiteX13" fmla="*/ 43255 w 582276"/>
              <a:gd name="connsiteY13" fmla="*/ 262 h 1082852"/>
              <a:gd name="connsiteX0" fmla="*/ 43255 w 577138"/>
              <a:gd name="connsiteY0" fmla="*/ 262 h 1082852"/>
              <a:gd name="connsiteX1" fmla="*/ 307574 w 577138"/>
              <a:gd name="connsiteY1" fmla="*/ 102656 h 1082852"/>
              <a:gd name="connsiteX2" fmla="*/ 476643 w 577138"/>
              <a:gd name="connsiteY2" fmla="*/ 276487 h 1082852"/>
              <a:gd name="connsiteX3" fmla="*/ 548057 w 577138"/>
              <a:gd name="connsiteY3" fmla="*/ 395549 h 1082852"/>
              <a:gd name="connsiteX4" fmla="*/ 574274 w 577138"/>
              <a:gd name="connsiteY4" fmla="*/ 493181 h 1082852"/>
              <a:gd name="connsiteX5" fmla="*/ 571893 w 577138"/>
              <a:gd name="connsiteY5" fmla="*/ 667012 h 1082852"/>
              <a:gd name="connsiteX6" fmla="*/ 533793 w 577138"/>
              <a:gd name="connsiteY6" fmla="*/ 788456 h 1082852"/>
              <a:gd name="connsiteX7" fmla="*/ 374249 w 577138"/>
              <a:gd name="connsiteY7" fmla="*/ 986099 h 1082852"/>
              <a:gd name="connsiteX8" fmla="*/ 217087 w 577138"/>
              <a:gd name="connsiteY8" fmla="*/ 1081349 h 1082852"/>
              <a:gd name="connsiteX9" fmla="*/ 171843 w 577138"/>
              <a:gd name="connsiteY9" fmla="*/ 1033724 h 1082852"/>
              <a:gd name="connsiteX10" fmla="*/ 98024 w 577138"/>
              <a:gd name="connsiteY10" fmla="*/ 895612 h 1082852"/>
              <a:gd name="connsiteX11" fmla="*/ 14680 w 577138"/>
              <a:gd name="connsiteY11" fmla="*/ 595574 h 1082852"/>
              <a:gd name="connsiteX12" fmla="*/ 393 w 577138"/>
              <a:gd name="connsiteY12" fmla="*/ 338399 h 1082852"/>
              <a:gd name="connsiteX13" fmla="*/ 19443 w 577138"/>
              <a:gd name="connsiteY13" fmla="*/ 131231 h 1082852"/>
              <a:gd name="connsiteX14" fmla="*/ 43255 w 577138"/>
              <a:gd name="connsiteY14" fmla="*/ 262 h 1082852"/>
              <a:gd name="connsiteX0" fmla="*/ 43255 w 588552"/>
              <a:gd name="connsiteY0" fmla="*/ 262 h 1082852"/>
              <a:gd name="connsiteX1" fmla="*/ 307574 w 588552"/>
              <a:gd name="connsiteY1" fmla="*/ 102656 h 1082852"/>
              <a:gd name="connsiteX2" fmla="*/ 476643 w 588552"/>
              <a:gd name="connsiteY2" fmla="*/ 276487 h 1082852"/>
              <a:gd name="connsiteX3" fmla="*/ 548057 w 588552"/>
              <a:gd name="connsiteY3" fmla="*/ 395549 h 1082852"/>
              <a:gd name="connsiteX4" fmla="*/ 574274 w 588552"/>
              <a:gd name="connsiteY4" fmla="*/ 493181 h 1082852"/>
              <a:gd name="connsiteX5" fmla="*/ 588538 w 588552"/>
              <a:gd name="connsiteY5" fmla="*/ 605099 h 1082852"/>
              <a:gd name="connsiteX6" fmla="*/ 571893 w 588552"/>
              <a:gd name="connsiteY6" fmla="*/ 667012 h 1082852"/>
              <a:gd name="connsiteX7" fmla="*/ 533793 w 588552"/>
              <a:gd name="connsiteY7" fmla="*/ 788456 h 1082852"/>
              <a:gd name="connsiteX8" fmla="*/ 374249 w 588552"/>
              <a:gd name="connsiteY8" fmla="*/ 986099 h 1082852"/>
              <a:gd name="connsiteX9" fmla="*/ 217087 w 588552"/>
              <a:gd name="connsiteY9" fmla="*/ 1081349 h 1082852"/>
              <a:gd name="connsiteX10" fmla="*/ 171843 w 588552"/>
              <a:gd name="connsiteY10" fmla="*/ 1033724 h 1082852"/>
              <a:gd name="connsiteX11" fmla="*/ 98024 w 588552"/>
              <a:gd name="connsiteY11" fmla="*/ 895612 h 1082852"/>
              <a:gd name="connsiteX12" fmla="*/ 14680 w 588552"/>
              <a:gd name="connsiteY12" fmla="*/ 595574 h 1082852"/>
              <a:gd name="connsiteX13" fmla="*/ 393 w 588552"/>
              <a:gd name="connsiteY13" fmla="*/ 338399 h 1082852"/>
              <a:gd name="connsiteX14" fmla="*/ 19443 w 588552"/>
              <a:gd name="connsiteY14" fmla="*/ 131231 h 1082852"/>
              <a:gd name="connsiteX15" fmla="*/ 43255 w 588552"/>
              <a:gd name="connsiteY15" fmla="*/ 262 h 1082852"/>
              <a:gd name="connsiteX0" fmla="*/ 55161 w 588552"/>
              <a:gd name="connsiteY0" fmla="*/ 254 h 1085225"/>
              <a:gd name="connsiteX1" fmla="*/ 307574 w 588552"/>
              <a:gd name="connsiteY1" fmla="*/ 105029 h 1085225"/>
              <a:gd name="connsiteX2" fmla="*/ 476643 w 588552"/>
              <a:gd name="connsiteY2" fmla="*/ 278860 h 1085225"/>
              <a:gd name="connsiteX3" fmla="*/ 548057 w 588552"/>
              <a:gd name="connsiteY3" fmla="*/ 397922 h 1085225"/>
              <a:gd name="connsiteX4" fmla="*/ 574274 w 588552"/>
              <a:gd name="connsiteY4" fmla="*/ 495554 h 1085225"/>
              <a:gd name="connsiteX5" fmla="*/ 588538 w 588552"/>
              <a:gd name="connsiteY5" fmla="*/ 607472 h 1085225"/>
              <a:gd name="connsiteX6" fmla="*/ 571893 w 588552"/>
              <a:gd name="connsiteY6" fmla="*/ 669385 h 1085225"/>
              <a:gd name="connsiteX7" fmla="*/ 533793 w 588552"/>
              <a:gd name="connsiteY7" fmla="*/ 790829 h 1085225"/>
              <a:gd name="connsiteX8" fmla="*/ 374249 w 588552"/>
              <a:gd name="connsiteY8" fmla="*/ 988472 h 1085225"/>
              <a:gd name="connsiteX9" fmla="*/ 217087 w 588552"/>
              <a:gd name="connsiteY9" fmla="*/ 1083722 h 1085225"/>
              <a:gd name="connsiteX10" fmla="*/ 171843 w 588552"/>
              <a:gd name="connsiteY10" fmla="*/ 1036097 h 1085225"/>
              <a:gd name="connsiteX11" fmla="*/ 98024 w 588552"/>
              <a:gd name="connsiteY11" fmla="*/ 897985 h 1085225"/>
              <a:gd name="connsiteX12" fmla="*/ 14680 w 588552"/>
              <a:gd name="connsiteY12" fmla="*/ 597947 h 1085225"/>
              <a:gd name="connsiteX13" fmla="*/ 393 w 588552"/>
              <a:gd name="connsiteY13" fmla="*/ 340772 h 1085225"/>
              <a:gd name="connsiteX14" fmla="*/ 19443 w 588552"/>
              <a:gd name="connsiteY14" fmla="*/ 133604 h 1085225"/>
              <a:gd name="connsiteX15" fmla="*/ 55161 w 588552"/>
              <a:gd name="connsiteY15" fmla="*/ 254 h 1085225"/>
              <a:gd name="connsiteX0" fmla="*/ 55161 w 588552"/>
              <a:gd name="connsiteY0" fmla="*/ 844 h 1085815"/>
              <a:gd name="connsiteX1" fmla="*/ 307574 w 588552"/>
              <a:gd name="connsiteY1" fmla="*/ 105619 h 1085815"/>
              <a:gd name="connsiteX2" fmla="*/ 476643 w 588552"/>
              <a:gd name="connsiteY2" fmla="*/ 279450 h 1085815"/>
              <a:gd name="connsiteX3" fmla="*/ 548057 w 588552"/>
              <a:gd name="connsiteY3" fmla="*/ 398512 h 1085815"/>
              <a:gd name="connsiteX4" fmla="*/ 574274 w 588552"/>
              <a:gd name="connsiteY4" fmla="*/ 496144 h 1085815"/>
              <a:gd name="connsiteX5" fmla="*/ 588538 w 588552"/>
              <a:gd name="connsiteY5" fmla="*/ 608062 h 1085815"/>
              <a:gd name="connsiteX6" fmla="*/ 571893 w 588552"/>
              <a:gd name="connsiteY6" fmla="*/ 669975 h 1085815"/>
              <a:gd name="connsiteX7" fmla="*/ 533793 w 588552"/>
              <a:gd name="connsiteY7" fmla="*/ 791419 h 1085815"/>
              <a:gd name="connsiteX8" fmla="*/ 374249 w 588552"/>
              <a:gd name="connsiteY8" fmla="*/ 989062 h 1085815"/>
              <a:gd name="connsiteX9" fmla="*/ 217087 w 588552"/>
              <a:gd name="connsiteY9" fmla="*/ 1084312 h 1085815"/>
              <a:gd name="connsiteX10" fmla="*/ 171843 w 588552"/>
              <a:gd name="connsiteY10" fmla="*/ 1036687 h 1085815"/>
              <a:gd name="connsiteX11" fmla="*/ 98024 w 588552"/>
              <a:gd name="connsiteY11" fmla="*/ 898575 h 1085815"/>
              <a:gd name="connsiteX12" fmla="*/ 14680 w 588552"/>
              <a:gd name="connsiteY12" fmla="*/ 598537 h 1085815"/>
              <a:gd name="connsiteX13" fmla="*/ 393 w 588552"/>
              <a:gd name="connsiteY13" fmla="*/ 341362 h 1085815"/>
              <a:gd name="connsiteX14" fmla="*/ 19443 w 588552"/>
              <a:gd name="connsiteY14" fmla="*/ 134194 h 1085815"/>
              <a:gd name="connsiteX15" fmla="*/ 40851 w 588552"/>
              <a:gd name="connsiteY15" fmla="*/ 60376 h 1085815"/>
              <a:gd name="connsiteX16" fmla="*/ 55161 w 588552"/>
              <a:gd name="connsiteY16" fmla="*/ 844 h 1085815"/>
              <a:gd name="connsiteX0" fmla="*/ 55161 w 588552"/>
              <a:gd name="connsiteY0" fmla="*/ 844 h 1085815"/>
              <a:gd name="connsiteX1" fmla="*/ 307574 w 588552"/>
              <a:gd name="connsiteY1" fmla="*/ 105619 h 1085815"/>
              <a:gd name="connsiteX2" fmla="*/ 476643 w 588552"/>
              <a:gd name="connsiteY2" fmla="*/ 279450 h 1085815"/>
              <a:gd name="connsiteX3" fmla="*/ 548057 w 588552"/>
              <a:gd name="connsiteY3" fmla="*/ 398512 h 1085815"/>
              <a:gd name="connsiteX4" fmla="*/ 574274 w 588552"/>
              <a:gd name="connsiteY4" fmla="*/ 496144 h 1085815"/>
              <a:gd name="connsiteX5" fmla="*/ 588538 w 588552"/>
              <a:gd name="connsiteY5" fmla="*/ 608062 h 1085815"/>
              <a:gd name="connsiteX6" fmla="*/ 571893 w 588552"/>
              <a:gd name="connsiteY6" fmla="*/ 669975 h 1085815"/>
              <a:gd name="connsiteX7" fmla="*/ 533793 w 588552"/>
              <a:gd name="connsiteY7" fmla="*/ 791419 h 1085815"/>
              <a:gd name="connsiteX8" fmla="*/ 374249 w 588552"/>
              <a:gd name="connsiteY8" fmla="*/ 989062 h 1085815"/>
              <a:gd name="connsiteX9" fmla="*/ 217087 w 588552"/>
              <a:gd name="connsiteY9" fmla="*/ 1084312 h 1085815"/>
              <a:gd name="connsiteX10" fmla="*/ 171843 w 588552"/>
              <a:gd name="connsiteY10" fmla="*/ 1036687 h 1085815"/>
              <a:gd name="connsiteX11" fmla="*/ 98024 w 588552"/>
              <a:gd name="connsiteY11" fmla="*/ 898575 h 1085815"/>
              <a:gd name="connsiteX12" fmla="*/ 14680 w 588552"/>
              <a:gd name="connsiteY12" fmla="*/ 598537 h 1085815"/>
              <a:gd name="connsiteX13" fmla="*/ 393 w 588552"/>
              <a:gd name="connsiteY13" fmla="*/ 341362 h 1085815"/>
              <a:gd name="connsiteX14" fmla="*/ 19443 w 588552"/>
              <a:gd name="connsiteY14" fmla="*/ 134194 h 1085815"/>
              <a:gd name="connsiteX15" fmla="*/ 40851 w 588552"/>
              <a:gd name="connsiteY15" fmla="*/ 60376 h 1085815"/>
              <a:gd name="connsiteX16" fmla="*/ 55161 w 588552"/>
              <a:gd name="connsiteY16" fmla="*/ 844 h 1085815"/>
              <a:gd name="connsiteX0" fmla="*/ 55161 w 588552"/>
              <a:gd name="connsiteY0" fmla="*/ 884 h 1085855"/>
              <a:gd name="connsiteX1" fmla="*/ 307574 w 588552"/>
              <a:gd name="connsiteY1" fmla="*/ 105659 h 1085855"/>
              <a:gd name="connsiteX2" fmla="*/ 476643 w 588552"/>
              <a:gd name="connsiteY2" fmla="*/ 279490 h 1085855"/>
              <a:gd name="connsiteX3" fmla="*/ 548057 w 588552"/>
              <a:gd name="connsiteY3" fmla="*/ 398552 h 1085855"/>
              <a:gd name="connsiteX4" fmla="*/ 574274 w 588552"/>
              <a:gd name="connsiteY4" fmla="*/ 496184 h 1085855"/>
              <a:gd name="connsiteX5" fmla="*/ 588538 w 588552"/>
              <a:gd name="connsiteY5" fmla="*/ 608102 h 1085855"/>
              <a:gd name="connsiteX6" fmla="*/ 571893 w 588552"/>
              <a:gd name="connsiteY6" fmla="*/ 670015 h 1085855"/>
              <a:gd name="connsiteX7" fmla="*/ 533793 w 588552"/>
              <a:gd name="connsiteY7" fmla="*/ 791459 h 1085855"/>
              <a:gd name="connsiteX8" fmla="*/ 374249 w 588552"/>
              <a:gd name="connsiteY8" fmla="*/ 989102 h 1085855"/>
              <a:gd name="connsiteX9" fmla="*/ 217087 w 588552"/>
              <a:gd name="connsiteY9" fmla="*/ 1084352 h 1085855"/>
              <a:gd name="connsiteX10" fmla="*/ 171843 w 588552"/>
              <a:gd name="connsiteY10" fmla="*/ 1036727 h 1085855"/>
              <a:gd name="connsiteX11" fmla="*/ 98024 w 588552"/>
              <a:gd name="connsiteY11" fmla="*/ 898615 h 1085855"/>
              <a:gd name="connsiteX12" fmla="*/ 14680 w 588552"/>
              <a:gd name="connsiteY12" fmla="*/ 598577 h 1085855"/>
              <a:gd name="connsiteX13" fmla="*/ 393 w 588552"/>
              <a:gd name="connsiteY13" fmla="*/ 341402 h 1085855"/>
              <a:gd name="connsiteX14" fmla="*/ 19443 w 588552"/>
              <a:gd name="connsiteY14" fmla="*/ 134234 h 1085855"/>
              <a:gd name="connsiteX15" fmla="*/ 40851 w 588552"/>
              <a:gd name="connsiteY15" fmla="*/ 60416 h 1085855"/>
              <a:gd name="connsiteX16" fmla="*/ 55161 w 588552"/>
              <a:gd name="connsiteY16" fmla="*/ 884 h 1085855"/>
              <a:gd name="connsiteX0" fmla="*/ 54820 w 588211"/>
              <a:gd name="connsiteY0" fmla="*/ 884 h 1085855"/>
              <a:gd name="connsiteX1" fmla="*/ 307233 w 588211"/>
              <a:gd name="connsiteY1" fmla="*/ 105659 h 1085855"/>
              <a:gd name="connsiteX2" fmla="*/ 476302 w 588211"/>
              <a:gd name="connsiteY2" fmla="*/ 279490 h 1085855"/>
              <a:gd name="connsiteX3" fmla="*/ 547716 w 588211"/>
              <a:gd name="connsiteY3" fmla="*/ 398552 h 1085855"/>
              <a:gd name="connsiteX4" fmla="*/ 573933 w 588211"/>
              <a:gd name="connsiteY4" fmla="*/ 496184 h 1085855"/>
              <a:gd name="connsiteX5" fmla="*/ 588197 w 588211"/>
              <a:gd name="connsiteY5" fmla="*/ 608102 h 1085855"/>
              <a:gd name="connsiteX6" fmla="*/ 571552 w 588211"/>
              <a:gd name="connsiteY6" fmla="*/ 670015 h 1085855"/>
              <a:gd name="connsiteX7" fmla="*/ 533452 w 588211"/>
              <a:gd name="connsiteY7" fmla="*/ 791459 h 1085855"/>
              <a:gd name="connsiteX8" fmla="*/ 373908 w 588211"/>
              <a:gd name="connsiteY8" fmla="*/ 989102 h 1085855"/>
              <a:gd name="connsiteX9" fmla="*/ 216746 w 588211"/>
              <a:gd name="connsiteY9" fmla="*/ 1084352 h 1085855"/>
              <a:gd name="connsiteX10" fmla="*/ 171502 w 588211"/>
              <a:gd name="connsiteY10" fmla="*/ 1036727 h 1085855"/>
              <a:gd name="connsiteX11" fmla="*/ 97683 w 588211"/>
              <a:gd name="connsiteY11" fmla="*/ 898615 h 1085855"/>
              <a:gd name="connsiteX12" fmla="*/ 23864 w 588211"/>
              <a:gd name="connsiteY12" fmla="*/ 600959 h 1085855"/>
              <a:gd name="connsiteX13" fmla="*/ 52 w 588211"/>
              <a:gd name="connsiteY13" fmla="*/ 341402 h 1085855"/>
              <a:gd name="connsiteX14" fmla="*/ 19102 w 588211"/>
              <a:gd name="connsiteY14" fmla="*/ 134234 h 1085855"/>
              <a:gd name="connsiteX15" fmla="*/ 40510 w 588211"/>
              <a:gd name="connsiteY15" fmla="*/ 60416 h 1085855"/>
              <a:gd name="connsiteX16" fmla="*/ 54820 w 588211"/>
              <a:gd name="connsiteY16" fmla="*/ 884 h 1085855"/>
              <a:gd name="connsiteX0" fmla="*/ 54827 w 588218"/>
              <a:gd name="connsiteY0" fmla="*/ 884 h 1085838"/>
              <a:gd name="connsiteX1" fmla="*/ 307240 w 588218"/>
              <a:gd name="connsiteY1" fmla="*/ 105659 h 1085838"/>
              <a:gd name="connsiteX2" fmla="*/ 476309 w 588218"/>
              <a:gd name="connsiteY2" fmla="*/ 279490 h 1085838"/>
              <a:gd name="connsiteX3" fmla="*/ 547723 w 588218"/>
              <a:gd name="connsiteY3" fmla="*/ 398552 h 1085838"/>
              <a:gd name="connsiteX4" fmla="*/ 573940 w 588218"/>
              <a:gd name="connsiteY4" fmla="*/ 496184 h 1085838"/>
              <a:gd name="connsiteX5" fmla="*/ 588204 w 588218"/>
              <a:gd name="connsiteY5" fmla="*/ 608102 h 1085838"/>
              <a:gd name="connsiteX6" fmla="*/ 571559 w 588218"/>
              <a:gd name="connsiteY6" fmla="*/ 670015 h 1085838"/>
              <a:gd name="connsiteX7" fmla="*/ 533459 w 588218"/>
              <a:gd name="connsiteY7" fmla="*/ 791459 h 1085838"/>
              <a:gd name="connsiteX8" fmla="*/ 373915 w 588218"/>
              <a:gd name="connsiteY8" fmla="*/ 989102 h 1085838"/>
              <a:gd name="connsiteX9" fmla="*/ 216753 w 588218"/>
              <a:gd name="connsiteY9" fmla="*/ 1084352 h 1085838"/>
              <a:gd name="connsiteX10" fmla="*/ 171509 w 588218"/>
              <a:gd name="connsiteY10" fmla="*/ 1036727 h 1085838"/>
              <a:gd name="connsiteX11" fmla="*/ 104834 w 588218"/>
              <a:gd name="connsiteY11" fmla="*/ 900996 h 1085838"/>
              <a:gd name="connsiteX12" fmla="*/ 23871 w 588218"/>
              <a:gd name="connsiteY12" fmla="*/ 600959 h 1085838"/>
              <a:gd name="connsiteX13" fmla="*/ 59 w 588218"/>
              <a:gd name="connsiteY13" fmla="*/ 341402 h 1085838"/>
              <a:gd name="connsiteX14" fmla="*/ 19109 w 588218"/>
              <a:gd name="connsiteY14" fmla="*/ 134234 h 1085838"/>
              <a:gd name="connsiteX15" fmla="*/ 40517 w 588218"/>
              <a:gd name="connsiteY15" fmla="*/ 60416 h 1085838"/>
              <a:gd name="connsiteX16" fmla="*/ 54827 w 588218"/>
              <a:gd name="connsiteY16" fmla="*/ 884 h 1085838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33459 w 588218"/>
              <a:gd name="connsiteY7" fmla="*/ 791459 h 1084911"/>
              <a:gd name="connsiteX8" fmla="*/ 373915 w 588218"/>
              <a:gd name="connsiteY8" fmla="*/ 989102 h 1084911"/>
              <a:gd name="connsiteX9" fmla="*/ 216753 w 588218"/>
              <a:gd name="connsiteY9" fmla="*/ 1084352 h 1084911"/>
              <a:gd name="connsiteX10" fmla="*/ 171509 w 588218"/>
              <a:gd name="connsiteY10" fmla="*/ 1022440 h 1084911"/>
              <a:gd name="connsiteX11" fmla="*/ 104834 w 588218"/>
              <a:gd name="connsiteY11" fmla="*/ 900996 h 1084911"/>
              <a:gd name="connsiteX12" fmla="*/ 23871 w 588218"/>
              <a:gd name="connsiteY12" fmla="*/ 600959 h 1084911"/>
              <a:gd name="connsiteX13" fmla="*/ 59 w 588218"/>
              <a:gd name="connsiteY13" fmla="*/ 341402 h 1084911"/>
              <a:gd name="connsiteX14" fmla="*/ 19109 w 588218"/>
              <a:gd name="connsiteY14" fmla="*/ 134234 h 1084911"/>
              <a:gd name="connsiteX15" fmla="*/ 40517 w 588218"/>
              <a:gd name="connsiteY15" fmla="*/ 60416 h 1084911"/>
              <a:gd name="connsiteX16" fmla="*/ 54827 w 588218"/>
              <a:gd name="connsiteY16" fmla="*/ 884 h 1084911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33459 w 588218"/>
              <a:gd name="connsiteY7" fmla="*/ 791459 h 1084911"/>
              <a:gd name="connsiteX8" fmla="*/ 481048 w 588218"/>
              <a:gd name="connsiteY8" fmla="*/ 877186 h 1084911"/>
              <a:gd name="connsiteX9" fmla="*/ 373915 w 588218"/>
              <a:gd name="connsiteY9" fmla="*/ 989102 h 1084911"/>
              <a:gd name="connsiteX10" fmla="*/ 216753 w 588218"/>
              <a:gd name="connsiteY10" fmla="*/ 1084352 h 1084911"/>
              <a:gd name="connsiteX11" fmla="*/ 171509 w 588218"/>
              <a:gd name="connsiteY11" fmla="*/ 1022440 h 1084911"/>
              <a:gd name="connsiteX12" fmla="*/ 104834 w 588218"/>
              <a:gd name="connsiteY12" fmla="*/ 900996 h 1084911"/>
              <a:gd name="connsiteX13" fmla="*/ 23871 w 588218"/>
              <a:gd name="connsiteY13" fmla="*/ 600959 h 1084911"/>
              <a:gd name="connsiteX14" fmla="*/ 59 w 588218"/>
              <a:gd name="connsiteY14" fmla="*/ 341402 h 1084911"/>
              <a:gd name="connsiteX15" fmla="*/ 19109 w 588218"/>
              <a:gd name="connsiteY15" fmla="*/ 134234 h 1084911"/>
              <a:gd name="connsiteX16" fmla="*/ 40517 w 588218"/>
              <a:gd name="connsiteY16" fmla="*/ 60416 h 1084911"/>
              <a:gd name="connsiteX17" fmla="*/ 54827 w 588218"/>
              <a:gd name="connsiteY17" fmla="*/ 884 h 1084911"/>
              <a:gd name="connsiteX0" fmla="*/ 54827 w 588218"/>
              <a:gd name="connsiteY0" fmla="*/ 884 h 1084911"/>
              <a:gd name="connsiteX1" fmla="*/ 307240 w 588218"/>
              <a:gd name="connsiteY1" fmla="*/ 105659 h 1084911"/>
              <a:gd name="connsiteX2" fmla="*/ 476309 w 588218"/>
              <a:gd name="connsiteY2" fmla="*/ 279490 h 1084911"/>
              <a:gd name="connsiteX3" fmla="*/ 547723 w 588218"/>
              <a:gd name="connsiteY3" fmla="*/ 398552 h 1084911"/>
              <a:gd name="connsiteX4" fmla="*/ 573940 w 588218"/>
              <a:gd name="connsiteY4" fmla="*/ 496184 h 1084911"/>
              <a:gd name="connsiteX5" fmla="*/ 588204 w 588218"/>
              <a:gd name="connsiteY5" fmla="*/ 608102 h 1084911"/>
              <a:gd name="connsiteX6" fmla="*/ 571559 w 588218"/>
              <a:gd name="connsiteY6" fmla="*/ 670015 h 1084911"/>
              <a:gd name="connsiteX7" fmla="*/ 559629 w 588218"/>
              <a:gd name="connsiteY7" fmla="*/ 741454 h 1084911"/>
              <a:gd name="connsiteX8" fmla="*/ 533459 w 588218"/>
              <a:gd name="connsiteY8" fmla="*/ 791459 h 1084911"/>
              <a:gd name="connsiteX9" fmla="*/ 481048 w 588218"/>
              <a:gd name="connsiteY9" fmla="*/ 877186 h 1084911"/>
              <a:gd name="connsiteX10" fmla="*/ 373915 w 588218"/>
              <a:gd name="connsiteY10" fmla="*/ 989102 h 1084911"/>
              <a:gd name="connsiteX11" fmla="*/ 216753 w 588218"/>
              <a:gd name="connsiteY11" fmla="*/ 1084352 h 1084911"/>
              <a:gd name="connsiteX12" fmla="*/ 171509 w 588218"/>
              <a:gd name="connsiteY12" fmla="*/ 1022440 h 1084911"/>
              <a:gd name="connsiteX13" fmla="*/ 104834 w 588218"/>
              <a:gd name="connsiteY13" fmla="*/ 900996 h 1084911"/>
              <a:gd name="connsiteX14" fmla="*/ 23871 w 588218"/>
              <a:gd name="connsiteY14" fmla="*/ 600959 h 1084911"/>
              <a:gd name="connsiteX15" fmla="*/ 59 w 588218"/>
              <a:gd name="connsiteY15" fmla="*/ 341402 h 1084911"/>
              <a:gd name="connsiteX16" fmla="*/ 19109 w 588218"/>
              <a:gd name="connsiteY16" fmla="*/ 134234 h 1084911"/>
              <a:gd name="connsiteX17" fmla="*/ 40517 w 588218"/>
              <a:gd name="connsiteY17" fmla="*/ 60416 h 1084911"/>
              <a:gd name="connsiteX18" fmla="*/ 54827 w 588218"/>
              <a:gd name="connsiteY18" fmla="*/ 884 h 1084911"/>
              <a:gd name="connsiteX0" fmla="*/ 100071 w 588218"/>
              <a:gd name="connsiteY0" fmla="*/ 1049 h 1073170"/>
              <a:gd name="connsiteX1" fmla="*/ 307240 w 588218"/>
              <a:gd name="connsiteY1" fmla="*/ 93918 h 1073170"/>
              <a:gd name="connsiteX2" fmla="*/ 476309 w 588218"/>
              <a:gd name="connsiteY2" fmla="*/ 267749 h 1073170"/>
              <a:gd name="connsiteX3" fmla="*/ 547723 w 588218"/>
              <a:gd name="connsiteY3" fmla="*/ 386811 h 1073170"/>
              <a:gd name="connsiteX4" fmla="*/ 573940 w 588218"/>
              <a:gd name="connsiteY4" fmla="*/ 484443 h 1073170"/>
              <a:gd name="connsiteX5" fmla="*/ 588204 w 588218"/>
              <a:gd name="connsiteY5" fmla="*/ 596361 h 1073170"/>
              <a:gd name="connsiteX6" fmla="*/ 571559 w 588218"/>
              <a:gd name="connsiteY6" fmla="*/ 658274 h 1073170"/>
              <a:gd name="connsiteX7" fmla="*/ 559629 w 588218"/>
              <a:gd name="connsiteY7" fmla="*/ 729713 h 1073170"/>
              <a:gd name="connsiteX8" fmla="*/ 533459 w 588218"/>
              <a:gd name="connsiteY8" fmla="*/ 779718 h 1073170"/>
              <a:gd name="connsiteX9" fmla="*/ 481048 w 588218"/>
              <a:gd name="connsiteY9" fmla="*/ 865445 h 1073170"/>
              <a:gd name="connsiteX10" fmla="*/ 373915 w 588218"/>
              <a:gd name="connsiteY10" fmla="*/ 977361 h 1073170"/>
              <a:gd name="connsiteX11" fmla="*/ 216753 w 588218"/>
              <a:gd name="connsiteY11" fmla="*/ 1072611 h 1073170"/>
              <a:gd name="connsiteX12" fmla="*/ 171509 w 588218"/>
              <a:gd name="connsiteY12" fmla="*/ 1010699 h 1073170"/>
              <a:gd name="connsiteX13" fmla="*/ 104834 w 588218"/>
              <a:gd name="connsiteY13" fmla="*/ 889255 h 1073170"/>
              <a:gd name="connsiteX14" fmla="*/ 23871 w 588218"/>
              <a:gd name="connsiteY14" fmla="*/ 589218 h 1073170"/>
              <a:gd name="connsiteX15" fmla="*/ 59 w 588218"/>
              <a:gd name="connsiteY15" fmla="*/ 329661 h 1073170"/>
              <a:gd name="connsiteX16" fmla="*/ 19109 w 588218"/>
              <a:gd name="connsiteY16" fmla="*/ 122493 h 1073170"/>
              <a:gd name="connsiteX17" fmla="*/ 40517 w 588218"/>
              <a:gd name="connsiteY17" fmla="*/ 48675 h 1073170"/>
              <a:gd name="connsiteX18" fmla="*/ 100071 w 588218"/>
              <a:gd name="connsiteY18" fmla="*/ 1049 h 1073170"/>
              <a:gd name="connsiteX0" fmla="*/ 100071 w 588218"/>
              <a:gd name="connsiteY0" fmla="*/ 7068 h 1079189"/>
              <a:gd name="connsiteX1" fmla="*/ 307240 w 588218"/>
              <a:gd name="connsiteY1" fmla="*/ 99937 h 1079189"/>
              <a:gd name="connsiteX2" fmla="*/ 476309 w 588218"/>
              <a:gd name="connsiteY2" fmla="*/ 273768 h 1079189"/>
              <a:gd name="connsiteX3" fmla="*/ 547723 w 588218"/>
              <a:gd name="connsiteY3" fmla="*/ 392830 h 1079189"/>
              <a:gd name="connsiteX4" fmla="*/ 573940 w 588218"/>
              <a:gd name="connsiteY4" fmla="*/ 490462 h 1079189"/>
              <a:gd name="connsiteX5" fmla="*/ 588204 w 588218"/>
              <a:gd name="connsiteY5" fmla="*/ 602380 h 1079189"/>
              <a:gd name="connsiteX6" fmla="*/ 571559 w 588218"/>
              <a:gd name="connsiteY6" fmla="*/ 664293 h 1079189"/>
              <a:gd name="connsiteX7" fmla="*/ 559629 w 588218"/>
              <a:gd name="connsiteY7" fmla="*/ 735732 h 1079189"/>
              <a:gd name="connsiteX8" fmla="*/ 533459 w 588218"/>
              <a:gd name="connsiteY8" fmla="*/ 785737 h 1079189"/>
              <a:gd name="connsiteX9" fmla="*/ 481048 w 588218"/>
              <a:gd name="connsiteY9" fmla="*/ 871464 h 1079189"/>
              <a:gd name="connsiteX10" fmla="*/ 373915 w 588218"/>
              <a:gd name="connsiteY10" fmla="*/ 983380 h 1079189"/>
              <a:gd name="connsiteX11" fmla="*/ 216753 w 588218"/>
              <a:gd name="connsiteY11" fmla="*/ 1078630 h 1079189"/>
              <a:gd name="connsiteX12" fmla="*/ 171509 w 588218"/>
              <a:gd name="connsiteY12" fmla="*/ 1016718 h 1079189"/>
              <a:gd name="connsiteX13" fmla="*/ 104834 w 588218"/>
              <a:gd name="connsiteY13" fmla="*/ 895274 h 1079189"/>
              <a:gd name="connsiteX14" fmla="*/ 23871 w 588218"/>
              <a:gd name="connsiteY14" fmla="*/ 595237 h 1079189"/>
              <a:gd name="connsiteX15" fmla="*/ 59 w 588218"/>
              <a:gd name="connsiteY15" fmla="*/ 335680 h 1079189"/>
              <a:gd name="connsiteX16" fmla="*/ 19109 w 588218"/>
              <a:gd name="connsiteY16" fmla="*/ 128512 h 1079189"/>
              <a:gd name="connsiteX17" fmla="*/ 40517 w 588218"/>
              <a:gd name="connsiteY17" fmla="*/ 54694 h 1079189"/>
              <a:gd name="connsiteX18" fmla="*/ 52423 w 588218"/>
              <a:gd name="connsiteY18" fmla="*/ 11831 h 1079189"/>
              <a:gd name="connsiteX19" fmla="*/ 100071 w 588218"/>
              <a:gd name="connsiteY19" fmla="*/ 7068 h 1079189"/>
              <a:gd name="connsiteX0" fmla="*/ 90834 w 578981"/>
              <a:gd name="connsiteY0" fmla="*/ 7068 h 1079189"/>
              <a:gd name="connsiteX1" fmla="*/ 298003 w 578981"/>
              <a:gd name="connsiteY1" fmla="*/ 99937 h 1079189"/>
              <a:gd name="connsiteX2" fmla="*/ 467072 w 578981"/>
              <a:gd name="connsiteY2" fmla="*/ 273768 h 1079189"/>
              <a:gd name="connsiteX3" fmla="*/ 538486 w 578981"/>
              <a:gd name="connsiteY3" fmla="*/ 392830 h 1079189"/>
              <a:gd name="connsiteX4" fmla="*/ 564703 w 578981"/>
              <a:gd name="connsiteY4" fmla="*/ 490462 h 1079189"/>
              <a:gd name="connsiteX5" fmla="*/ 578967 w 578981"/>
              <a:gd name="connsiteY5" fmla="*/ 602380 h 1079189"/>
              <a:gd name="connsiteX6" fmla="*/ 562322 w 578981"/>
              <a:gd name="connsiteY6" fmla="*/ 664293 h 1079189"/>
              <a:gd name="connsiteX7" fmla="*/ 550392 w 578981"/>
              <a:gd name="connsiteY7" fmla="*/ 735732 h 1079189"/>
              <a:gd name="connsiteX8" fmla="*/ 524222 w 578981"/>
              <a:gd name="connsiteY8" fmla="*/ 785737 h 1079189"/>
              <a:gd name="connsiteX9" fmla="*/ 471811 w 578981"/>
              <a:gd name="connsiteY9" fmla="*/ 871464 h 1079189"/>
              <a:gd name="connsiteX10" fmla="*/ 364678 w 578981"/>
              <a:gd name="connsiteY10" fmla="*/ 983380 h 1079189"/>
              <a:gd name="connsiteX11" fmla="*/ 207516 w 578981"/>
              <a:gd name="connsiteY11" fmla="*/ 1078630 h 1079189"/>
              <a:gd name="connsiteX12" fmla="*/ 162272 w 578981"/>
              <a:gd name="connsiteY12" fmla="*/ 1016718 h 1079189"/>
              <a:gd name="connsiteX13" fmla="*/ 95597 w 578981"/>
              <a:gd name="connsiteY13" fmla="*/ 895274 h 1079189"/>
              <a:gd name="connsiteX14" fmla="*/ 14634 w 578981"/>
              <a:gd name="connsiteY14" fmla="*/ 595237 h 1079189"/>
              <a:gd name="connsiteX15" fmla="*/ 347 w 578981"/>
              <a:gd name="connsiteY15" fmla="*/ 338061 h 1079189"/>
              <a:gd name="connsiteX16" fmla="*/ 9872 w 578981"/>
              <a:gd name="connsiteY16" fmla="*/ 128512 h 1079189"/>
              <a:gd name="connsiteX17" fmla="*/ 31280 w 578981"/>
              <a:gd name="connsiteY17" fmla="*/ 54694 h 1079189"/>
              <a:gd name="connsiteX18" fmla="*/ 43186 w 578981"/>
              <a:gd name="connsiteY18" fmla="*/ 11831 h 1079189"/>
              <a:gd name="connsiteX19" fmla="*/ 90834 w 578981"/>
              <a:gd name="connsiteY19" fmla="*/ 7068 h 1079189"/>
              <a:gd name="connsiteX0" fmla="*/ 90834 w 578981"/>
              <a:gd name="connsiteY0" fmla="*/ 7068 h 1079189"/>
              <a:gd name="connsiteX1" fmla="*/ 298003 w 578981"/>
              <a:gd name="connsiteY1" fmla="*/ 99937 h 1079189"/>
              <a:gd name="connsiteX2" fmla="*/ 467072 w 578981"/>
              <a:gd name="connsiteY2" fmla="*/ 273768 h 1079189"/>
              <a:gd name="connsiteX3" fmla="*/ 538486 w 578981"/>
              <a:gd name="connsiteY3" fmla="*/ 392830 h 1079189"/>
              <a:gd name="connsiteX4" fmla="*/ 564703 w 578981"/>
              <a:gd name="connsiteY4" fmla="*/ 490462 h 1079189"/>
              <a:gd name="connsiteX5" fmla="*/ 578967 w 578981"/>
              <a:gd name="connsiteY5" fmla="*/ 602380 h 1079189"/>
              <a:gd name="connsiteX6" fmla="*/ 562322 w 578981"/>
              <a:gd name="connsiteY6" fmla="*/ 664293 h 1079189"/>
              <a:gd name="connsiteX7" fmla="*/ 550392 w 578981"/>
              <a:gd name="connsiteY7" fmla="*/ 735732 h 1079189"/>
              <a:gd name="connsiteX8" fmla="*/ 524222 w 578981"/>
              <a:gd name="connsiteY8" fmla="*/ 785737 h 1079189"/>
              <a:gd name="connsiteX9" fmla="*/ 471811 w 578981"/>
              <a:gd name="connsiteY9" fmla="*/ 871464 h 1079189"/>
              <a:gd name="connsiteX10" fmla="*/ 364678 w 578981"/>
              <a:gd name="connsiteY10" fmla="*/ 983380 h 1079189"/>
              <a:gd name="connsiteX11" fmla="*/ 207516 w 578981"/>
              <a:gd name="connsiteY11" fmla="*/ 1078630 h 1079189"/>
              <a:gd name="connsiteX12" fmla="*/ 162272 w 578981"/>
              <a:gd name="connsiteY12" fmla="*/ 1016718 h 1079189"/>
              <a:gd name="connsiteX13" fmla="*/ 95597 w 578981"/>
              <a:gd name="connsiteY13" fmla="*/ 895274 h 1079189"/>
              <a:gd name="connsiteX14" fmla="*/ 14634 w 578981"/>
              <a:gd name="connsiteY14" fmla="*/ 595237 h 1079189"/>
              <a:gd name="connsiteX15" fmla="*/ 347 w 578981"/>
              <a:gd name="connsiteY15" fmla="*/ 338061 h 1079189"/>
              <a:gd name="connsiteX16" fmla="*/ 19397 w 578981"/>
              <a:gd name="connsiteY16" fmla="*/ 133274 h 1079189"/>
              <a:gd name="connsiteX17" fmla="*/ 31280 w 578981"/>
              <a:gd name="connsiteY17" fmla="*/ 54694 h 1079189"/>
              <a:gd name="connsiteX18" fmla="*/ 43186 w 578981"/>
              <a:gd name="connsiteY18" fmla="*/ 11831 h 1079189"/>
              <a:gd name="connsiteX19" fmla="*/ 90834 w 578981"/>
              <a:gd name="connsiteY19" fmla="*/ 7068 h 1079189"/>
              <a:gd name="connsiteX0" fmla="*/ 90834 w 578981"/>
              <a:gd name="connsiteY0" fmla="*/ 7068 h 1083013"/>
              <a:gd name="connsiteX1" fmla="*/ 298003 w 578981"/>
              <a:gd name="connsiteY1" fmla="*/ 99937 h 1083013"/>
              <a:gd name="connsiteX2" fmla="*/ 467072 w 578981"/>
              <a:gd name="connsiteY2" fmla="*/ 273768 h 1083013"/>
              <a:gd name="connsiteX3" fmla="*/ 538486 w 578981"/>
              <a:gd name="connsiteY3" fmla="*/ 392830 h 1083013"/>
              <a:gd name="connsiteX4" fmla="*/ 564703 w 578981"/>
              <a:gd name="connsiteY4" fmla="*/ 490462 h 1083013"/>
              <a:gd name="connsiteX5" fmla="*/ 578967 w 578981"/>
              <a:gd name="connsiteY5" fmla="*/ 602380 h 1083013"/>
              <a:gd name="connsiteX6" fmla="*/ 562322 w 578981"/>
              <a:gd name="connsiteY6" fmla="*/ 664293 h 1083013"/>
              <a:gd name="connsiteX7" fmla="*/ 550392 w 578981"/>
              <a:gd name="connsiteY7" fmla="*/ 735732 h 1083013"/>
              <a:gd name="connsiteX8" fmla="*/ 524222 w 578981"/>
              <a:gd name="connsiteY8" fmla="*/ 785737 h 1083013"/>
              <a:gd name="connsiteX9" fmla="*/ 471811 w 578981"/>
              <a:gd name="connsiteY9" fmla="*/ 871464 h 1083013"/>
              <a:gd name="connsiteX10" fmla="*/ 364678 w 578981"/>
              <a:gd name="connsiteY10" fmla="*/ 983380 h 1083013"/>
              <a:gd name="connsiteX11" fmla="*/ 207516 w 578981"/>
              <a:gd name="connsiteY11" fmla="*/ 1078630 h 1083013"/>
              <a:gd name="connsiteX12" fmla="*/ 188442 w 578981"/>
              <a:gd name="connsiteY12" fmla="*/ 1061964 h 1083013"/>
              <a:gd name="connsiteX13" fmla="*/ 162272 w 578981"/>
              <a:gd name="connsiteY13" fmla="*/ 1016718 h 1083013"/>
              <a:gd name="connsiteX14" fmla="*/ 95597 w 578981"/>
              <a:gd name="connsiteY14" fmla="*/ 895274 h 1083013"/>
              <a:gd name="connsiteX15" fmla="*/ 14634 w 578981"/>
              <a:gd name="connsiteY15" fmla="*/ 595237 h 1083013"/>
              <a:gd name="connsiteX16" fmla="*/ 347 w 578981"/>
              <a:gd name="connsiteY16" fmla="*/ 338061 h 1083013"/>
              <a:gd name="connsiteX17" fmla="*/ 19397 w 578981"/>
              <a:gd name="connsiteY17" fmla="*/ 133274 h 1083013"/>
              <a:gd name="connsiteX18" fmla="*/ 31280 w 578981"/>
              <a:gd name="connsiteY18" fmla="*/ 54694 h 1083013"/>
              <a:gd name="connsiteX19" fmla="*/ 43186 w 578981"/>
              <a:gd name="connsiteY19" fmla="*/ 11831 h 1083013"/>
              <a:gd name="connsiteX20" fmla="*/ 90834 w 578981"/>
              <a:gd name="connsiteY20" fmla="*/ 7068 h 1083013"/>
              <a:gd name="connsiteX0" fmla="*/ 90834 w 578981"/>
              <a:gd name="connsiteY0" fmla="*/ 7068 h 1083013"/>
              <a:gd name="connsiteX1" fmla="*/ 298003 w 578981"/>
              <a:gd name="connsiteY1" fmla="*/ 99937 h 1083013"/>
              <a:gd name="connsiteX2" fmla="*/ 467072 w 578981"/>
              <a:gd name="connsiteY2" fmla="*/ 273768 h 1083013"/>
              <a:gd name="connsiteX3" fmla="*/ 538486 w 578981"/>
              <a:gd name="connsiteY3" fmla="*/ 392830 h 1083013"/>
              <a:gd name="connsiteX4" fmla="*/ 564703 w 578981"/>
              <a:gd name="connsiteY4" fmla="*/ 490462 h 1083013"/>
              <a:gd name="connsiteX5" fmla="*/ 578967 w 578981"/>
              <a:gd name="connsiteY5" fmla="*/ 602380 h 1083013"/>
              <a:gd name="connsiteX6" fmla="*/ 562322 w 578981"/>
              <a:gd name="connsiteY6" fmla="*/ 664293 h 1083013"/>
              <a:gd name="connsiteX7" fmla="*/ 550392 w 578981"/>
              <a:gd name="connsiteY7" fmla="*/ 735732 h 1083013"/>
              <a:gd name="connsiteX8" fmla="*/ 524222 w 578981"/>
              <a:gd name="connsiteY8" fmla="*/ 785737 h 1083013"/>
              <a:gd name="connsiteX9" fmla="*/ 471811 w 578981"/>
              <a:gd name="connsiteY9" fmla="*/ 871464 h 1083013"/>
              <a:gd name="connsiteX10" fmla="*/ 364678 w 578981"/>
              <a:gd name="connsiteY10" fmla="*/ 983380 h 1083013"/>
              <a:gd name="connsiteX11" fmla="*/ 224185 w 578981"/>
              <a:gd name="connsiteY11" fmla="*/ 1078630 h 1083013"/>
              <a:gd name="connsiteX12" fmla="*/ 188442 w 578981"/>
              <a:gd name="connsiteY12" fmla="*/ 1061964 h 1083013"/>
              <a:gd name="connsiteX13" fmla="*/ 162272 w 578981"/>
              <a:gd name="connsiteY13" fmla="*/ 1016718 h 1083013"/>
              <a:gd name="connsiteX14" fmla="*/ 95597 w 578981"/>
              <a:gd name="connsiteY14" fmla="*/ 895274 h 1083013"/>
              <a:gd name="connsiteX15" fmla="*/ 14634 w 578981"/>
              <a:gd name="connsiteY15" fmla="*/ 595237 h 1083013"/>
              <a:gd name="connsiteX16" fmla="*/ 347 w 578981"/>
              <a:gd name="connsiteY16" fmla="*/ 338061 h 1083013"/>
              <a:gd name="connsiteX17" fmla="*/ 19397 w 578981"/>
              <a:gd name="connsiteY17" fmla="*/ 133274 h 1083013"/>
              <a:gd name="connsiteX18" fmla="*/ 31280 w 578981"/>
              <a:gd name="connsiteY18" fmla="*/ 54694 h 1083013"/>
              <a:gd name="connsiteX19" fmla="*/ 43186 w 578981"/>
              <a:gd name="connsiteY19" fmla="*/ 11831 h 1083013"/>
              <a:gd name="connsiteX20" fmla="*/ 90834 w 578981"/>
              <a:gd name="connsiteY20" fmla="*/ 7068 h 108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78981" h="1083013">
                <a:moveTo>
                  <a:pt x="90834" y="7068"/>
                </a:moveTo>
                <a:cubicBezTo>
                  <a:pt x="133304" y="21752"/>
                  <a:pt x="235297" y="55487"/>
                  <a:pt x="298003" y="99937"/>
                </a:cubicBezTo>
                <a:cubicBezTo>
                  <a:pt x="360709" y="144387"/>
                  <a:pt x="426992" y="224953"/>
                  <a:pt x="467072" y="273768"/>
                </a:cubicBezTo>
                <a:cubicBezTo>
                  <a:pt x="507152" y="322583"/>
                  <a:pt x="522214" y="356714"/>
                  <a:pt x="538486" y="392830"/>
                </a:cubicBezTo>
                <a:cubicBezTo>
                  <a:pt x="554758" y="428946"/>
                  <a:pt x="557956" y="455537"/>
                  <a:pt x="564703" y="490462"/>
                </a:cubicBezTo>
                <a:cubicBezTo>
                  <a:pt x="571450" y="525387"/>
                  <a:pt x="579364" y="573408"/>
                  <a:pt x="578967" y="602380"/>
                </a:cubicBezTo>
                <a:cubicBezTo>
                  <a:pt x="578570" y="631352"/>
                  <a:pt x="567085" y="642068"/>
                  <a:pt x="562322" y="664293"/>
                </a:cubicBezTo>
                <a:cubicBezTo>
                  <a:pt x="557559" y="686518"/>
                  <a:pt x="556742" y="715491"/>
                  <a:pt x="550392" y="735732"/>
                </a:cubicBezTo>
                <a:cubicBezTo>
                  <a:pt x="544042" y="755973"/>
                  <a:pt x="537319" y="763115"/>
                  <a:pt x="524222" y="785737"/>
                </a:cubicBezTo>
                <a:cubicBezTo>
                  <a:pt x="511125" y="808359"/>
                  <a:pt x="498402" y="838524"/>
                  <a:pt x="471811" y="871464"/>
                </a:cubicBezTo>
                <a:cubicBezTo>
                  <a:pt x="445220" y="904405"/>
                  <a:pt x="405949" y="948852"/>
                  <a:pt x="364678" y="983380"/>
                </a:cubicBezTo>
                <a:cubicBezTo>
                  <a:pt x="323407" y="1017908"/>
                  <a:pt x="253558" y="1065533"/>
                  <a:pt x="224185" y="1078630"/>
                </a:cubicBezTo>
                <a:cubicBezTo>
                  <a:pt x="194812" y="1091727"/>
                  <a:pt x="195983" y="1072283"/>
                  <a:pt x="188442" y="1061964"/>
                </a:cubicBezTo>
                <a:cubicBezTo>
                  <a:pt x="180901" y="1051645"/>
                  <a:pt x="177746" y="1044499"/>
                  <a:pt x="162272" y="1016718"/>
                </a:cubicBezTo>
                <a:cubicBezTo>
                  <a:pt x="146798" y="988937"/>
                  <a:pt x="120203" y="965521"/>
                  <a:pt x="95597" y="895274"/>
                </a:cubicBezTo>
                <a:cubicBezTo>
                  <a:pt x="70991" y="825027"/>
                  <a:pt x="30509" y="688106"/>
                  <a:pt x="14634" y="595237"/>
                </a:cubicBezTo>
                <a:cubicBezTo>
                  <a:pt x="-1241" y="502368"/>
                  <a:pt x="-447" y="415451"/>
                  <a:pt x="347" y="338061"/>
                </a:cubicBezTo>
                <a:cubicBezTo>
                  <a:pt x="1141" y="260671"/>
                  <a:pt x="14242" y="180502"/>
                  <a:pt x="19397" y="133274"/>
                </a:cubicBezTo>
                <a:cubicBezTo>
                  <a:pt x="24553" y="86046"/>
                  <a:pt x="27315" y="74935"/>
                  <a:pt x="31280" y="54694"/>
                </a:cubicBezTo>
                <a:cubicBezTo>
                  <a:pt x="35245" y="34454"/>
                  <a:pt x="33260" y="19769"/>
                  <a:pt x="43186" y="11831"/>
                </a:cubicBezTo>
                <a:cubicBezTo>
                  <a:pt x="53112" y="3893"/>
                  <a:pt x="48364" y="-7616"/>
                  <a:pt x="90834" y="7068"/>
                </a:cubicBezTo>
                <a:close/>
              </a:path>
            </a:pathLst>
          </a:custGeom>
          <a:pattFill prst="wdUpDiag">
            <a:fgClr>
              <a:srgbClr val="FF0000"/>
            </a:fgClr>
            <a:bgClr>
              <a:schemeClr val="bg1"/>
            </a:bgClr>
          </a:patt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3" name="Grafik 22" descr="txp_fig.png">
            <a:extLst>
              <a:ext uri="{FF2B5EF4-FFF2-40B4-BE49-F238E27FC236}">
                <a16:creationId xmlns:a16="http://schemas.microsoft.com/office/drawing/2014/main" id="{AB91EA48-2842-6B54-F8CF-D9F14D2255FF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0642" y="3069175"/>
            <a:ext cx="183124" cy="1831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Grafik 23" descr="txp_fig.png">
            <a:extLst>
              <a:ext uri="{FF2B5EF4-FFF2-40B4-BE49-F238E27FC236}">
                <a16:creationId xmlns:a16="http://schemas.microsoft.com/office/drawing/2014/main" id="{D21ACD04-F7C2-A648-DE48-110CD25AABC6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69011" y="4218020"/>
            <a:ext cx="141389" cy="1950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Grafik 24" descr="txp_fig.png">
            <a:extLst>
              <a:ext uri="{FF2B5EF4-FFF2-40B4-BE49-F238E27FC236}">
                <a16:creationId xmlns:a16="http://schemas.microsoft.com/office/drawing/2014/main" id="{C19A04FD-444C-B0BC-0283-B934894F2B08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7208" y="3125333"/>
            <a:ext cx="183124" cy="708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Grafik 25" descr="txp_fig.png">
            <a:extLst>
              <a:ext uri="{FF2B5EF4-FFF2-40B4-BE49-F238E27FC236}">
                <a16:creationId xmlns:a16="http://schemas.microsoft.com/office/drawing/2014/main" id="{5624AD39-D813-A1C3-B4E1-C2650BC8A91D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7208" y="4192367"/>
            <a:ext cx="183124" cy="708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5353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" grpId="0" animBg="1"/>
      <p:bldP spid="4" grpId="0" animBg="1"/>
      <p:bldP spid="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1052737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54168" y="293688"/>
            <a:ext cx="1827729" cy="21676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Grafik 25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640" y="1052784"/>
            <a:ext cx="2133604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576" y="1412776"/>
            <a:ext cx="7020168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" name="Grafik 29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2362718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{\cal P}({\{a,b\}})=$&#10;\end{document}&#10;" title="IguanaTex Bitmap Display">
            <a:extLst>
              <a:ext uri="{FF2B5EF4-FFF2-40B4-BE49-F238E27FC236}">
                <a16:creationId xmlns:a16="http://schemas.microsoft.com/office/drawing/2014/main" id="{EFE8BE06-2563-9079-5C4F-3EE65A55695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851" y="2352848"/>
            <a:ext cx="1115384" cy="20501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5" name="Grafik 34" descr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F\&quot;ur endliche Mengen $A$ gilt  $\left|{\cal P}(A)\right|=2^{|A|}$.&#10;\end{document}&#10;" title="IguanaTex Bitmap Display">
            <a:extLst>
              <a:ext uri="{FF2B5EF4-FFF2-40B4-BE49-F238E27FC236}">
                <a16:creationId xmlns:a16="http://schemas.microsoft.com/office/drawing/2014/main" id="{FD25C3B1-8580-D24A-CF62-BF1D39EBCC7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17" y="5892136"/>
            <a:ext cx="4150549" cy="2423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Schreibweise: ${\cal P}(A)$&#10;&#10;\end{document}&#10;" title="IguanaTex Bitmap Display">
            <a:extLst>
              <a:ext uri="{FF2B5EF4-FFF2-40B4-BE49-F238E27FC236}">
                <a16:creationId xmlns:a16="http://schemas.microsoft.com/office/drawing/2014/main" id="{2A12DB0A-763B-1BBA-D126-E791A0651FD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792665"/>
            <a:ext cx="1956872" cy="1961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Grafik 19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43924" y="2372746"/>
            <a:ext cx="1736144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{\cal P}({\{x,y,z\}})=$&#10;\end{document}&#10;" title="IguanaTex Bitmap Display">
            <a:extLst>
              <a:ext uri="{FF2B5EF4-FFF2-40B4-BE49-F238E27FC236}">
                <a16:creationId xmlns:a16="http://schemas.microsoft.com/office/drawing/2014/main" id="{E118577F-E000-32F4-567C-701250BEA6B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431" y="2806168"/>
            <a:ext cx="1344661" cy="2046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Grafik 24" descr="txp_fi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33464" y="2772532"/>
            <a:ext cx="4308662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Grafik 28" descr="txp_fig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5935634"/>
            <a:ext cx="497434" cy="1633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4" name="Grafik 33" descr="txp_fig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709" y="3598201"/>
            <a:ext cx="914402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6" name="Grafik 35" descr="txp_fi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709" y="3910688"/>
            <a:ext cx="8280823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$a\in\{a,b\}$, aber $a\notin {\cal P}({\{a,b\}})$.&#10;\end{document}&#10;" title="IguanaTex Bitmap Display">
            <a:extLst>
              <a:ext uri="{FF2B5EF4-FFF2-40B4-BE49-F238E27FC236}">
                <a16:creationId xmlns:a16="http://schemas.microsoft.com/office/drawing/2014/main" id="{A943F6DE-AD75-EAA6-0DA8-6DE8D4F1D9D8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40" y="4473116"/>
            <a:ext cx="3798113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8" name="Grafik 27" descr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$\{a\}\notin\{a,b\}$, aber $\{a\}\in {\cal P}({\{a,b\}})$.&#10;\end{document}&#10;" title="IguanaTex Bitmap Display">
            <a:extLst>
              <a:ext uri="{FF2B5EF4-FFF2-40B4-BE49-F238E27FC236}">
                <a16:creationId xmlns:a16="http://schemas.microsoft.com/office/drawing/2014/main" id="{D5DE6C6F-F5E6-D657-A45E-88839C949AE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40" y="4905164"/>
            <a:ext cx="4241903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2" name="Grafik 31" descr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$\{a\}\subseteq \{a,b\}$, aber $\{a\}\not\subseteq {\cal P}(\{a,b\})$.&#10;\end{document}&#10;" title="IguanaTex Bitmap Display">
            <a:extLst>
              <a:ext uri="{FF2B5EF4-FFF2-40B4-BE49-F238E27FC236}">
                <a16:creationId xmlns:a16="http://schemas.microsoft.com/office/drawing/2014/main" id="{BA297364-6C07-E594-E002-278AEAC3BEE8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40" y="5371650"/>
            <a:ext cx="4297487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manchmal auch $2^A$).&#10;&#10;\end{document}&#10;" title="IguanaTex Bitmap Display">
            <a:extLst>
              <a:ext uri="{FF2B5EF4-FFF2-40B4-BE49-F238E27FC236}">
                <a16:creationId xmlns:a16="http://schemas.microsoft.com/office/drawing/2014/main" id="{40D47111-63E1-1938-1BA0-137E17519D7F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111" y="1770000"/>
            <a:ext cx="2183565" cy="23340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7" name="Rechteck 6"/>
          <p:cNvSpPr/>
          <p:nvPr/>
        </p:nvSpPr>
        <p:spPr bwMode="auto">
          <a:xfrm>
            <a:off x="77373" y="3465004"/>
            <a:ext cx="8887115" cy="743642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AA4CF45-F315-0D8F-4A79-18161A82D7A4}"/>
              </a:ext>
            </a:extLst>
          </p:cNvPr>
          <p:cNvSpPr/>
          <p:nvPr/>
        </p:nvSpPr>
        <p:spPr bwMode="auto">
          <a:xfrm>
            <a:off x="77373" y="2177952"/>
            <a:ext cx="8887115" cy="1169763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7F0F319-ADD6-AB70-3C9E-613655CA4E13}"/>
              </a:ext>
            </a:extLst>
          </p:cNvPr>
          <p:cNvSpPr/>
          <p:nvPr/>
        </p:nvSpPr>
        <p:spPr bwMode="auto">
          <a:xfrm>
            <a:off x="72303" y="935767"/>
            <a:ext cx="8892186" cy="1127308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F69A85D-ED48-6B7D-13C0-CEABA1EA3D4E}"/>
              </a:ext>
            </a:extLst>
          </p:cNvPr>
          <p:cNvSpPr/>
          <p:nvPr/>
        </p:nvSpPr>
        <p:spPr bwMode="auto">
          <a:xfrm>
            <a:off x="71500" y="5802498"/>
            <a:ext cx="8887115" cy="434814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9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ine Teilmenge $P$ von ${\cal P}(A)$ heisst {\mydarkgreen Partition von $A$}, falls&#10;gilt:&#10;&#10;\end{document}&#10;" title="IguanaTex Bitmap Display">
            <a:extLst>
              <a:ext uri="{FF2B5EF4-FFF2-40B4-BE49-F238E27FC236}">
                <a16:creationId xmlns:a16="http://schemas.microsoft.com/office/drawing/2014/main" id="{D24B2162-928A-6E10-17AB-626ED5A0424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48" y="1389712"/>
            <a:ext cx="6214491" cy="1963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Grafik 21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92604" y="293688"/>
            <a:ext cx="1150856" cy="1749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1)}{Die Mengen in $P$ sind paarweise disjunkt, d.h. $\forall A,B\in P:\left(A\cap B&#10;=\emptyset\vee A=B\right)$}&#10;&#10;&#10;&#10;\end{document}&#10;" title="IguanaTex Bitmap Display">
            <a:extLst>
              <a:ext uri="{FF2B5EF4-FFF2-40B4-BE49-F238E27FC236}">
                <a16:creationId xmlns:a16="http://schemas.microsoft.com/office/drawing/2014/main" id="{B7715C10-C3AA-1AC0-F4BB-4CCB0B2B405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18" y="1707162"/>
            <a:ext cx="8327981" cy="200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" name="Grafik 6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9097" y="1988840"/>
            <a:ext cx="7456642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8618" y="2384884"/>
            <a:ext cx="5496165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5440" y="3645024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70595" y="3648511"/>
            <a:ext cx="2418898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044" y="3975265"/>
            <a:ext cx="5515672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Grafik 17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044" y="4411541"/>
            <a:ext cx="5832665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6" name="Grafik 45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044" y="4847818"/>
            <a:ext cx="5149911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3493" y="5167000"/>
            <a:ext cx="6067156" cy="20240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7" name="Grafik 46" descr="txp_fi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044" y="5523437"/>
            <a:ext cx="5598578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9" name="Grafik 48" descr="txp_fi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3493" y="5847473"/>
            <a:ext cx="5618085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5440" y="1052737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70595" y="1052784"/>
            <a:ext cx="2133604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8618" y="2876763"/>
            <a:ext cx="994798" cy="2145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CA252677-A86B-614E-5710-2FA94D8C2ACB}"/>
              </a:ext>
            </a:extLst>
          </p:cNvPr>
          <p:cNvSpPr/>
          <p:nvPr/>
        </p:nvSpPr>
        <p:spPr bwMode="auto">
          <a:xfrm>
            <a:off x="71500" y="3573016"/>
            <a:ext cx="8979493" cy="2628292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C702358-5585-7424-0CF2-BA735C55B9BC}"/>
              </a:ext>
            </a:extLst>
          </p:cNvPr>
          <p:cNvSpPr/>
          <p:nvPr/>
        </p:nvSpPr>
        <p:spPr bwMode="auto">
          <a:xfrm>
            <a:off x="72302" y="979182"/>
            <a:ext cx="8978691" cy="2186432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95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60883" y="293688"/>
            <a:ext cx="2814298" cy="1749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1366897"/>
            <a:ext cx="8544171" cy="4779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2070016"/>
            <a:ext cx="8748997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2708920"/>
            <a:ext cx="914402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5822" y="2692917"/>
            <a:ext cx="6634900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5822" y="3141690"/>
            <a:ext cx="4806096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0823" y="3666848"/>
            <a:ext cx="8534418" cy="4462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855" y="4402552"/>
            <a:ext cx="4603709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4920786"/>
            <a:ext cx="811989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7624" y="4901299"/>
            <a:ext cx="2428651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txp_fi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7624" y="5336995"/>
            <a:ext cx="4784150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Grafik 17" descr="txp_fig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7624" y="5784882"/>
            <a:ext cx="4784150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5" name="Grafik 44" descr="txp_fig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6240992"/>
            <a:ext cx="914402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5822" y="6260702"/>
            <a:ext cx="2366872" cy="19256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1052737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A0008E6D-EE48-9E4D-00F0-4EA34E24E7BB}"/>
              </a:ext>
            </a:extLst>
          </p:cNvPr>
          <p:cNvSpPr/>
          <p:nvPr/>
        </p:nvSpPr>
        <p:spPr bwMode="auto">
          <a:xfrm>
            <a:off x="71500" y="4833156"/>
            <a:ext cx="8979493" cy="1249332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3810DEF-4B7B-DA9A-5767-365A8B130094}"/>
              </a:ext>
            </a:extLst>
          </p:cNvPr>
          <p:cNvSpPr/>
          <p:nvPr/>
        </p:nvSpPr>
        <p:spPr bwMode="auto">
          <a:xfrm>
            <a:off x="72302" y="984837"/>
            <a:ext cx="8978691" cy="3702642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27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1052737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60883" y="293688"/>
            <a:ext cx="2814298" cy="1749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050" y="1374487"/>
            <a:ext cx="7549302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5847" y="2046343"/>
            <a:ext cx="3272339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5847" y="2591983"/>
            <a:ext cx="3606401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Grafik 21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050" y="2924944"/>
            <a:ext cx="7661468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050" y="3272370"/>
            <a:ext cx="8127204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Grafik 27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050" y="3682472"/>
            <a:ext cx="8748997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050" y="4149080"/>
            <a:ext cx="8544171" cy="4364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5" name="Grafik 34" descr="txp_fi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4883691"/>
            <a:ext cx="811989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7" name="Grafik 36" descr="txp_fi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8952" y="4889071"/>
            <a:ext cx="4003861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9" name="Grafik 38" descr="txp_fig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9276" y="5256257"/>
            <a:ext cx="1260655" cy="1633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1" name="Grafik 40" descr="txp_fig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3319" y="5256257"/>
            <a:ext cx="6827534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3" name="Grafik 42" descr="txp_fi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6336" y="5685396"/>
            <a:ext cx="507188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7" name="Grafik 46" descr="txp_fig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3688" y="5713909"/>
            <a:ext cx="824181" cy="1633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9" name="Grafik 48" descr="txp_fig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3788" y="5698696"/>
            <a:ext cx="2652985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5848" y="1774572"/>
            <a:ext cx="3272339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txp_fig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03647" y="2318114"/>
            <a:ext cx="50800" cy="1947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EB7EDF6E-0F4F-4159-F605-20B7357A1C7F}"/>
              </a:ext>
            </a:extLst>
          </p:cNvPr>
          <p:cNvSpPr/>
          <p:nvPr/>
        </p:nvSpPr>
        <p:spPr bwMode="auto">
          <a:xfrm>
            <a:off x="71500" y="4797632"/>
            <a:ext cx="8979493" cy="1365008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30E2A49-49C4-947B-78BC-66A0A45551FF}"/>
              </a:ext>
            </a:extLst>
          </p:cNvPr>
          <p:cNvSpPr/>
          <p:nvPr/>
        </p:nvSpPr>
        <p:spPr bwMode="auto">
          <a:xfrm>
            <a:off x="72302" y="984837"/>
            <a:ext cx="8978691" cy="3684295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577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60883" y="293688"/>
            <a:ext cx="2814298" cy="1749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7" name="Grafik 36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0897" y="3779286"/>
            <a:ext cx="4003861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9" name="Grafik 38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278" y="4304257"/>
            <a:ext cx="1260655" cy="1633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1" name="Grafik 40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3688" y="4304257"/>
            <a:ext cx="6827534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4321" y="945157"/>
            <a:ext cx="5130404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617" y="924375"/>
            <a:ext cx="497434" cy="1633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278" y="1304764"/>
            <a:ext cx="6247194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56178" y="1736157"/>
            <a:ext cx="4135535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277" y="2204864"/>
            <a:ext cx="6339853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" name="Grafik 29" descr="txp_fi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562" y="3789040"/>
            <a:ext cx="811989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683" y="4810788"/>
            <a:ext cx="4023368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Grafik 17" descr="txp_fig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277" y="2636912"/>
            <a:ext cx="8534418" cy="4876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6A6DB3AA-3F01-71B4-7A27-7F7B992C7CDC}"/>
              </a:ext>
            </a:extLst>
          </p:cNvPr>
          <p:cNvSpPr/>
          <p:nvPr/>
        </p:nvSpPr>
        <p:spPr bwMode="auto">
          <a:xfrm>
            <a:off x="71500" y="3704792"/>
            <a:ext cx="8979493" cy="1511689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ED4035D-70B6-CBF0-ABD0-6C95E524BE49}"/>
              </a:ext>
            </a:extLst>
          </p:cNvPr>
          <p:cNvSpPr/>
          <p:nvPr/>
        </p:nvSpPr>
        <p:spPr bwMode="auto">
          <a:xfrm>
            <a:off x="66575" y="836712"/>
            <a:ext cx="8979493" cy="2547983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12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 36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8181" y="293688"/>
            <a:ext cx="1999702" cy="2167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Für Mengenoperationen gibt es sehr ähnliche Rechengesetze wie für Aussagen.&#10;&#10;\end{document}&#10;" title="IguanaTex Bitmap Display">
            <a:extLst>
              <a:ext uri="{FF2B5EF4-FFF2-40B4-BE49-F238E27FC236}">
                <a16:creationId xmlns:a16="http://schemas.microsoft.com/office/drawing/2014/main" id="{CC80B9DE-EF5E-C782-EB74-A43F6512194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5" y="875609"/>
            <a:ext cx="8338725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DF50EA4-3D2E-FFD6-2C74-C8B1B948E9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08" y="1484784"/>
            <a:ext cx="9144000" cy="5050601"/>
          </a:xfrm>
          <a:prstGeom prst="rect">
            <a:avLst/>
          </a:prstGeom>
        </p:spPr>
      </p:pic>
      <p:pic>
        <p:nvPicPr>
          <p:cNvPr id="18" name="Grafik 17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 $G$ eine Grundmenge und $A,B,C$ Mengen.&#10;&#10;\end{document}&#10;" title="IguanaTex Bitmap Display">
            <a:extLst>
              <a:ext uri="{FF2B5EF4-FFF2-40B4-BE49-F238E27FC236}">
                <a16:creationId xmlns:a16="http://schemas.microsoft.com/office/drawing/2014/main" id="{A4730DBF-ED2F-DEC1-BBDE-BE33E1DFFCD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5" y="1183955"/>
            <a:ext cx="5174789" cy="19409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532084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36E9A-CAA5-AD93-5E7B-862E857FF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 36" descr="txp_fig">
            <a:extLst>
              <a:ext uri="{FF2B5EF4-FFF2-40B4-BE49-F238E27FC236}">
                <a16:creationId xmlns:a16="http://schemas.microsoft.com/office/drawing/2014/main" id="{56BECA74-DC51-E87A-915E-D504F4DE45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8181" y="293688"/>
            <a:ext cx="1999702" cy="2167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Mit Venn-Diagrammen kann man diese Gesetze veranschaulichen.&#10;\end{document}&#10;" title="IguanaTex Bitmap Display">
            <a:extLst>
              <a:ext uri="{FF2B5EF4-FFF2-40B4-BE49-F238E27FC236}">
                <a16:creationId xmlns:a16="http://schemas.microsoft.com/office/drawing/2014/main" id="{9F92DE94-F936-1E91-12E4-5024782B2E9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1" y="936031"/>
            <a:ext cx="6923401" cy="1792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55" name="Oval 699 1" descr="Wide upward diagonal">
            <a:extLst>
              <a:ext uri="{FF2B5EF4-FFF2-40B4-BE49-F238E27FC236}">
                <a16:creationId xmlns:a16="http://schemas.microsoft.com/office/drawing/2014/main" id="{D8B24FB9-C5AE-A502-E46D-38E4ADBC5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43" y="2485408"/>
            <a:ext cx="1668463" cy="1233487"/>
          </a:xfrm>
          <a:prstGeom prst="ellipse">
            <a:avLst/>
          </a:prstGeom>
          <a:pattFill prst="wdUpDiag">
            <a:fgClr>
              <a:srgbClr val="333333"/>
            </a:fgClr>
            <a:bgClr>
              <a:srgbClr val="FFFFFF"/>
            </a:bgClr>
          </a:patt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de-DE"/>
          </a:p>
        </p:txBody>
      </p:sp>
      <p:sp>
        <p:nvSpPr>
          <p:cNvPr id="56" name="Oval 700 1" descr="Wide upward diagonal">
            <a:extLst>
              <a:ext uri="{FF2B5EF4-FFF2-40B4-BE49-F238E27FC236}">
                <a16:creationId xmlns:a16="http://schemas.microsoft.com/office/drawing/2014/main" id="{3A3B21EE-6DAA-914C-A406-918DF971B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168" y="1981798"/>
            <a:ext cx="1078646" cy="1821235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57" name="Oval 703 1">
            <a:extLst>
              <a:ext uri="{FF2B5EF4-FFF2-40B4-BE49-F238E27FC236}">
                <a16:creationId xmlns:a16="http://schemas.microsoft.com/office/drawing/2014/main" id="{90248AF5-854E-FB72-D6D4-3882FE308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43" y="2485408"/>
            <a:ext cx="1668463" cy="1233487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de-DE"/>
          </a:p>
        </p:txBody>
      </p:sp>
      <p:sp>
        <p:nvSpPr>
          <p:cNvPr id="59" name="Oval 700 2" descr="Wide upward diagonal">
            <a:extLst>
              <a:ext uri="{FF2B5EF4-FFF2-40B4-BE49-F238E27FC236}">
                <a16:creationId xmlns:a16="http://schemas.microsoft.com/office/drawing/2014/main" id="{C3792B15-555C-7D9F-6420-644964399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84" y="3351809"/>
            <a:ext cx="2340260" cy="71339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61" name="Freihandform 60">
            <a:extLst>
              <a:ext uri="{FF2B5EF4-FFF2-40B4-BE49-F238E27FC236}">
                <a16:creationId xmlns:a16="http://schemas.microsoft.com/office/drawing/2014/main" id="{4B59D6E2-6C06-D7D7-4C23-B3C484ACFB6F}"/>
              </a:ext>
            </a:extLst>
          </p:cNvPr>
          <p:cNvSpPr/>
          <p:nvPr/>
        </p:nvSpPr>
        <p:spPr bwMode="auto">
          <a:xfrm>
            <a:off x="1695877" y="3349059"/>
            <a:ext cx="867664" cy="451565"/>
          </a:xfrm>
          <a:custGeom>
            <a:avLst/>
            <a:gdLst>
              <a:gd name="connsiteX0" fmla="*/ 269691 w 724518"/>
              <a:gd name="connsiteY0" fmla="*/ 3429 h 417821"/>
              <a:gd name="connsiteX1" fmla="*/ 383991 w 724518"/>
              <a:gd name="connsiteY1" fmla="*/ 22479 h 417821"/>
              <a:gd name="connsiteX2" fmla="*/ 495909 w 724518"/>
              <a:gd name="connsiteY2" fmla="*/ 46292 h 417821"/>
              <a:gd name="connsiteX3" fmla="*/ 591159 w 724518"/>
              <a:gd name="connsiteY3" fmla="*/ 72485 h 417821"/>
              <a:gd name="connsiteX4" fmla="*/ 674503 w 724518"/>
              <a:gd name="connsiteY4" fmla="*/ 98679 h 417821"/>
              <a:gd name="connsiteX5" fmla="*/ 712603 w 724518"/>
              <a:gd name="connsiteY5" fmla="*/ 112967 h 417821"/>
              <a:gd name="connsiteX6" fmla="*/ 724509 w 724518"/>
              <a:gd name="connsiteY6" fmla="*/ 117729 h 417821"/>
              <a:gd name="connsiteX7" fmla="*/ 712603 w 724518"/>
              <a:gd name="connsiteY7" fmla="*/ 139160 h 417821"/>
              <a:gd name="connsiteX8" fmla="*/ 648309 w 724518"/>
              <a:gd name="connsiteY8" fmla="*/ 239173 h 417821"/>
              <a:gd name="connsiteX9" fmla="*/ 553059 w 724518"/>
              <a:gd name="connsiteY9" fmla="*/ 336804 h 417821"/>
              <a:gd name="connsiteX10" fmla="*/ 464953 w 724518"/>
              <a:gd name="connsiteY10" fmla="*/ 393954 h 417821"/>
              <a:gd name="connsiteX11" fmla="*/ 305409 w 724518"/>
              <a:gd name="connsiteY11" fmla="*/ 417767 h 417821"/>
              <a:gd name="connsiteX12" fmla="*/ 212541 w 724518"/>
              <a:gd name="connsiteY12" fmla="*/ 398717 h 417821"/>
              <a:gd name="connsiteX13" fmla="*/ 114909 w 724518"/>
              <a:gd name="connsiteY13" fmla="*/ 346329 h 417821"/>
              <a:gd name="connsiteX14" fmla="*/ 52997 w 724518"/>
              <a:gd name="connsiteY14" fmla="*/ 291560 h 417821"/>
              <a:gd name="connsiteX15" fmla="*/ 10134 w 724518"/>
              <a:gd name="connsiteY15" fmla="*/ 243935 h 417821"/>
              <a:gd name="connsiteX16" fmla="*/ 609 w 724518"/>
              <a:gd name="connsiteY16" fmla="*/ 236792 h 417821"/>
              <a:gd name="connsiteX17" fmla="*/ 22041 w 724518"/>
              <a:gd name="connsiteY17" fmla="*/ 217742 h 417821"/>
              <a:gd name="connsiteX18" fmla="*/ 124434 w 724518"/>
              <a:gd name="connsiteY18" fmla="*/ 146304 h 417821"/>
              <a:gd name="connsiteX19" fmla="*/ 181584 w 724518"/>
              <a:gd name="connsiteY19" fmla="*/ 96298 h 417821"/>
              <a:gd name="connsiteX20" fmla="*/ 269691 w 724518"/>
              <a:gd name="connsiteY20" fmla="*/ 3429 h 417821"/>
              <a:gd name="connsiteX0" fmla="*/ 407765 w 862592"/>
              <a:gd name="connsiteY0" fmla="*/ 32969 h 447361"/>
              <a:gd name="connsiteX1" fmla="*/ 522065 w 862592"/>
              <a:gd name="connsiteY1" fmla="*/ 52019 h 447361"/>
              <a:gd name="connsiteX2" fmla="*/ 633983 w 862592"/>
              <a:gd name="connsiteY2" fmla="*/ 75832 h 447361"/>
              <a:gd name="connsiteX3" fmla="*/ 729233 w 862592"/>
              <a:gd name="connsiteY3" fmla="*/ 102025 h 447361"/>
              <a:gd name="connsiteX4" fmla="*/ 812577 w 862592"/>
              <a:gd name="connsiteY4" fmla="*/ 128219 h 447361"/>
              <a:gd name="connsiteX5" fmla="*/ 850677 w 862592"/>
              <a:gd name="connsiteY5" fmla="*/ 142507 h 447361"/>
              <a:gd name="connsiteX6" fmla="*/ 862583 w 862592"/>
              <a:gd name="connsiteY6" fmla="*/ 147269 h 447361"/>
              <a:gd name="connsiteX7" fmla="*/ 850677 w 862592"/>
              <a:gd name="connsiteY7" fmla="*/ 168700 h 447361"/>
              <a:gd name="connsiteX8" fmla="*/ 786383 w 862592"/>
              <a:gd name="connsiteY8" fmla="*/ 268713 h 447361"/>
              <a:gd name="connsiteX9" fmla="*/ 691133 w 862592"/>
              <a:gd name="connsiteY9" fmla="*/ 366344 h 447361"/>
              <a:gd name="connsiteX10" fmla="*/ 603027 w 862592"/>
              <a:gd name="connsiteY10" fmla="*/ 423494 h 447361"/>
              <a:gd name="connsiteX11" fmla="*/ 443483 w 862592"/>
              <a:gd name="connsiteY11" fmla="*/ 447307 h 447361"/>
              <a:gd name="connsiteX12" fmla="*/ 350615 w 862592"/>
              <a:gd name="connsiteY12" fmla="*/ 428257 h 447361"/>
              <a:gd name="connsiteX13" fmla="*/ 252983 w 862592"/>
              <a:gd name="connsiteY13" fmla="*/ 375869 h 447361"/>
              <a:gd name="connsiteX14" fmla="*/ 191071 w 862592"/>
              <a:gd name="connsiteY14" fmla="*/ 321100 h 447361"/>
              <a:gd name="connsiteX15" fmla="*/ 148208 w 862592"/>
              <a:gd name="connsiteY15" fmla="*/ 273475 h 447361"/>
              <a:gd name="connsiteX16" fmla="*/ 138683 w 862592"/>
              <a:gd name="connsiteY16" fmla="*/ 266332 h 447361"/>
              <a:gd name="connsiteX17" fmla="*/ 160115 w 862592"/>
              <a:gd name="connsiteY17" fmla="*/ 247282 h 447361"/>
              <a:gd name="connsiteX18" fmla="*/ 2952 w 862592"/>
              <a:gd name="connsiteY18" fmla="*/ 2013 h 447361"/>
              <a:gd name="connsiteX19" fmla="*/ 319658 w 862592"/>
              <a:gd name="connsiteY19" fmla="*/ 125838 h 447361"/>
              <a:gd name="connsiteX20" fmla="*/ 407765 w 862592"/>
              <a:gd name="connsiteY20" fmla="*/ 32969 h 447361"/>
              <a:gd name="connsiteX0" fmla="*/ 412837 w 867664"/>
              <a:gd name="connsiteY0" fmla="*/ 32378 h 446770"/>
              <a:gd name="connsiteX1" fmla="*/ 527137 w 867664"/>
              <a:gd name="connsiteY1" fmla="*/ 51428 h 446770"/>
              <a:gd name="connsiteX2" fmla="*/ 639055 w 867664"/>
              <a:gd name="connsiteY2" fmla="*/ 75241 h 446770"/>
              <a:gd name="connsiteX3" fmla="*/ 734305 w 867664"/>
              <a:gd name="connsiteY3" fmla="*/ 101434 h 446770"/>
              <a:gd name="connsiteX4" fmla="*/ 817649 w 867664"/>
              <a:gd name="connsiteY4" fmla="*/ 127628 h 446770"/>
              <a:gd name="connsiteX5" fmla="*/ 855749 w 867664"/>
              <a:gd name="connsiteY5" fmla="*/ 141916 h 446770"/>
              <a:gd name="connsiteX6" fmla="*/ 867655 w 867664"/>
              <a:gd name="connsiteY6" fmla="*/ 146678 h 446770"/>
              <a:gd name="connsiteX7" fmla="*/ 855749 w 867664"/>
              <a:gd name="connsiteY7" fmla="*/ 168109 h 446770"/>
              <a:gd name="connsiteX8" fmla="*/ 791455 w 867664"/>
              <a:gd name="connsiteY8" fmla="*/ 268122 h 446770"/>
              <a:gd name="connsiteX9" fmla="*/ 696205 w 867664"/>
              <a:gd name="connsiteY9" fmla="*/ 365753 h 446770"/>
              <a:gd name="connsiteX10" fmla="*/ 608099 w 867664"/>
              <a:gd name="connsiteY10" fmla="*/ 422903 h 446770"/>
              <a:gd name="connsiteX11" fmla="*/ 448555 w 867664"/>
              <a:gd name="connsiteY11" fmla="*/ 446716 h 446770"/>
              <a:gd name="connsiteX12" fmla="*/ 355687 w 867664"/>
              <a:gd name="connsiteY12" fmla="*/ 427666 h 446770"/>
              <a:gd name="connsiteX13" fmla="*/ 258055 w 867664"/>
              <a:gd name="connsiteY13" fmla="*/ 375278 h 446770"/>
              <a:gd name="connsiteX14" fmla="*/ 196143 w 867664"/>
              <a:gd name="connsiteY14" fmla="*/ 320509 h 446770"/>
              <a:gd name="connsiteX15" fmla="*/ 153280 w 867664"/>
              <a:gd name="connsiteY15" fmla="*/ 272884 h 446770"/>
              <a:gd name="connsiteX16" fmla="*/ 143755 w 867664"/>
              <a:gd name="connsiteY16" fmla="*/ 265741 h 446770"/>
              <a:gd name="connsiteX17" fmla="*/ 165187 w 867664"/>
              <a:gd name="connsiteY17" fmla="*/ 246691 h 446770"/>
              <a:gd name="connsiteX18" fmla="*/ 65174 w 867664"/>
              <a:gd name="connsiteY18" fmla="*/ 156203 h 446770"/>
              <a:gd name="connsiteX19" fmla="*/ 8024 w 867664"/>
              <a:gd name="connsiteY19" fmla="*/ 1422 h 446770"/>
              <a:gd name="connsiteX20" fmla="*/ 324730 w 867664"/>
              <a:gd name="connsiteY20" fmla="*/ 125247 h 446770"/>
              <a:gd name="connsiteX21" fmla="*/ 412837 w 867664"/>
              <a:gd name="connsiteY21" fmla="*/ 32378 h 446770"/>
              <a:gd name="connsiteX0" fmla="*/ 412837 w 867664"/>
              <a:gd name="connsiteY0" fmla="*/ 32378 h 446770"/>
              <a:gd name="connsiteX1" fmla="*/ 527137 w 867664"/>
              <a:gd name="connsiteY1" fmla="*/ 51428 h 446770"/>
              <a:gd name="connsiteX2" fmla="*/ 639055 w 867664"/>
              <a:gd name="connsiteY2" fmla="*/ 75241 h 446770"/>
              <a:gd name="connsiteX3" fmla="*/ 734305 w 867664"/>
              <a:gd name="connsiteY3" fmla="*/ 101434 h 446770"/>
              <a:gd name="connsiteX4" fmla="*/ 817649 w 867664"/>
              <a:gd name="connsiteY4" fmla="*/ 127628 h 446770"/>
              <a:gd name="connsiteX5" fmla="*/ 855749 w 867664"/>
              <a:gd name="connsiteY5" fmla="*/ 141916 h 446770"/>
              <a:gd name="connsiteX6" fmla="*/ 867655 w 867664"/>
              <a:gd name="connsiteY6" fmla="*/ 146678 h 446770"/>
              <a:gd name="connsiteX7" fmla="*/ 855749 w 867664"/>
              <a:gd name="connsiteY7" fmla="*/ 168109 h 446770"/>
              <a:gd name="connsiteX8" fmla="*/ 791455 w 867664"/>
              <a:gd name="connsiteY8" fmla="*/ 268122 h 446770"/>
              <a:gd name="connsiteX9" fmla="*/ 696205 w 867664"/>
              <a:gd name="connsiteY9" fmla="*/ 365753 h 446770"/>
              <a:gd name="connsiteX10" fmla="*/ 608099 w 867664"/>
              <a:gd name="connsiteY10" fmla="*/ 422903 h 446770"/>
              <a:gd name="connsiteX11" fmla="*/ 448555 w 867664"/>
              <a:gd name="connsiteY11" fmla="*/ 446716 h 446770"/>
              <a:gd name="connsiteX12" fmla="*/ 355687 w 867664"/>
              <a:gd name="connsiteY12" fmla="*/ 427666 h 446770"/>
              <a:gd name="connsiteX13" fmla="*/ 258055 w 867664"/>
              <a:gd name="connsiteY13" fmla="*/ 375278 h 446770"/>
              <a:gd name="connsiteX14" fmla="*/ 196143 w 867664"/>
              <a:gd name="connsiteY14" fmla="*/ 320509 h 446770"/>
              <a:gd name="connsiteX15" fmla="*/ 153280 w 867664"/>
              <a:gd name="connsiteY15" fmla="*/ 272884 h 446770"/>
              <a:gd name="connsiteX16" fmla="*/ 143755 w 867664"/>
              <a:gd name="connsiteY16" fmla="*/ 265741 h 446770"/>
              <a:gd name="connsiteX17" fmla="*/ 65174 w 867664"/>
              <a:gd name="connsiteY17" fmla="*/ 156203 h 446770"/>
              <a:gd name="connsiteX18" fmla="*/ 8024 w 867664"/>
              <a:gd name="connsiteY18" fmla="*/ 1422 h 446770"/>
              <a:gd name="connsiteX19" fmla="*/ 324730 w 867664"/>
              <a:gd name="connsiteY19" fmla="*/ 125247 h 446770"/>
              <a:gd name="connsiteX20" fmla="*/ 412837 w 867664"/>
              <a:gd name="connsiteY20" fmla="*/ 32378 h 446770"/>
              <a:gd name="connsiteX0" fmla="*/ 412837 w 867664"/>
              <a:gd name="connsiteY0" fmla="*/ 32378 h 446770"/>
              <a:gd name="connsiteX1" fmla="*/ 527137 w 867664"/>
              <a:gd name="connsiteY1" fmla="*/ 51428 h 446770"/>
              <a:gd name="connsiteX2" fmla="*/ 639055 w 867664"/>
              <a:gd name="connsiteY2" fmla="*/ 75241 h 446770"/>
              <a:gd name="connsiteX3" fmla="*/ 734305 w 867664"/>
              <a:gd name="connsiteY3" fmla="*/ 101434 h 446770"/>
              <a:gd name="connsiteX4" fmla="*/ 817649 w 867664"/>
              <a:gd name="connsiteY4" fmla="*/ 127628 h 446770"/>
              <a:gd name="connsiteX5" fmla="*/ 855749 w 867664"/>
              <a:gd name="connsiteY5" fmla="*/ 141916 h 446770"/>
              <a:gd name="connsiteX6" fmla="*/ 867655 w 867664"/>
              <a:gd name="connsiteY6" fmla="*/ 146678 h 446770"/>
              <a:gd name="connsiteX7" fmla="*/ 855749 w 867664"/>
              <a:gd name="connsiteY7" fmla="*/ 168109 h 446770"/>
              <a:gd name="connsiteX8" fmla="*/ 791455 w 867664"/>
              <a:gd name="connsiteY8" fmla="*/ 268122 h 446770"/>
              <a:gd name="connsiteX9" fmla="*/ 696205 w 867664"/>
              <a:gd name="connsiteY9" fmla="*/ 365753 h 446770"/>
              <a:gd name="connsiteX10" fmla="*/ 608099 w 867664"/>
              <a:gd name="connsiteY10" fmla="*/ 422903 h 446770"/>
              <a:gd name="connsiteX11" fmla="*/ 448555 w 867664"/>
              <a:gd name="connsiteY11" fmla="*/ 446716 h 446770"/>
              <a:gd name="connsiteX12" fmla="*/ 355687 w 867664"/>
              <a:gd name="connsiteY12" fmla="*/ 427666 h 446770"/>
              <a:gd name="connsiteX13" fmla="*/ 258055 w 867664"/>
              <a:gd name="connsiteY13" fmla="*/ 375278 h 446770"/>
              <a:gd name="connsiteX14" fmla="*/ 196143 w 867664"/>
              <a:gd name="connsiteY14" fmla="*/ 320509 h 446770"/>
              <a:gd name="connsiteX15" fmla="*/ 143755 w 867664"/>
              <a:gd name="connsiteY15" fmla="*/ 265741 h 446770"/>
              <a:gd name="connsiteX16" fmla="*/ 65174 w 867664"/>
              <a:gd name="connsiteY16" fmla="*/ 156203 h 446770"/>
              <a:gd name="connsiteX17" fmla="*/ 8024 w 867664"/>
              <a:gd name="connsiteY17" fmla="*/ 1422 h 446770"/>
              <a:gd name="connsiteX18" fmla="*/ 324730 w 867664"/>
              <a:gd name="connsiteY18" fmla="*/ 125247 h 446770"/>
              <a:gd name="connsiteX19" fmla="*/ 412837 w 867664"/>
              <a:gd name="connsiteY19" fmla="*/ 32378 h 446770"/>
              <a:gd name="connsiteX0" fmla="*/ 412837 w 867664"/>
              <a:gd name="connsiteY0" fmla="*/ 35623 h 450015"/>
              <a:gd name="connsiteX1" fmla="*/ 527137 w 867664"/>
              <a:gd name="connsiteY1" fmla="*/ 54673 h 450015"/>
              <a:gd name="connsiteX2" fmla="*/ 639055 w 867664"/>
              <a:gd name="connsiteY2" fmla="*/ 78486 h 450015"/>
              <a:gd name="connsiteX3" fmla="*/ 734305 w 867664"/>
              <a:gd name="connsiteY3" fmla="*/ 104679 h 450015"/>
              <a:gd name="connsiteX4" fmla="*/ 817649 w 867664"/>
              <a:gd name="connsiteY4" fmla="*/ 130873 h 450015"/>
              <a:gd name="connsiteX5" fmla="*/ 855749 w 867664"/>
              <a:gd name="connsiteY5" fmla="*/ 145161 h 450015"/>
              <a:gd name="connsiteX6" fmla="*/ 867655 w 867664"/>
              <a:gd name="connsiteY6" fmla="*/ 149923 h 450015"/>
              <a:gd name="connsiteX7" fmla="*/ 855749 w 867664"/>
              <a:gd name="connsiteY7" fmla="*/ 171354 h 450015"/>
              <a:gd name="connsiteX8" fmla="*/ 791455 w 867664"/>
              <a:gd name="connsiteY8" fmla="*/ 271367 h 450015"/>
              <a:gd name="connsiteX9" fmla="*/ 696205 w 867664"/>
              <a:gd name="connsiteY9" fmla="*/ 368998 h 450015"/>
              <a:gd name="connsiteX10" fmla="*/ 608099 w 867664"/>
              <a:gd name="connsiteY10" fmla="*/ 426148 h 450015"/>
              <a:gd name="connsiteX11" fmla="*/ 448555 w 867664"/>
              <a:gd name="connsiteY11" fmla="*/ 449961 h 450015"/>
              <a:gd name="connsiteX12" fmla="*/ 355687 w 867664"/>
              <a:gd name="connsiteY12" fmla="*/ 430911 h 450015"/>
              <a:gd name="connsiteX13" fmla="*/ 258055 w 867664"/>
              <a:gd name="connsiteY13" fmla="*/ 378523 h 450015"/>
              <a:gd name="connsiteX14" fmla="*/ 196143 w 867664"/>
              <a:gd name="connsiteY14" fmla="*/ 323754 h 450015"/>
              <a:gd name="connsiteX15" fmla="*/ 143755 w 867664"/>
              <a:gd name="connsiteY15" fmla="*/ 268986 h 450015"/>
              <a:gd name="connsiteX16" fmla="*/ 65174 w 867664"/>
              <a:gd name="connsiteY16" fmla="*/ 159448 h 450015"/>
              <a:gd name="connsiteX17" fmla="*/ 8024 w 867664"/>
              <a:gd name="connsiteY17" fmla="*/ 4667 h 450015"/>
              <a:gd name="connsiteX18" fmla="*/ 267580 w 867664"/>
              <a:gd name="connsiteY18" fmla="*/ 26098 h 450015"/>
              <a:gd name="connsiteX19" fmla="*/ 412837 w 867664"/>
              <a:gd name="connsiteY19" fmla="*/ 35623 h 450015"/>
              <a:gd name="connsiteX0" fmla="*/ 412837 w 867664"/>
              <a:gd name="connsiteY0" fmla="*/ 36492 h 450884"/>
              <a:gd name="connsiteX1" fmla="*/ 527137 w 867664"/>
              <a:gd name="connsiteY1" fmla="*/ 55542 h 450884"/>
              <a:gd name="connsiteX2" fmla="*/ 639055 w 867664"/>
              <a:gd name="connsiteY2" fmla="*/ 79355 h 450884"/>
              <a:gd name="connsiteX3" fmla="*/ 734305 w 867664"/>
              <a:gd name="connsiteY3" fmla="*/ 105548 h 450884"/>
              <a:gd name="connsiteX4" fmla="*/ 817649 w 867664"/>
              <a:gd name="connsiteY4" fmla="*/ 131742 h 450884"/>
              <a:gd name="connsiteX5" fmla="*/ 855749 w 867664"/>
              <a:gd name="connsiteY5" fmla="*/ 146030 h 450884"/>
              <a:gd name="connsiteX6" fmla="*/ 867655 w 867664"/>
              <a:gd name="connsiteY6" fmla="*/ 150792 h 450884"/>
              <a:gd name="connsiteX7" fmla="*/ 855749 w 867664"/>
              <a:gd name="connsiteY7" fmla="*/ 172223 h 450884"/>
              <a:gd name="connsiteX8" fmla="*/ 791455 w 867664"/>
              <a:gd name="connsiteY8" fmla="*/ 272236 h 450884"/>
              <a:gd name="connsiteX9" fmla="*/ 696205 w 867664"/>
              <a:gd name="connsiteY9" fmla="*/ 369867 h 450884"/>
              <a:gd name="connsiteX10" fmla="*/ 608099 w 867664"/>
              <a:gd name="connsiteY10" fmla="*/ 427017 h 450884"/>
              <a:gd name="connsiteX11" fmla="*/ 448555 w 867664"/>
              <a:gd name="connsiteY11" fmla="*/ 450830 h 450884"/>
              <a:gd name="connsiteX12" fmla="*/ 355687 w 867664"/>
              <a:gd name="connsiteY12" fmla="*/ 431780 h 450884"/>
              <a:gd name="connsiteX13" fmla="*/ 258055 w 867664"/>
              <a:gd name="connsiteY13" fmla="*/ 379392 h 450884"/>
              <a:gd name="connsiteX14" fmla="*/ 196143 w 867664"/>
              <a:gd name="connsiteY14" fmla="*/ 324623 h 450884"/>
              <a:gd name="connsiteX15" fmla="*/ 143755 w 867664"/>
              <a:gd name="connsiteY15" fmla="*/ 269855 h 450884"/>
              <a:gd name="connsiteX16" fmla="*/ 65174 w 867664"/>
              <a:gd name="connsiteY16" fmla="*/ 160317 h 450884"/>
              <a:gd name="connsiteX17" fmla="*/ 8024 w 867664"/>
              <a:gd name="connsiteY17" fmla="*/ 5536 h 450884"/>
              <a:gd name="connsiteX18" fmla="*/ 255674 w 867664"/>
              <a:gd name="connsiteY18" fmla="*/ 19823 h 450884"/>
              <a:gd name="connsiteX19" fmla="*/ 412837 w 867664"/>
              <a:gd name="connsiteY19" fmla="*/ 36492 h 450884"/>
              <a:gd name="connsiteX0" fmla="*/ 412837 w 867664"/>
              <a:gd name="connsiteY0" fmla="*/ 37173 h 451565"/>
              <a:gd name="connsiteX1" fmla="*/ 527137 w 867664"/>
              <a:gd name="connsiteY1" fmla="*/ 56223 h 451565"/>
              <a:gd name="connsiteX2" fmla="*/ 639055 w 867664"/>
              <a:gd name="connsiteY2" fmla="*/ 80036 h 451565"/>
              <a:gd name="connsiteX3" fmla="*/ 734305 w 867664"/>
              <a:gd name="connsiteY3" fmla="*/ 106229 h 451565"/>
              <a:gd name="connsiteX4" fmla="*/ 817649 w 867664"/>
              <a:gd name="connsiteY4" fmla="*/ 132423 h 451565"/>
              <a:gd name="connsiteX5" fmla="*/ 855749 w 867664"/>
              <a:gd name="connsiteY5" fmla="*/ 146711 h 451565"/>
              <a:gd name="connsiteX6" fmla="*/ 867655 w 867664"/>
              <a:gd name="connsiteY6" fmla="*/ 151473 h 451565"/>
              <a:gd name="connsiteX7" fmla="*/ 855749 w 867664"/>
              <a:gd name="connsiteY7" fmla="*/ 172904 h 451565"/>
              <a:gd name="connsiteX8" fmla="*/ 791455 w 867664"/>
              <a:gd name="connsiteY8" fmla="*/ 272917 h 451565"/>
              <a:gd name="connsiteX9" fmla="*/ 696205 w 867664"/>
              <a:gd name="connsiteY9" fmla="*/ 370548 h 451565"/>
              <a:gd name="connsiteX10" fmla="*/ 608099 w 867664"/>
              <a:gd name="connsiteY10" fmla="*/ 427698 h 451565"/>
              <a:gd name="connsiteX11" fmla="*/ 448555 w 867664"/>
              <a:gd name="connsiteY11" fmla="*/ 451511 h 451565"/>
              <a:gd name="connsiteX12" fmla="*/ 355687 w 867664"/>
              <a:gd name="connsiteY12" fmla="*/ 432461 h 451565"/>
              <a:gd name="connsiteX13" fmla="*/ 258055 w 867664"/>
              <a:gd name="connsiteY13" fmla="*/ 380073 h 451565"/>
              <a:gd name="connsiteX14" fmla="*/ 196143 w 867664"/>
              <a:gd name="connsiteY14" fmla="*/ 325304 h 451565"/>
              <a:gd name="connsiteX15" fmla="*/ 143755 w 867664"/>
              <a:gd name="connsiteY15" fmla="*/ 270536 h 451565"/>
              <a:gd name="connsiteX16" fmla="*/ 65174 w 867664"/>
              <a:gd name="connsiteY16" fmla="*/ 160998 h 451565"/>
              <a:gd name="connsiteX17" fmla="*/ 8024 w 867664"/>
              <a:gd name="connsiteY17" fmla="*/ 6217 h 451565"/>
              <a:gd name="connsiteX18" fmla="*/ 255674 w 867664"/>
              <a:gd name="connsiteY18" fmla="*/ 20504 h 451565"/>
              <a:gd name="connsiteX19" fmla="*/ 412837 w 867664"/>
              <a:gd name="connsiteY19" fmla="*/ 37173 h 451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67664" h="451565">
                <a:moveTo>
                  <a:pt x="412837" y="37173"/>
                </a:moveTo>
                <a:cubicBezTo>
                  <a:pt x="458081" y="43126"/>
                  <a:pt x="489434" y="49079"/>
                  <a:pt x="527137" y="56223"/>
                </a:cubicBezTo>
                <a:cubicBezTo>
                  <a:pt x="564840" y="63367"/>
                  <a:pt x="604527" y="71702"/>
                  <a:pt x="639055" y="80036"/>
                </a:cubicBezTo>
                <a:cubicBezTo>
                  <a:pt x="673583" y="88370"/>
                  <a:pt x="704539" y="97498"/>
                  <a:pt x="734305" y="106229"/>
                </a:cubicBezTo>
                <a:cubicBezTo>
                  <a:pt x="764071" y="114960"/>
                  <a:pt x="797408" y="125676"/>
                  <a:pt x="817649" y="132423"/>
                </a:cubicBezTo>
                <a:cubicBezTo>
                  <a:pt x="837890" y="139170"/>
                  <a:pt x="847415" y="143536"/>
                  <a:pt x="855749" y="146711"/>
                </a:cubicBezTo>
                <a:cubicBezTo>
                  <a:pt x="864083" y="149886"/>
                  <a:pt x="867655" y="147108"/>
                  <a:pt x="867655" y="151473"/>
                </a:cubicBezTo>
                <a:cubicBezTo>
                  <a:pt x="867655" y="155838"/>
                  <a:pt x="868449" y="152663"/>
                  <a:pt x="855749" y="172904"/>
                </a:cubicBezTo>
                <a:cubicBezTo>
                  <a:pt x="843049" y="193145"/>
                  <a:pt x="818046" y="239976"/>
                  <a:pt x="791455" y="272917"/>
                </a:cubicBezTo>
                <a:cubicBezTo>
                  <a:pt x="764864" y="305858"/>
                  <a:pt x="726764" y="344751"/>
                  <a:pt x="696205" y="370548"/>
                </a:cubicBezTo>
                <a:cubicBezTo>
                  <a:pt x="665646" y="396345"/>
                  <a:pt x="649374" y="414204"/>
                  <a:pt x="608099" y="427698"/>
                </a:cubicBezTo>
                <a:cubicBezTo>
                  <a:pt x="566824" y="441192"/>
                  <a:pt x="490624" y="450717"/>
                  <a:pt x="448555" y="451511"/>
                </a:cubicBezTo>
                <a:cubicBezTo>
                  <a:pt x="406486" y="452305"/>
                  <a:pt x="387437" y="444367"/>
                  <a:pt x="355687" y="432461"/>
                </a:cubicBezTo>
                <a:cubicBezTo>
                  <a:pt x="323937" y="420555"/>
                  <a:pt x="284646" y="397933"/>
                  <a:pt x="258055" y="380073"/>
                </a:cubicBezTo>
                <a:cubicBezTo>
                  <a:pt x="231464" y="362214"/>
                  <a:pt x="215193" y="343560"/>
                  <a:pt x="196143" y="325304"/>
                </a:cubicBezTo>
                <a:cubicBezTo>
                  <a:pt x="177093" y="307048"/>
                  <a:pt x="165583" y="297920"/>
                  <a:pt x="143755" y="270536"/>
                </a:cubicBezTo>
                <a:cubicBezTo>
                  <a:pt x="129071" y="251089"/>
                  <a:pt x="87796" y="205051"/>
                  <a:pt x="65174" y="160998"/>
                </a:cubicBezTo>
                <a:cubicBezTo>
                  <a:pt x="38980" y="120120"/>
                  <a:pt x="-21741" y="22886"/>
                  <a:pt x="8024" y="6217"/>
                </a:cubicBezTo>
                <a:cubicBezTo>
                  <a:pt x="37789" y="-10452"/>
                  <a:pt x="183442" y="10583"/>
                  <a:pt x="255674" y="20504"/>
                </a:cubicBezTo>
                <a:cubicBezTo>
                  <a:pt x="327906" y="30425"/>
                  <a:pt x="367593" y="31220"/>
                  <a:pt x="412837" y="37173"/>
                </a:cubicBezTo>
                <a:close/>
              </a:path>
            </a:pathLst>
          </a:custGeom>
          <a:pattFill prst="wdUpDiag">
            <a:fgClr>
              <a:schemeClr val="tx1"/>
            </a:fgClr>
            <a:bgClr>
              <a:schemeClr val="bg1"/>
            </a:bgClr>
          </a:pattFill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2" name="Grafik 61" descr="txp_fig.png">
            <a:extLst>
              <a:ext uri="{FF2B5EF4-FFF2-40B4-BE49-F238E27FC236}">
                <a16:creationId xmlns:a16="http://schemas.microsoft.com/office/drawing/2014/main" id="{B5BCC04F-0FF8-B79B-318D-E2580761039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405" y="2452471"/>
            <a:ext cx="152664" cy="1526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4" name="Grafik 63" descr="txp_fig.png">
            <a:extLst>
              <a:ext uri="{FF2B5EF4-FFF2-40B4-BE49-F238E27FC236}">
                <a16:creationId xmlns:a16="http://schemas.microsoft.com/office/drawing/2014/main" id="{C5839995-8D10-86E9-443A-A3ED1718D30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12385" y="1981798"/>
            <a:ext cx="163656" cy="14167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6" name="Grafik 65" descr="txp_fig.png">
            <a:extLst>
              <a:ext uri="{FF2B5EF4-FFF2-40B4-BE49-F238E27FC236}">
                <a16:creationId xmlns:a16="http://schemas.microsoft.com/office/drawing/2014/main" id="{82B6247F-E5F2-A002-CDDB-85E99E443CF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9739" y="3987793"/>
            <a:ext cx="164474" cy="1644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8" name="Grafik 67" descr="txp_fig.png">
            <a:extLst>
              <a:ext uri="{FF2B5EF4-FFF2-40B4-BE49-F238E27FC236}">
                <a16:creationId xmlns:a16="http://schemas.microsoft.com/office/drawing/2014/main" id="{22A62BB1-E7DB-1A77-CD9B-41DB09CE80E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55698" y="3243868"/>
            <a:ext cx="571979" cy="1644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0" name="Freihandform 69">
            <a:extLst>
              <a:ext uri="{FF2B5EF4-FFF2-40B4-BE49-F238E27FC236}">
                <a16:creationId xmlns:a16="http://schemas.microsoft.com/office/drawing/2014/main" id="{1AB4A826-8769-92F5-A6EC-C51273BB6394}"/>
              </a:ext>
            </a:extLst>
          </p:cNvPr>
          <p:cNvSpPr/>
          <p:nvPr/>
        </p:nvSpPr>
        <p:spPr bwMode="auto">
          <a:xfrm>
            <a:off x="2659418" y="3298098"/>
            <a:ext cx="436418" cy="182252"/>
          </a:xfrm>
          <a:custGeom>
            <a:avLst/>
            <a:gdLst>
              <a:gd name="connsiteX0" fmla="*/ 436418 w 436418"/>
              <a:gd name="connsiteY0" fmla="*/ 15997 h 182252"/>
              <a:gd name="connsiteX1" fmla="*/ 166255 w 436418"/>
              <a:gd name="connsiteY1" fmla="*/ 15997 h 182252"/>
              <a:gd name="connsiteX2" fmla="*/ 0 w 436418"/>
              <a:gd name="connsiteY2" fmla="*/ 182252 h 182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418" h="182252">
                <a:moveTo>
                  <a:pt x="436418" y="15997"/>
                </a:moveTo>
                <a:cubicBezTo>
                  <a:pt x="337704" y="2142"/>
                  <a:pt x="238991" y="-11712"/>
                  <a:pt x="166255" y="15997"/>
                </a:cubicBezTo>
                <a:cubicBezTo>
                  <a:pt x="93519" y="43706"/>
                  <a:pt x="46759" y="112979"/>
                  <a:pt x="0" y="182252"/>
                </a:cubicBezTo>
              </a:path>
            </a:pathLst>
          </a:cu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2" name="Oval 699 2" descr="Wide upward diagonal">
            <a:extLst>
              <a:ext uri="{FF2B5EF4-FFF2-40B4-BE49-F238E27FC236}">
                <a16:creationId xmlns:a16="http://schemas.microsoft.com/office/drawing/2014/main" id="{A24B9781-2E49-117F-B1E6-0259FC42F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304" y="2403171"/>
            <a:ext cx="1668463" cy="1233487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de-DE"/>
          </a:p>
        </p:txBody>
      </p:sp>
      <p:sp>
        <p:nvSpPr>
          <p:cNvPr id="73" name="Oval 700 3" descr="Wide upward diagonal">
            <a:extLst>
              <a:ext uri="{FF2B5EF4-FFF2-40B4-BE49-F238E27FC236}">
                <a16:creationId xmlns:a16="http://schemas.microsoft.com/office/drawing/2014/main" id="{DEF40464-DC57-19FC-ACE5-B69CB375C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329" y="1899561"/>
            <a:ext cx="1078646" cy="1821235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74" name="Oval 703 2">
            <a:extLst>
              <a:ext uri="{FF2B5EF4-FFF2-40B4-BE49-F238E27FC236}">
                <a16:creationId xmlns:a16="http://schemas.microsoft.com/office/drawing/2014/main" id="{AEDFFF45-8EE8-8F34-A9A0-AFD900CCF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304" y="2403171"/>
            <a:ext cx="1668463" cy="1233487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de-DE"/>
          </a:p>
        </p:txBody>
      </p:sp>
      <p:sp>
        <p:nvSpPr>
          <p:cNvPr id="75" name="Oval 700 4" descr="Wide upward diagonal">
            <a:extLst>
              <a:ext uri="{FF2B5EF4-FFF2-40B4-BE49-F238E27FC236}">
                <a16:creationId xmlns:a16="http://schemas.microsoft.com/office/drawing/2014/main" id="{99C5F867-0D25-3D6A-86DA-A5A9E0839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945" y="3269572"/>
            <a:ext cx="2340260" cy="71339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pic>
        <p:nvPicPr>
          <p:cNvPr id="77" name="Grafik 76" descr="txp_fig.png">
            <a:extLst>
              <a:ext uri="{FF2B5EF4-FFF2-40B4-BE49-F238E27FC236}">
                <a16:creationId xmlns:a16="http://schemas.microsoft.com/office/drawing/2014/main" id="{D1DAC2AF-ABCF-42AA-3EC8-65E9A2C5740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4566" y="2370234"/>
            <a:ext cx="152664" cy="1526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8" name="Grafik 77" descr="txp_fig.png">
            <a:extLst>
              <a:ext uri="{FF2B5EF4-FFF2-40B4-BE49-F238E27FC236}">
                <a16:creationId xmlns:a16="http://schemas.microsoft.com/office/drawing/2014/main" id="{AC528009-612F-5FEB-5008-6A0518C627C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76546" y="1899561"/>
            <a:ext cx="163656" cy="14167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9" name="Grafik 78" descr="txp_fig.png">
            <a:extLst>
              <a:ext uri="{FF2B5EF4-FFF2-40B4-BE49-F238E27FC236}">
                <a16:creationId xmlns:a16="http://schemas.microsoft.com/office/drawing/2014/main" id="{54513780-87C5-6524-3CA5-32EF0A40B92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80051" y="3972590"/>
            <a:ext cx="164474" cy="1644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4" name="Grafik 83" descr="txp_fig.png">
            <a:extLst>
              <a:ext uri="{FF2B5EF4-FFF2-40B4-BE49-F238E27FC236}">
                <a16:creationId xmlns:a16="http://schemas.microsoft.com/office/drawing/2014/main" id="{C8A8A16D-EC6F-CAB7-D759-826109E19A1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9965" y="2224878"/>
            <a:ext cx="561357" cy="1642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1" name="Freihandform 80">
            <a:extLst>
              <a:ext uri="{FF2B5EF4-FFF2-40B4-BE49-F238E27FC236}">
                <a16:creationId xmlns:a16="http://schemas.microsoft.com/office/drawing/2014/main" id="{C3278ACE-B41F-1009-350F-17C94AAB4618}"/>
              </a:ext>
            </a:extLst>
          </p:cNvPr>
          <p:cNvSpPr/>
          <p:nvPr/>
        </p:nvSpPr>
        <p:spPr bwMode="auto">
          <a:xfrm>
            <a:off x="7458374" y="2279108"/>
            <a:ext cx="436418" cy="182252"/>
          </a:xfrm>
          <a:custGeom>
            <a:avLst/>
            <a:gdLst>
              <a:gd name="connsiteX0" fmla="*/ 436418 w 436418"/>
              <a:gd name="connsiteY0" fmla="*/ 15997 h 182252"/>
              <a:gd name="connsiteX1" fmla="*/ 166255 w 436418"/>
              <a:gd name="connsiteY1" fmla="*/ 15997 h 182252"/>
              <a:gd name="connsiteX2" fmla="*/ 0 w 436418"/>
              <a:gd name="connsiteY2" fmla="*/ 182252 h 182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418" h="182252">
                <a:moveTo>
                  <a:pt x="436418" y="15997"/>
                </a:moveTo>
                <a:cubicBezTo>
                  <a:pt x="337704" y="2142"/>
                  <a:pt x="238991" y="-11712"/>
                  <a:pt x="166255" y="15997"/>
                </a:cubicBezTo>
                <a:cubicBezTo>
                  <a:pt x="93519" y="43706"/>
                  <a:pt x="46759" y="112979"/>
                  <a:pt x="0" y="182252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2" name="Freihandform 81">
            <a:extLst>
              <a:ext uri="{FF2B5EF4-FFF2-40B4-BE49-F238E27FC236}">
                <a16:creationId xmlns:a16="http://schemas.microsoft.com/office/drawing/2014/main" id="{969E06E7-135C-463B-2911-869B313D5B4A}"/>
              </a:ext>
            </a:extLst>
          </p:cNvPr>
          <p:cNvSpPr/>
          <p:nvPr/>
        </p:nvSpPr>
        <p:spPr bwMode="auto">
          <a:xfrm>
            <a:off x="5306205" y="1899561"/>
            <a:ext cx="2160414" cy="1832585"/>
          </a:xfrm>
          <a:custGeom>
            <a:avLst/>
            <a:gdLst>
              <a:gd name="connsiteX0" fmla="*/ 1597940 w 2160414"/>
              <a:gd name="connsiteY0" fmla="*/ 1832575 h 1832585"/>
              <a:gd name="connsiteX1" fmla="*/ 1756690 w 2160414"/>
              <a:gd name="connsiteY1" fmla="*/ 1797650 h 1832585"/>
              <a:gd name="connsiteX2" fmla="*/ 1864640 w 2160414"/>
              <a:gd name="connsiteY2" fmla="*/ 1734150 h 1832585"/>
              <a:gd name="connsiteX3" fmla="*/ 2004340 w 2160414"/>
              <a:gd name="connsiteY3" fmla="*/ 1559525 h 1832585"/>
              <a:gd name="connsiteX4" fmla="*/ 2121815 w 2160414"/>
              <a:gd name="connsiteY4" fmla="*/ 1276950 h 1832585"/>
              <a:gd name="connsiteX5" fmla="*/ 2159915 w 2160414"/>
              <a:gd name="connsiteY5" fmla="*/ 1038825 h 1832585"/>
              <a:gd name="connsiteX6" fmla="*/ 2137690 w 2160414"/>
              <a:gd name="connsiteY6" fmla="*/ 622900 h 1832585"/>
              <a:gd name="connsiteX7" fmla="*/ 2058315 w 2160414"/>
              <a:gd name="connsiteY7" fmla="*/ 381600 h 1832585"/>
              <a:gd name="connsiteX8" fmla="*/ 1890040 w 2160414"/>
              <a:gd name="connsiteY8" fmla="*/ 118075 h 1832585"/>
              <a:gd name="connsiteX9" fmla="*/ 1718590 w 2160414"/>
              <a:gd name="connsiteY9" fmla="*/ 13300 h 1832585"/>
              <a:gd name="connsiteX10" fmla="*/ 1489990 w 2160414"/>
              <a:gd name="connsiteY10" fmla="*/ 19650 h 1832585"/>
              <a:gd name="connsiteX11" fmla="*/ 1296315 w 2160414"/>
              <a:gd name="connsiteY11" fmla="*/ 178400 h 1832585"/>
              <a:gd name="connsiteX12" fmla="*/ 1182015 w 2160414"/>
              <a:gd name="connsiteY12" fmla="*/ 391125 h 1832585"/>
              <a:gd name="connsiteX13" fmla="*/ 1137565 w 2160414"/>
              <a:gd name="connsiteY13" fmla="*/ 514950 h 1832585"/>
              <a:gd name="connsiteX14" fmla="*/ 1131215 w 2160414"/>
              <a:gd name="connsiteY14" fmla="*/ 543525 h 1832585"/>
              <a:gd name="connsiteX15" fmla="*/ 921665 w 2160414"/>
              <a:gd name="connsiteY15" fmla="*/ 502250 h 1832585"/>
              <a:gd name="connsiteX16" fmla="*/ 613690 w 2160414"/>
              <a:gd name="connsiteY16" fmla="*/ 527650 h 1832585"/>
              <a:gd name="connsiteX17" fmla="*/ 423190 w 2160414"/>
              <a:gd name="connsiteY17" fmla="*/ 587975 h 1832585"/>
              <a:gd name="connsiteX18" fmla="*/ 143790 w 2160414"/>
              <a:gd name="connsiteY18" fmla="*/ 765775 h 1832585"/>
              <a:gd name="connsiteX19" fmla="*/ 10440 w 2160414"/>
              <a:gd name="connsiteY19" fmla="*/ 984850 h 1832585"/>
              <a:gd name="connsiteX20" fmla="*/ 29490 w 2160414"/>
              <a:gd name="connsiteY20" fmla="*/ 1299175 h 1832585"/>
              <a:gd name="connsiteX21" fmla="*/ 194590 w 2160414"/>
              <a:gd name="connsiteY21" fmla="*/ 1518250 h 1832585"/>
              <a:gd name="connsiteX22" fmla="*/ 366040 w 2160414"/>
              <a:gd name="connsiteY22" fmla="*/ 1632550 h 1832585"/>
              <a:gd name="connsiteX23" fmla="*/ 613690 w 2160414"/>
              <a:gd name="connsiteY23" fmla="*/ 1711925 h 1832585"/>
              <a:gd name="connsiteX24" fmla="*/ 851815 w 2160414"/>
              <a:gd name="connsiteY24" fmla="*/ 1734150 h 1832585"/>
              <a:gd name="connsiteX25" fmla="*/ 1112165 w 2160414"/>
              <a:gd name="connsiteY25" fmla="*/ 1702400 h 1832585"/>
              <a:gd name="connsiteX26" fmla="*/ 1283615 w 2160414"/>
              <a:gd name="connsiteY26" fmla="*/ 1629375 h 1832585"/>
              <a:gd name="connsiteX27" fmla="*/ 1391565 w 2160414"/>
              <a:gd name="connsiteY27" fmla="*/ 1740500 h 1832585"/>
              <a:gd name="connsiteX28" fmla="*/ 1489990 w 2160414"/>
              <a:gd name="connsiteY28" fmla="*/ 1794475 h 1832585"/>
              <a:gd name="connsiteX29" fmla="*/ 1597940 w 2160414"/>
              <a:gd name="connsiteY29" fmla="*/ 1832575 h 1832585"/>
              <a:gd name="connsiteX0" fmla="*/ 1597940 w 2160414"/>
              <a:gd name="connsiteY0" fmla="*/ 1832575 h 1832585"/>
              <a:gd name="connsiteX1" fmla="*/ 1756690 w 2160414"/>
              <a:gd name="connsiteY1" fmla="*/ 1797650 h 1832585"/>
              <a:gd name="connsiteX2" fmla="*/ 1864640 w 2160414"/>
              <a:gd name="connsiteY2" fmla="*/ 1734150 h 1832585"/>
              <a:gd name="connsiteX3" fmla="*/ 2004340 w 2160414"/>
              <a:gd name="connsiteY3" fmla="*/ 1559525 h 1832585"/>
              <a:gd name="connsiteX4" fmla="*/ 2121815 w 2160414"/>
              <a:gd name="connsiteY4" fmla="*/ 1276950 h 1832585"/>
              <a:gd name="connsiteX5" fmla="*/ 2159915 w 2160414"/>
              <a:gd name="connsiteY5" fmla="*/ 1038825 h 1832585"/>
              <a:gd name="connsiteX6" fmla="*/ 2137690 w 2160414"/>
              <a:gd name="connsiteY6" fmla="*/ 622900 h 1832585"/>
              <a:gd name="connsiteX7" fmla="*/ 2058315 w 2160414"/>
              <a:gd name="connsiteY7" fmla="*/ 381600 h 1832585"/>
              <a:gd name="connsiteX8" fmla="*/ 1890040 w 2160414"/>
              <a:gd name="connsiteY8" fmla="*/ 118075 h 1832585"/>
              <a:gd name="connsiteX9" fmla="*/ 1718590 w 2160414"/>
              <a:gd name="connsiteY9" fmla="*/ 13300 h 1832585"/>
              <a:gd name="connsiteX10" fmla="*/ 1489990 w 2160414"/>
              <a:gd name="connsiteY10" fmla="*/ 19650 h 1832585"/>
              <a:gd name="connsiteX11" fmla="*/ 1296315 w 2160414"/>
              <a:gd name="connsiteY11" fmla="*/ 178400 h 1832585"/>
              <a:gd name="connsiteX12" fmla="*/ 1182015 w 2160414"/>
              <a:gd name="connsiteY12" fmla="*/ 391125 h 1832585"/>
              <a:gd name="connsiteX13" fmla="*/ 1137565 w 2160414"/>
              <a:gd name="connsiteY13" fmla="*/ 514950 h 1832585"/>
              <a:gd name="connsiteX14" fmla="*/ 1131215 w 2160414"/>
              <a:gd name="connsiteY14" fmla="*/ 543525 h 1832585"/>
              <a:gd name="connsiteX15" fmla="*/ 921665 w 2160414"/>
              <a:gd name="connsiteY15" fmla="*/ 502250 h 1832585"/>
              <a:gd name="connsiteX16" fmla="*/ 613690 w 2160414"/>
              <a:gd name="connsiteY16" fmla="*/ 527650 h 1832585"/>
              <a:gd name="connsiteX17" fmla="*/ 423190 w 2160414"/>
              <a:gd name="connsiteY17" fmla="*/ 587975 h 1832585"/>
              <a:gd name="connsiteX18" fmla="*/ 143790 w 2160414"/>
              <a:gd name="connsiteY18" fmla="*/ 765775 h 1832585"/>
              <a:gd name="connsiteX19" fmla="*/ 10440 w 2160414"/>
              <a:gd name="connsiteY19" fmla="*/ 984850 h 1832585"/>
              <a:gd name="connsiteX20" fmla="*/ 29490 w 2160414"/>
              <a:gd name="connsiteY20" fmla="*/ 1299175 h 1832585"/>
              <a:gd name="connsiteX21" fmla="*/ 194590 w 2160414"/>
              <a:gd name="connsiteY21" fmla="*/ 1518250 h 1832585"/>
              <a:gd name="connsiteX22" fmla="*/ 366040 w 2160414"/>
              <a:gd name="connsiteY22" fmla="*/ 1632550 h 1832585"/>
              <a:gd name="connsiteX23" fmla="*/ 613690 w 2160414"/>
              <a:gd name="connsiteY23" fmla="*/ 1711925 h 1832585"/>
              <a:gd name="connsiteX24" fmla="*/ 851815 w 2160414"/>
              <a:gd name="connsiteY24" fmla="*/ 1734150 h 1832585"/>
              <a:gd name="connsiteX25" fmla="*/ 1112165 w 2160414"/>
              <a:gd name="connsiteY25" fmla="*/ 1702400 h 1832585"/>
              <a:gd name="connsiteX26" fmla="*/ 1283615 w 2160414"/>
              <a:gd name="connsiteY26" fmla="*/ 1629375 h 1832585"/>
              <a:gd name="connsiteX27" fmla="*/ 1293140 w 2160414"/>
              <a:gd name="connsiteY27" fmla="*/ 1635725 h 1832585"/>
              <a:gd name="connsiteX28" fmla="*/ 1391565 w 2160414"/>
              <a:gd name="connsiteY28" fmla="*/ 1740500 h 1832585"/>
              <a:gd name="connsiteX29" fmla="*/ 1489990 w 2160414"/>
              <a:gd name="connsiteY29" fmla="*/ 1794475 h 1832585"/>
              <a:gd name="connsiteX30" fmla="*/ 1597940 w 2160414"/>
              <a:gd name="connsiteY30" fmla="*/ 1832575 h 1832585"/>
              <a:gd name="connsiteX0" fmla="*/ 1597940 w 2160414"/>
              <a:gd name="connsiteY0" fmla="*/ 1832575 h 1832585"/>
              <a:gd name="connsiteX1" fmla="*/ 1756690 w 2160414"/>
              <a:gd name="connsiteY1" fmla="*/ 1797650 h 1832585"/>
              <a:gd name="connsiteX2" fmla="*/ 1864640 w 2160414"/>
              <a:gd name="connsiteY2" fmla="*/ 1734150 h 1832585"/>
              <a:gd name="connsiteX3" fmla="*/ 2004340 w 2160414"/>
              <a:gd name="connsiteY3" fmla="*/ 1559525 h 1832585"/>
              <a:gd name="connsiteX4" fmla="*/ 2121815 w 2160414"/>
              <a:gd name="connsiteY4" fmla="*/ 1276950 h 1832585"/>
              <a:gd name="connsiteX5" fmla="*/ 2159915 w 2160414"/>
              <a:gd name="connsiteY5" fmla="*/ 1038825 h 1832585"/>
              <a:gd name="connsiteX6" fmla="*/ 2137690 w 2160414"/>
              <a:gd name="connsiteY6" fmla="*/ 622900 h 1832585"/>
              <a:gd name="connsiteX7" fmla="*/ 2058315 w 2160414"/>
              <a:gd name="connsiteY7" fmla="*/ 381600 h 1832585"/>
              <a:gd name="connsiteX8" fmla="*/ 1890040 w 2160414"/>
              <a:gd name="connsiteY8" fmla="*/ 118075 h 1832585"/>
              <a:gd name="connsiteX9" fmla="*/ 1718590 w 2160414"/>
              <a:gd name="connsiteY9" fmla="*/ 13300 h 1832585"/>
              <a:gd name="connsiteX10" fmla="*/ 1489990 w 2160414"/>
              <a:gd name="connsiteY10" fmla="*/ 19650 h 1832585"/>
              <a:gd name="connsiteX11" fmla="*/ 1296315 w 2160414"/>
              <a:gd name="connsiteY11" fmla="*/ 178400 h 1832585"/>
              <a:gd name="connsiteX12" fmla="*/ 1182015 w 2160414"/>
              <a:gd name="connsiteY12" fmla="*/ 391125 h 1832585"/>
              <a:gd name="connsiteX13" fmla="*/ 1137565 w 2160414"/>
              <a:gd name="connsiteY13" fmla="*/ 514950 h 1832585"/>
              <a:gd name="connsiteX14" fmla="*/ 1105815 w 2160414"/>
              <a:gd name="connsiteY14" fmla="*/ 537175 h 1832585"/>
              <a:gd name="connsiteX15" fmla="*/ 921665 w 2160414"/>
              <a:gd name="connsiteY15" fmla="*/ 502250 h 1832585"/>
              <a:gd name="connsiteX16" fmla="*/ 613690 w 2160414"/>
              <a:gd name="connsiteY16" fmla="*/ 527650 h 1832585"/>
              <a:gd name="connsiteX17" fmla="*/ 423190 w 2160414"/>
              <a:gd name="connsiteY17" fmla="*/ 587975 h 1832585"/>
              <a:gd name="connsiteX18" fmla="*/ 143790 w 2160414"/>
              <a:gd name="connsiteY18" fmla="*/ 765775 h 1832585"/>
              <a:gd name="connsiteX19" fmla="*/ 10440 w 2160414"/>
              <a:gd name="connsiteY19" fmla="*/ 984850 h 1832585"/>
              <a:gd name="connsiteX20" fmla="*/ 29490 w 2160414"/>
              <a:gd name="connsiteY20" fmla="*/ 1299175 h 1832585"/>
              <a:gd name="connsiteX21" fmla="*/ 194590 w 2160414"/>
              <a:gd name="connsiteY21" fmla="*/ 1518250 h 1832585"/>
              <a:gd name="connsiteX22" fmla="*/ 366040 w 2160414"/>
              <a:gd name="connsiteY22" fmla="*/ 1632550 h 1832585"/>
              <a:gd name="connsiteX23" fmla="*/ 613690 w 2160414"/>
              <a:gd name="connsiteY23" fmla="*/ 1711925 h 1832585"/>
              <a:gd name="connsiteX24" fmla="*/ 851815 w 2160414"/>
              <a:gd name="connsiteY24" fmla="*/ 1734150 h 1832585"/>
              <a:gd name="connsiteX25" fmla="*/ 1112165 w 2160414"/>
              <a:gd name="connsiteY25" fmla="*/ 1702400 h 1832585"/>
              <a:gd name="connsiteX26" fmla="*/ 1283615 w 2160414"/>
              <a:gd name="connsiteY26" fmla="*/ 1629375 h 1832585"/>
              <a:gd name="connsiteX27" fmla="*/ 1293140 w 2160414"/>
              <a:gd name="connsiteY27" fmla="*/ 1635725 h 1832585"/>
              <a:gd name="connsiteX28" fmla="*/ 1391565 w 2160414"/>
              <a:gd name="connsiteY28" fmla="*/ 1740500 h 1832585"/>
              <a:gd name="connsiteX29" fmla="*/ 1489990 w 2160414"/>
              <a:gd name="connsiteY29" fmla="*/ 1794475 h 1832585"/>
              <a:gd name="connsiteX30" fmla="*/ 1597940 w 2160414"/>
              <a:gd name="connsiteY30" fmla="*/ 1832575 h 1832585"/>
              <a:gd name="connsiteX0" fmla="*/ 1597940 w 2160414"/>
              <a:gd name="connsiteY0" fmla="*/ 1832575 h 1832585"/>
              <a:gd name="connsiteX1" fmla="*/ 1756690 w 2160414"/>
              <a:gd name="connsiteY1" fmla="*/ 1797650 h 1832585"/>
              <a:gd name="connsiteX2" fmla="*/ 1864640 w 2160414"/>
              <a:gd name="connsiteY2" fmla="*/ 1734150 h 1832585"/>
              <a:gd name="connsiteX3" fmla="*/ 2004340 w 2160414"/>
              <a:gd name="connsiteY3" fmla="*/ 1559525 h 1832585"/>
              <a:gd name="connsiteX4" fmla="*/ 2121815 w 2160414"/>
              <a:gd name="connsiteY4" fmla="*/ 1276950 h 1832585"/>
              <a:gd name="connsiteX5" fmla="*/ 2159915 w 2160414"/>
              <a:gd name="connsiteY5" fmla="*/ 1038825 h 1832585"/>
              <a:gd name="connsiteX6" fmla="*/ 2137690 w 2160414"/>
              <a:gd name="connsiteY6" fmla="*/ 622900 h 1832585"/>
              <a:gd name="connsiteX7" fmla="*/ 2058315 w 2160414"/>
              <a:gd name="connsiteY7" fmla="*/ 381600 h 1832585"/>
              <a:gd name="connsiteX8" fmla="*/ 1890040 w 2160414"/>
              <a:gd name="connsiteY8" fmla="*/ 118075 h 1832585"/>
              <a:gd name="connsiteX9" fmla="*/ 1718590 w 2160414"/>
              <a:gd name="connsiteY9" fmla="*/ 13300 h 1832585"/>
              <a:gd name="connsiteX10" fmla="*/ 1489990 w 2160414"/>
              <a:gd name="connsiteY10" fmla="*/ 19650 h 1832585"/>
              <a:gd name="connsiteX11" fmla="*/ 1296315 w 2160414"/>
              <a:gd name="connsiteY11" fmla="*/ 178400 h 1832585"/>
              <a:gd name="connsiteX12" fmla="*/ 1182015 w 2160414"/>
              <a:gd name="connsiteY12" fmla="*/ 391125 h 1832585"/>
              <a:gd name="connsiteX13" fmla="*/ 1137565 w 2160414"/>
              <a:gd name="connsiteY13" fmla="*/ 514950 h 1832585"/>
              <a:gd name="connsiteX14" fmla="*/ 1105815 w 2160414"/>
              <a:gd name="connsiteY14" fmla="*/ 537175 h 1832585"/>
              <a:gd name="connsiteX15" fmla="*/ 921665 w 2160414"/>
              <a:gd name="connsiteY15" fmla="*/ 502250 h 1832585"/>
              <a:gd name="connsiteX16" fmla="*/ 613690 w 2160414"/>
              <a:gd name="connsiteY16" fmla="*/ 527650 h 1832585"/>
              <a:gd name="connsiteX17" fmla="*/ 423190 w 2160414"/>
              <a:gd name="connsiteY17" fmla="*/ 587975 h 1832585"/>
              <a:gd name="connsiteX18" fmla="*/ 143790 w 2160414"/>
              <a:gd name="connsiteY18" fmla="*/ 765775 h 1832585"/>
              <a:gd name="connsiteX19" fmla="*/ 10440 w 2160414"/>
              <a:gd name="connsiteY19" fmla="*/ 984850 h 1832585"/>
              <a:gd name="connsiteX20" fmla="*/ 29490 w 2160414"/>
              <a:gd name="connsiteY20" fmla="*/ 1299175 h 1832585"/>
              <a:gd name="connsiteX21" fmla="*/ 194590 w 2160414"/>
              <a:gd name="connsiteY21" fmla="*/ 1518250 h 1832585"/>
              <a:gd name="connsiteX22" fmla="*/ 366040 w 2160414"/>
              <a:gd name="connsiteY22" fmla="*/ 1632550 h 1832585"/>
              <a:gd name="connsiteX23" fmla="*/ 613690 w 2160414"/>
              <a:gd name="connsiteY23" fmla="*/ 1711925 h 1832585"/>
              <a:gd name="connsiteX24" fmla="*/ 851815 w 2160414"/>
              <a:gd name="connsiteY24" fmla="*/ 1734150 h 1832585"/>
              <a:gd name="connsiteX25" fmla="*/ 1112165 w 2160414"/>
              <a:gd name="connsiteY25" fmla="*/ 1702400 h 1832585"/>
              <a:gd name="connsiteX26" fmla="*/ 1283615 w 2160414"/>
              <a:gd name="connsiteY26" fmla="*/ 1629375 h 1832585"/>
              <a:gd name="connsiteX27" fmla="*/ 1391565 w 2160414"/>
              <a:gd name="connsiteY27" fmla="*/ 1740500 h 1832585"/>
              <a:gd name="connsiteX28" fmla="*/ 1489990 w 2160414"/>
              <a:gd name="connsiteY28" fmla="*/ 1794475 h 1832585"/>
              <a:gd name="connsiteX29" fmla="*/ 1597940 w 2160414"/>
              <a:gd name="connsiteY29" fmla="*/ 1832575 h 1832585"/>
              <a:gd name="connsiteX0" fmla="*/ 1597940 w 2160414"/>
              <a:gd name="connsiteY0" fmla="*/ 1832575 h 1832585"/>
              <a:gd name="connsiteX1" fmla="*/ 1756690 w 2160414"/>
              <a:gd name="connsiteY1" fmla="*/ 1797650 h 1832585"/>
              <a:gd name="connsiteX2" fmla="*/ 1864640 w 2160414"/>
              <a:gd name="connsiteY2" fmla="*/ 1734150 h 1832585"/>
              <a:gd name="connsiteX3" fmla="*/ 2004340 w 2160414"/>
              <a:gd name="connsiteY3" fmla="*/ 1559525 h 1832585"/>
              <a:gd name="connsiteX4" fmla="*/ 2121815 w 2160414"/>
              <a:gd name="connsiteY4" fmla="*/ 1276950 h 1832585"/>
              <a:gd name="connsiteX5" fmla="*/ 2159915 w 2160414"/>
              <a:gd name="connsiteY5" fmla="*/ 1038825 h 1832585"/>
              <a:gd name="connsiteX6" fmla="*/ 2137690 w 2160414"/>
              <a:gd name="connsiteY6" fmla="*/ 622900 h 1832585"/>
              <a:gd name="connsiteX7" fmla="*/ 2058315 w 2160414"/>
              <a:gd name="connsiteY7" fmla="*/ 381600 h 1832585"/>
              <a:gd name="connsiteX8" fmla="*/ 1890040 w 2160414"/>
              <a:gd name="connsiteY8" fmla="*/ 118075 h 1832585"/>
              <a:gd name="connsiteX9" fmla="*/ 1718590 w 2160414"/>
              <a:gd name="connsiteY9" fmla="*/ 13300 h 1832585"/>
              <a:gd name="connsiteX10" fmla="*/ 1489990 w 2160414"/>
              <a:gd name="connsiteY10" fmla="*/ 19650 h 1832585"/>
              <a:gd name="connsiteX11" fmla="*/ 1296315 w 2160414"/>
              <a:gd name="connsiteY11" fmla="*/ 178400 h 1832585"/>
              <a:gd name="connsiteX12" fmla="*/ 1182015 w 2160414"/>
              <a:gd name="connsiteY12" fmla="*/ 391125 h 1832585"/>
              <a:gd name="connsiteX13" fmla="*/ 1137565 w 2160414"/>
              <a:gd name="connsiteY13" fmla="*/ 514950 h 1832585"/>
              <a:gd name="connsiteX14" fmla="*/ 1105815 w 2160414"/>
              <a:gd name="connsiteY14" fmla="*/ 537175 h 1832585"/>
              <a:gd name="connsiteX15" fmla="*/ 921665 w 2160414"/>
              <a:gd name="connsiteY15" fmla="*/ 502250 h 1832585"/>
              <a:gd name="connsiteX16" fmla="*/ 613690 w 2160414"/>
              <a:gd name="connsiteY16" fmla="*/ 527650 h 1832585"/>
              <a:gd name="connsiteX17" fmla="*/ 423190 w 2160414"/>
              <a:gd name="connsiteY17" fmla="*/ 587975 h 1832585"/>
              <a:gd name="connsiteX18" fmla="*/ 143790 w 2160414"/>
              <a:gd name="connsiteY18" fmla="*/ 765775 h 1832585"/>
              <a:gd name="connsiteX19" fmla="*/ 10440 w 2160414"/>
              <a:gd name="connsiteY19" fmla="*/ 984850 h 1832585"/>
              <a:gd name="connsiteX20" fmla="*/ 29490 w 2160414"/>
              <a:gd name="connsiteY20" fmla="*/ 1299175 h 1832585"/>
              <a:gd name="connsiteX21" fmla="*/ 194590 w 2160414"/>
              <a:gd name="connsiteY21" fmla="*/ 1518250 h 1832585"/>
              <a:gd name="connsiteX22" fmla="*/ 366040 w 2160414"/>
              <a:gd name="connsiteY22" fmla="*/ 1632550 h 1832585"/>
              <a:gd name="connsiteX23" fmla="*/ 613690 w 2160414"/>
              <a:gd name="connsiteY23" fmla="*/ 1711925 h 1832585"/>
              <a:gd name="connsiteX24" fmla="*/ 851815 w 2160414"/>
              <a:gd name="connsiteY24" fmla="*/ 1734150 h 1832585"/>
              <a:gd name="connsiteX25" fmla="*/ 1112165 w 2160414"/>
              <a:gd name="connsiteY25" fmla="*/ 1702400 h 1832585"/>
              <a:gd name="connsiteX26" fmla="*/ 1229640 w 2160414"/>
              <a:gd name="connsiteY26" fmla="*/ 1657950 h 1832585"/>
              <a:gd name="connsiteX27" fmla="*/ 1283615 w 2160414"/>
              <a:gd name="connsiteY27" fmla="*/ 1629375 h 1832585"/>
              <a:gd name="connsiteX28" fmla="*/ 1391565 w 2160414"/>
              <a:gd name="connsiteY28" fmla="*/ 1740500 h 1832585"/>
              <a:gd name="connsiteX29" fmla="*/ 1489990 w 2160414"/>
              <a:gd name="connsiteY29" fmla="*/ 1794475 h 1832585"/>
              <a:gd name="connsiteX30" fmla="*/ 1597940 w 2160414"/>
              <a:gd name="connsiteY30" fmla="*/ 1832575 h 1832585"/>
              <a:gd name="connsiteX0" fmla="*/ 1597940 w 2160414"/>
              <a:gd name="connsiteY0" fmla="*/ 1832575 h 1832585"/>
              <a:gd name="connsiteX1" fmla="*/ 1756690 w 2160414"/>
              <a:gd name="connsiteY1" fmla="*/ 1797650 h 1832585"/>
              <a:gd name="connsiteX2" fmla="*/ 1864640 w 2160414"/>
              <a:gd name="connsiteY2" fmla="*/ 1734150 h 1832585"/>
              <a:gd name="connsiteX3" fmla="*/ 2004340 w 2160414"/>
              <a:gd name="connsiteY3" fmla="*/ 1559525 h 1832585"/>
              <a:gd name="connsiteX4" fmla="*/ 2121815 w 2160414"/>
              <a:gd name="connsiteY4" fmla="*/ 1276950 h 1832585"/>
              <a:gd name="connsiteX5" fmla="*/ 2159915 w 2160414"/>
              <a:gd name="connsiteY5" fmla="*/ 1038825 h 1832585"/>
              <a:gd name="connsiteX6" fmla="*/ 2137690 w 2160414"/>
              <a:gd name="connsiteY6" fmla="*/ 622900 h 1832585"/>
              <a:gd name="connsiteX7" fmla="*/ 2058315 w 2160414"/>
              <a:gd name="connsiteY7" fmla="*/ 381600 h 1832585"/>
              <a:gd name="connsiteX8" fmla="*/ 1890040 w 2160414"/>
              <a:gd name="connsiteY8" fmla="*/ 118075 h 1832585"/>
              <a:gd name="connsiteX9" fmla="*/ 1718590 w 2160414"/>
              <a:gd name="connsiteY9" fmla="*/ 13300 h 1832585"/>
              <a:gd name="connsiteX10" fmla="*/ 1489990 w 2160414"/>
              <a:gd name="connsiteY10" fmla="*/ 19650 h 1832585"/>
              <a:gd name="connsiteX11" fmla="*/ 1296315 w 2160414"/>
              <a:gd name="connsiteY11" fmla="*/ 178400 h 1832585"/>
              <a:gd name="connsiteX12" fmla="*/ 1182015 w 2160414"/>
              <a:gd name="connsiteY12" fmla="*/ 391125 h 1832585"/>
              <a:gd name="connsiteX13" fmla="*/ 1137565 w 2160414"/>
              <a:gd name="connsiteY13" fmla="*/ 514950 h 1832585"/>
              <a:gd name="connsiteX14" fmla="*/ 1105815 w 2160414"/>
              <a:gd name="connsiteY14" fmla="*/ 537175 h 1832585"/>
              <a:gd name="connsiteX15" fmla="*/ 921665 w 2160414"/>
              <a:gd name="connsiteY15" fmla="*/ 502250 h 1832585"/>
              <a:gd name="connsiteX16" fmla="*/ 613690 w 2160414"/>
              <a:gd name="connsiteY16" fmla="*/ 527650 h 1832585"/>
              <a:gd name="connsiteX17" fmla="*/ 423190 w 2160414"/>
              <a:gd name="connsiteY17" fmla="*/ 587975 h 1832585"/>
              <a:gd name="connsiteX18" fmla="*/ 143790 w 2160414"/>
              <a:gd name="connsiteY18" fmla="*/ 765775 h 1832585"/>
              <a:gd name="connsiteX19" fmla="*/ 10440 w 2160414"/>
              <a:gd name="connsiteY19" fmla="*/ 984850 h 1832585"/>
              <a:gd name="connsiteX20" fmla="*/ 29490 w 2160414"/>
              <a:gd name="connsiteY20" fmla="*/ 1299175 h 1832585"/>
              <a:gd name="connsiteX21" fmla="*/ 194590 w 2160414"/>
              <a:gd name="connsiteY21" fmla="*/ 1518250 h 1832585"/>
              <a:gd name="connsiteX22" fmla="*/ 366040 w 2160414"/>
              <a:gd name="connsiteY22" fmla="*/ 1632550 h 1832585"/>
              <a:gd name="connsiteX23" fmla="*/ 613690 w 2160414"/>
              <a:gd name="connsiteY23" fmla="*/ 1711925 h 1832585"/>
              <a:gd name="connsiteX24" fmla="*/ 851815 w 2160414"/>
              <a:gd name="connsiteY24" fmla="*/ 1734150 h 1832585"/>
              <a:gd name="connsiteX25" fmla="*/ 1112165 w 2160414"/>
              <a:gd name="connsiteY25" fmla="*/ 1702400 h 1832585"/>
              <a:gd name="connsiteX26" fmla="*/ 1229640 w 2160414"/>
              <a:gd name="connsiteY26" fmla="*/ 1657950 h 1832585"/>
              <a:gd name="connsiteX27" fmla="*/ 1296315 w 2160414"/>
              <a:gd name="connsiteY27" fmla="*/ 1632550 h 1832585"/>
              <a:gd name="connsiteX28" fmla="*/ 1391565 w 2160414"/>
              <a:gd name="connsiteY28" fmla="*/ 1740500 h 1832585"/>
              <a:gd name="connsiteX29" fmla="*/ 1489990 w 2160414"/>
              <a:gd name="connsiteY29" fmla="*/ 1794475 h 1832585"/>
              <a:gd name="connsiteX30" fmla="*/ 1597940 w 2160414"/>
              <a:gd name="connsiteY30" fmla="*/ 1832575 h 1832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160414" h="1832585">
                <a:moveTo>
                  <a:pt x="1597940" y="1832575"/>
                </a:moveTo>
                <a:cubicBezTo>
                  <a:pt x="1642390" y="1833104"/>
                  <a:pt x="1712240" y="1814054"/>
                  <a:pt x="1756690" y="1797650"/>
                </a:cubicBezTo>
                <a:cubicBezTo>
                  <a:pt x="1801140" y="1781246"/>
                  <a:pt x="1823365" y="1773837"/>
                  <a:pt x="1864640" y="1734150"/>
                </a:cubicBezTo>
                <a:cubicBezTo>
                  <a:pt x="1905915" y="1694463"/>
                  <a:pt x="1961478" y="1635725"/>
                  <a:pt x="2004340" y="1559525"/>
                </a:cubicBezTo>
                <a:cubicBezTo>
                  <a:pt x="2047203" y="1483325"/>
                  <a:pt x="2095886" y="1363733"/>
                  <a:pt x="2121815" y="1276950"/>
                </a:cubicBezTo>
                <a:cubicBezTo>
                  <a:pt x="2147744" y="1190167"/>
                  <a:pt x="2157269" y="1147833"/>
                  <a:pt x="2159915" y="1038825"/>
                </a:cubicBezTo>
                <a:cubicBezTo>
                  <a:pt x="2162561" y="929817"/>
                  <a:pt x="2154623" y="732437"/>
                  <a:pt x="2137690" y="622900"/>
                </a:cubicBezTo>
                <a:cubicBezTo>
                  <a:pt x="2120757" y="513363"/>
                  <a:pt x="2099590" y="465737"/>
                  <a:pt x="2058315" y="381600"/>
                </a:cubicBezTo>
                <a:cubicBezTo>
                  <a:pt x="2017040" y="297462"/>
                  <a:pt x="1946661" y="179458"/>
                  <a:pt x="1890040" y="118075"/>
                </a:cubicBezTo>
                <a:cubicBezTo>
                  <a:pt x="1833419" y="56692"/>
                  <a:pt x="1785265" y="29704"/>
                  <a:pt x="1718590" y="13300"/>
                </a:cubicBezTo>
                <a:cubicBezTo>
                  <a:pt x="1651915" y="-3104"/>
                  <a:pt x="1560369" y="-7867"/>
                  <a:pt x="1489990" y="19650"/>
                </a:cubicBezTo>
                <a:cubicBezTo>
                  <a:pt x="1419611" y="47167"/>
                  <a:pt x="1347644" y="116488"/>
                  <a:pt x="1296315" y="178400"/>
                </a:cubicBezTo>
                <a:cubicBezTo>
                  <a:pt x="1244986" y="240312"/>
                  <a:pt x="1208473" y="335034"/>
                  <a:pt x="1182015" y="391125"/>
                </a:cubicBezTo>
                <a:cubicBezTo>
                  <a:pt x="1155557" y="447216"/>
                  <a:pt x="1150265" y="490608"/>
                  <a:pt x="1137565" y="514950"/>
                </a:cubicBezTo>
                <a:cubicBezTo>
                  <a:pt x="1124865" y="539292"/>
                  <a:pt x="1141798" y="539292"/>
                  <a:pt x="1105815" y="537175"/>
                </a:cubicBezTo>
                <a:cubicBezTo>
                  <a:pt x="1069832" y="535058"/>
                  <a:pt x="1003686" y="503837"/>
                  <a:pt x="921665" y="502250"/>
                </a:cubicBezTo>
                <a:cubicBezTo>
                  <a:pt x="839644" y="500663"/>
                  <a:pt x="696769" y="513362"/>
                  <a:pt x="613690" y="527650"/>
                </a:cubicBezTo>
                <a:cubicBezTo>
                  <a:pt x="530611" y="541937"/>
                  <a:pt x="501507" y="548288"/>
                  <a:pt x="423190" y="587975"/>
                </a:cubicBezTo>
                <a:cubicBezTo>
                  <a:pt x="344873" y="627662"/>
                  <a:pt x="212582" y="699629"/>
                  <a:pt x="143790" y="765775"/>
                </a:cubicBezTo>
                <a:cubicBezTo>
                  <a:pt x="74998" y="831921"/>
                  <a:pt x="29490" y="895950"/>
                  <a:pt x="10440" y="984850"/>
                </a:cubicBezTo>
                <a:cubicBezTo>
                  <a:pt x="-8610" y="1073750"/>
                  <a:pt x="-1202" y="1210275"/>
                  <a:pt x="29490" y="1299175"/>
                </a:cubicBezTo>
                <a:cubicBezTo>
                  <a:pt x="60182" y="1388075"/>
                  <a:pt x="138498" y="1462688"/>
                  <a:pt x="194590" y="1518250"/>
                </a:cubicBezTo>
                <a:cubicBezTo>
                  <a:pt x="250682" y="1573812"/>
                  <a:pt x="296190" y="1600271"/>
                  <a:pt x="366040" y="1632550"/>
                </a:cubicBezTo>
                <a:cubicBezTo>
                  <a:pt x="435890" y="1664829"/>
                  <a:pt x="532728" y="1694992"/>
                  <a:pt x="613690" y="1711925"/>
                </a:cubicBezTo>
                <a:cubicBezTo>
                  <a:pt x="694652" y="1728858"/>
                  <a:pt x="768736" y="1735737"/>
                  <a:pt x="851815" y="1734150"/>
                </a:cubicBezTo>
                <a:cubicBezTo>
                  <a:pt x="934894" y="1732563"/>
                  <a:pt x="1049194" y="1715100"/>
                  <a:pt x="1112165" y="1702400"/>
                </a:cubicBezTo>
                <a:cubicBezTo>
                  <a:pt x="1175136" y="1689700"/>
                  <a:pt x="1201065" y="1670121"/>
                  <a:pt x="1229640" y="1657950"/>
                </a:cubicBezTo>
                <a:cubicBezTo>
                  <a:pt x="1258215" y="1645779"/>
                  <a:pt x="1269328" y="1618792"/>
                  <a:pt x="1296315" y="1632550"/>
                </a:cubicBezTo>
                <a:cubicBezTo>
                  <a:pt x="1323303" y="1646308"/>
                  <a:pt x="1357169" y="1712983"/>
                  <a:pt x="1391565" y="1740500"/>
                </a:cubicBezTo>
                <a:cubicBezTo>
                  <a:pt x="1425961" y="1768017"/>
                  <a:pt x="1455065" y="1780717"/>
                  <a:pt x="1489990" y="1794475"/>
                </a:cubicBezTo>
                <a:cubicBezTo>
                  <a:pt x="1524915" y="1808233"/>
                  <a:pt x="1553490" y="1832046"/>
                  <a:pt x="1597940" y="1832575"/>
                </a:cubicBezTo>
                <a:close/>
              </a:path>
            </a:pathLst>
          </a:custGeom>
          <a:solidFill>
            <a:srgbClr val="FF0000">
              <a:alpha val="8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Freihandform 82">
            <a:extLst>
              <a:ext uri="{FF2B5EF4-FFF2-40B4-BE49-F238E27FC236}">
                <a16:creationId xmlns:a16="http://schemas.microsoft.com/office/drawing/2014/main" id="{1A1065E3-675F-17FA-D276-D1AE401030EF}"/>
              </a:ext>
            </a:extLst>
          </p:cNvPr>
          <p:cNvSpPr/>
          <p:nvPr/>
        </p:nvSpPr>
        <p:spPr bwMode="auto">
          <a:xfrm>
            <a:off x="5217136" y="2397144"/>
            <a:ext cx="2341430" cy="1592925"/>
          </a:xfrm>
          <a:custGeom>
            <a:avLst/>
            <a:gdLst>
              <a:gd name="connsiteX0" fmla="*/ 1262353 w 2341430"/>
              <a:gd name="connsiteY0" fmla="*/ 64197 h 1599876"/>
              <a:gd name="connsiteX1" fmla="*/ 1043278 w 2341430"/>
              <a:gd name="connsiteY1" fmla="*/ 7047 h 1599876"/>
              <a:gd name="connsiteX2" fmla="*/ 752765 w 2341430"/>
              <a:gd name="connsiteY2" fmla="*/ 18954 h 1599876"/>
              <a:gd name="connsiteX3" fmla="*/ 345572 w 2341430"/>
              <a:gd name="connsiteY3" fmla="*/ 168972 h 1599876"/>
              <a:gd name="connsiteX4" fmla="*/ 86015 w 2341430"/>
              <a:gd name="connsiteY4" fmla="*/ 545210 h 1599876"/>
              <a:gd name="connsiteX5" fmla="*/ 188409 w 2341430"/>
              <a:gd name="connsiteY5" fmla="*/ 928591 h 1599876"/>
              <a:gd name="connsiteX6" fmla="*/ 247940 w 2341430"/>
              <a:gd name="connsiteY6" fmla="*/ 985741 h 1599876"/>
              <a:gd name="connsiteX7" fmla="*/ 269372 w 2341430"/>
              <a:gd name="connsiteY7" fmla="*/ 1004791 h 1599876"/>
              <a:gd name="connsiteX8" fmla="*/ 214603 w 2341430"/>
              <a:gd name="connsiteY8" fmla="*/ 1021460 h 1599876"/>
              <a:gd name="connsiteX9" fmla="*/ 45534 w 2341430"/>
              <a:gd name="connsiteY9" fmla="*/ 1128616 h 1599876"/>
              <a:gd name="connsiteX10" fmla="*/ 290 w 2341430"/>
              <a:gd name="connsiteY10" fmla="*/ 1219104 h 1599876"/>
              <a:gd name="connsiteX11" fmla="*/ 36009 w 2341430"/>
              <a:gd name="connsiteY11" fmla="*/ 1328641 h 1599876"/>
              <a:gd name="connsiteX12" fmla="*/ 200315 w 2341430"/>
              <a:gd name="connsiteY12" fmla="*/ 1433416 h 1599876"/>
              <a:gd name="connsiteX13" fmla="*/ 424153 w 2341430"/>
              <a:gd name="connsiteY13" fmla="*/ 1509616 h 1599876"/>
              <a:gd name="connsiteX14" fmla="*/ 686090 w 2341430"/>
              <a:gd name="connsiteY14" fmla="*/ 1554860 h 1599876"/>
              <a:gd name="connsiteX15" fmla="*/ 1121859 w 2341430"/>
              <a:gd name="connsiteY15" fmla="*/ 1595341 h 1599876"/>
              <a:gd name="connsiteX16" fmla="*/ 1293309 w 2341430"/>
              <a:gd name="connsiteY16" fmla="*/ 1588197 h 1599876"/>
              <a:gd name="connsiteX17" fmla="*/ 1929103 w 2341430"/>
              <a:gd name="connsiteY17" fmla="*/ 1500091 h 1599876"/>
              <a:gd name="connsiteX18" fmla="*/ 2293434 w 2341430"/>
              <a:gd name="connsiteY18" fmla="*/ 1335785 h 1599876"/>
              <a:gd name="connsiteX19" fmla="*/ 2319628 w 2341430"/>
              <a:gd name="connsiteY19" fmla="*/ 1169097 h 1599876"/>
              <a:gd name="connsiteX20" fmla="*/ 2129128 w 2341430"/>
              <a:gd name="connsiteY20" fmla="*/ 1026222 h 1599876"/>
              <a:gd name="connsiteX21" fmla="*/ 1702884 w 2341430"/>
              <a:gd name="connsiteY21" fmla="*/ 909541 h 1599876"/>
              <a:gd name="connsiteX22" fmla="*/ 1667165 w 2341430"/>
              <a:gd name="connsiteY22" fmla="*/ 907160 h 1599876"/>
              <a:gd name="connsiteX23" fmla="*/ 1686215 w 2341430"/>
              <a:gd name="connsiteY23" fmla="*/ 876204 h 1599876"/>
              <a:gd name="connsiteX24" fmla="*/ 1752890 w 2341430"/>
              <a:gd name="connsiteY24" fmla="*/ 633316 h 1599876"/>
              <a:gd name="connsiteX25" fmla="*/ 1688597 w 2341430"/>
              <a:gd name="connsiteY25" fmla="*/ 392810 h 1599876"/>
              <a:gd name="connsiteX26" fmla="*/ 1467140 w 2341430"/>
              <a:gd name="connsiteY26" fmla="*/ 159447 h 1599876"/>
              <a:gd name="connsiteX27" fmla="*/ 1262353 w 2341430"/>
              <a:gd name="connsiteY27" fmla="*/ 64197 h 1599876"/>
              <a:gd name="connsiteX0" fmla="*/ 1262353 w 2341430"/>
              <a:gd name="connsiteY0" fmla="*/ 64197 h 1595196"/>
              <a:gd name="connsiteX1" fmla="*/ 1043278 w 2341430"/>
              <a:gd name="connsiteY1" fmla="*/ 7047 h 1595196"/>
              <a:gd name="connsiteX2" fmla="*/ 752765 w 2341430"/>
              <a:gd name="connsiteY2" fmla="*/ 18954 h 1595196"/>
              <a:gd name="connsiteX3" fmla="*/ 345572 w 2341430"/>
              <a:gd name="connsiteY3" fmla="*/ 168972 h 1595196"/>
              <a:gd name="connsiteX4" fmla="*/ 86015 w 2341430"/>
              <a:gd name="connsiteY4" fmla="*/ 545210 h 1595196"/>
              <a:gd name="connsiteX5" fmla="*/ 188409 w 2341430"/>
              <a:gd name="connsiteY5" fmla="*/ 928591 h 1595196"/>
              <a:gd name="connsiteX6" fmla="*/ 247940 w 2341430"/>
              <a:gd name="connsiteY6" fmla="*/ 985741 h 1595196"/>
              <a:gd name="connsiteX7" fmla="*/ 269372 w 2341430"/>
              <a:gd name="connsiteY7" fmla="*/ 1004791 h 1595196"/>
              <a:gd name="connsiteX8" fmla="*/ 214603 w 2341430"/>
              <a:gd name="connsiteY8" fmla="*/ 1021460 h 1595196"/>
              <a:gd name="connsiteX9" fmla="*/ 45534 w 2341430"/>
              <a:gd name="connsiteY9" fmla="*/ 1128616 h 1595196"/>
              <a:gd name="connsiteX10" fmla="*/ 290 w 2341430"/>
              <a:gd name="connsiteY10" fmla="*/ 1219104 h 1595196"/>
              <a:gd name="connsiteX11" fmla="*/ 36009 w 2341430"/>
              <a:gd name="connsiteY11" fmla="*/ 1328641 h 1595196"/>
              <a:gd name="connsiteX12" fmla="*/ 200315 w 2341430"/>
              <a:gd name="connsiteY12" fmla="*/ 1433416 h 1595196"/>
              <a:gd name="connsiteX13" fmla="*/ 424153 w 2341430"/>
              <a:gd name="connsiteY13" fmla="*/ 1509616 h 1595196"/>
              <a:gd name="connsiteX14" fmla="*/ 686090 w 2341430"/>
              <a:gd name="connsiteY14" fmla="*/ 1554860 h 1595196"/>
              <a:gd name="connsiteX15" fmla="*/ 1061534 w 2341430"/>
              <a:gd name="connsiteY15" fmla="*/ 1585816 h 1595196"/>
              <a:gd name="connsiteX16" fmla="*/ 1293309 w 2341430"/>
              <a:gd name="connsiteY16" fmla="*/ 1588197 h 1595196"/>
              <a:gd name="connsiteX17" fmla="*/ 1929103 w 2341430"/>
              <a:gd name="connsiteY17" fmla="*/ 1500091 h 1595196"/>
              <a:gd name="connsiteX18" fmla="*/ 2293434 w 2341430"/>
              <a:gd name="connsiteY18" fmla="*/ 1335785 h 1595196"/>
              <a:gd name="connsiteX19" fmla="*/ 2319628 w 2341430"/>
              <a:gd name="connsiteY19" fmla="*/ 1169097 h 1595196"/>
              <a:gd name="connsiteX20" fmla="*/ 2129128 w 2341430"/>
              <a:gd name="connsiteY20" fmla="*/ 1026222 h 1595196"/>
              <a:gd name="connsiteX21" fmla="*/ 1702884 w 2341430"/>
              <a:gd name="connsiteY21" fmla="*/ 909541 h 1595196"/>
              <a:gd name="connsiteX22" fmla="*/ 1667165 w 2341430"/>
              <a:gd name="connsiteY22" fmla="*/ 907160 h 1595196"/>
              <a:gd name="connsiteX23" fmla="*/ 1686215 w 2341430"/>
              <a:gd name="connsiteY23" fmla="*/ 876204 h 1595196"/>
              <a:gd name="connsiteX24" fmla="*/ 1752890 w 2341430"/>
              <a:gd name="connsiteY24" fmla="*/ 633316 h 1595196"/>
              <a:gd name="connsiteX25" fmla="*/ 1688597 w 2341430"/>
              <a:gd name="connsiteY25" fmla="*/ 392810 h 1595196"/>
              <a:gd name="connsiteX26" fmla="*/ 1467140 w 2341430"/>
              <a:gd name="connsiteY26" fmla="*/ 159447 h 1595196"/>
              <a:gd name="connsiteX27" fmla="*/ 1262353 w 2341430"/>
              <a:gd name="connsiteY27" fmla="*/ 64197 h 1595196"/>
              <a:gd name="connsiteX0" fmla="*/ 1262353 w 2341430"/>
              <a:gd name="connsiteY0" fmla="*/ 64197 h 1592925"/>
              <a:gd name="connsiteX1" fmla="*/ 1043278 w 2341430"/>
              <a:gd name="connsiteY1" fmla="*/ 7047 h 1592925"/>
              <a:gd name="connsiteX2" fmla="*/ 752765 w 2341430"/>
              <a:gd name="connsiteY2" fmla="*/ 18954 h 1592925"/>
              <a:gd name="connsiteX3" fmla="*/ 345572 w 2341430"/>
              <a:gd name="connsiteY3" fmla="*/ 168972 h 1592925"/>
              <a:gd name="connsiteX4" fmla="*/ 86015 w 2341430"/>
              <a:gd name="connsiteY4" fmla="*/ 545210 h 1592925"/>
              <a:gd name="connsiteX5" fmla="*/ 188409 w 2341430"/>
              <a:gd name="connsiteY5" fmla="*/ 928591 h 1592925"/>
              <a:gd name="connsiteX6" fmla="*/ 247940 w 2341430"/>
              <a:gd name="connsiteY6" fmla="*/ 985741 h 1592925"/>
              <a:gd name="connsiteX7" fmla="*/ 269372 w 2341430"/>
              <a:gd name="connsiteY7" fmla="*/ 1004791 h 1592925"/>
              <a:gd name="connsiteX8" fmla="*/ 214603 w 2341430"/>
              <a:gd name="connsiteY8" fmla="*/ 1021460 h 1592925"/>
              <a:gd name="connsiteX9" fmla="*/ 45534 w 2341430"/>
              <a:gd name="connsiteY9" fmla="*/ 1128616 h 1592925"/>
              <a:gd name="connsiteX10" fmla="*/ 290 w 2341430"/>
              <a:gd name="connsiteY10" fmla="*/ 1219104 h 1592925"/>
              <a:gd name="connsiteX11" fmla="*/ 36009 w 2341430"/>
              <a:gd name="connsiteY11" fmla="*/ 1328641 h 1592925"/>
              <a:gd name="connsiteX12" fmla="*/ 200315 w 2341430"/>
              <a:gd name="connsiteY12" fmla="*/ 1433416 h 1592925"/>
              <a:gd name="connsiteX13" fmla="*/ 424153 w 2341430"/>
              <a:gd name="connsiteY13" fmla="*/ 1509616 h 1592925"/>
              <a:gd name="connsiteX14" fmla="*/ 686090 w 2341430"/>
              <a:gd name="connsiteY14" fmla="*/ 1554860 h 1592925"/>
              <a:gd name="connsiteX15" fmla="*/ 1061534 w 2341430"/>
              <a:gd name="connsiteY15" fmla="*/ 1585816 h 1592925"/>
              <a:gd name="connsiteX16" fmla="*/ 1353634 w 2341430"/>
              <a:gd name="connsiteY16" fmla="*/ 1585022 h 1592925"/>
              <a:gd name="connsiteX17" fmla="*/ 1929103 w 2341430"/>
              <a:gd name="connsiteY17" fmla="*/ 1500091 h 1592925"/>
              <a:gd name="connsiteX18" fmla="*/ 2293434 w 2341430"/>
              <a:gd name="connsiteY18" fmla="*/ 1335785 h 1592925"/>
              <a:gd name="connsiteX19" fmla="*/ 2319628 w 2341430"/>
              <a:gd name="connsiteY19" fmla="*/ 1169097 h 1592925"/>
              <a:gd name="connsiteX20" fmla="*/ 2129128 w 2341430"/>
              <a:gd name="connsiteY20" fmla="*/ 1026222 h 1592925"/>
              <a:gd name="connsiteX21" fmla="*/ 1702884 w 2341430"/>
              <a:gd name="connsiteY21" fmla="*/ 909541 h 1592925"/>
              <a:gd name="connsiteX22" fmla="*/ 1667165 w 2341430"/>
              <a:gd name="connsiteY22" fmla="*/ 907160 h 1592925"/>
              <a:gd name="connsiteX23" fmla="*/ 1686215 w 2341430"/>
              <a:gd name="connsiteY23" fmla="*/ 876204 h 1592925"/>
              <a:gd name="connsiteX24" fmla="*/ 1752890 w 2341430"/>
              <a:gd name="connsiteY24" fmla="*/ 633316 h 1592925"/>
              <a:gd name="connsiteX25" fmla="*/ 1688597 w 2341430"/>
              <a:gd name="connsiteY25" fmla="*/ 392810 h 1592925"/>
              <a:gd name="connsiteX26" fmla="*/ 1467140 w 2341430"/>
              <a:gd name="connsiteY26" fmla="*/ 159447 h 1592925"/>
              <a:gd name="connsiteX27" fmla="*/ 1262353 w 2341430"/>
              <a:gd name="connsiteY27" fmla="*/ 64197 h 15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341430" h="1592925">
                <a:moveTo>
                  <a:pt x="1262353" y="64197"/>
                </a:moveTo>
                <a:cubicBezTo>
                  <a:pt x="1191709" y="38797"/>
                  <a:pt x="1128209" y="14587"/>
                  <a:pt x="1043278" y="7047"/>
                </a:cubicBezTo>
                <a:cubicBezTo>
                  <a:pt x="958347" y="-494"/>
                  <a:pt x="869049" y="-8033"/>
                  <a:pt x="752765" y="18954"/>
                </a:cubicBezTo>
                <a:cubicBezTo>
                  <a:pt x="636481" y="45941"/>
                  <a:pt x="456697" y="81263"/>
                  <a:pt x="345572" y="168972"/>
                </a:cubicBezTo>
                <a:cubicBezTo>
                  <a:pt x="234447" y="256681"/>
                  <a:pt x="112209" y="418607"/>
                  <a:pt x="86015" y="545210"/>
                </a:cubicBezTo>
                <a:cubicBezTo>
                  <a:pt x="59821" y="671813"/>
                  <a:pt x="161422" y="855169"/>
                  <a:pt x="188409" y="928591"/>
                </a:cubicBezTo>
                <a:cubicBezTo>
                  <a:pt x="215396" y="1002013"/>
                  <a:pt x="234446" y="973041"/>
                  <a:pt x="247940" y="985741"/>
                </a:cubicBezTo>
                <a:cubicBezTo>
                  <a:pt x="261434" y="998441"/>
                  <a:pt x="274928" y="998838"/>
                  <a:pt x="269372" y="1004791"/>
                </a:cubicBezTo>
                <a:cubicBezTo>
                  <a:pt x="263816" y="1010744"/>
                  <a:pt x="251909" y="1000823"/>
                  <a:pt x="214603" y="1021460"/>
                </a:cubicBezTo>
                <a:cubicBezTo>
                  <a:pt x="177297" y="1042098"/>
                  <a:pt x="81253" y="1095675"/>
                  <a:pt x="45534" y="1128616"/>
                </a:cubicBezTo>
                <a:cubicBezTo>
                  <a:pt x="9815" y="1161557"/>
                  <a:pt x="1877" y="1185767"/>
                  <a:pt x="290" y="1219104"/>
                </a:cubicBezTo>
                <a:cubicBezTo>
                  <a:pt x="-1297" y="1252441"/>
                  <a:pt x="2672" y="1292922"/>
                  <a:pt x="36009" y="1328641"/>
                </a:cubicBezTo>
                <a:cubicBezTo>
                  <a:pt x="69346" y="1364360"/>
                  <a:pt x="135624" y="1403254"/>
                  <a:pt x="200315" y="1433416"/>
                </a:cubicBezTo>
                <a:cubicBezTo>
                  <a:pt x="265006" y="1463579"/>
                  <a:pt x="343190" y="1489375"/>
                  <a:pt x="424153" y="1509616"/>
                </a:cubicBezTo>
                <a:cubicBezTo>
                  <a:pt x="505115" y="1529857"/>
                  <a:pt x="579860" y="1542160"/>
                  <a:pt x="686090" y="1554860"/>
                </a:cubicBezTo>
                <a:cubicBezTo>
                  <a:pt x="792320" y="1567560"/>
                  <a:pt x="950277" y="1580789"/>
                  <a:pt x="1061534" y="1585816"/>
                </a:cubicBezTo>
                <a:cubicBezTo>
                  <a:pt x="1172791" y="1590843"/>
                  <a:pt x="1209039" y="1599309"/>
                  <a:pt x="1353634" y="1585022"/>
                </a:cubicBezTo>
                <a:cubicBezTo>
                  <a:pt x="1498229" y="1570735"/>
                  <a:pt x="1772470" y="1541631"/>
                  <a:pt x="1929103" y="1500091"/>
                </a:cubicBezTo>
                <a:cubicBezTo>
                  <a:pt x="2085736" y="1458552"/>
                  <a:pt x="2228347" y="1390951"/>
                  <a:pt x="2293434" y="1335785"/>
                </a:cubicBezTo>
                <a:cubicBezTo>
                  <a:pt x="2358521" y="1280619"/>
                  <a:pt x="2347012" y="1220691"/>
                  <a:pt x="2319628" y="1169097"/>
                </a:cubicBezTo>
                <a:cubicBezTo>
                  <a:pt x="2292244" y="1117503"/>
                  <a:pt x="2231919" y="1069481"/>
                  <a:pt x="2129128" y="1026222"/>
                </a:cubicBezTo>
                <a:cubicBezTo>
                  <a:pt x="2026337" y="982963"/>
                  <a:pt x="1779878" y="929385"/>
                  <a:pt x="1702884" y="909541"/>
                </a:cubicBezTo>
                <a:cubicBezTo>
                  <a:pt x="1625890" y="889697"/>
                  <a:pt x="1669943" y="912716"/>
                  <a:pt x="1667165" y="907160"/>
                </a:cubicBezTo>
                <a:cubicBezTo>
                  <a:pt x="1664387" y="901604"/>
                  <a:pt x="1671928" y="921845"/>
                  <a:pt x="1686215" y="876204"/>
                </a:cubicBezTo>
                <a:cubicBezTo>
                  <a:pt x="1700503" y="830563"/>
                  <a:pt x="1752493" y="713882"/>
                  <a:pt x="1752890" y="633316"/>
                </a:cubicBezTo>
                <a:cubicBezTo>
                  <a:pt x="1753287" y="552750"/>
                  <a:pt x="1736222" y="471788"/>
                  <a:pt x="1688597" y="392810"/>
                </a:cubicBezTo>
                <a:cubicBezTo>
                  <a:pt x="1640972" y="313832"/>
                  <a:pt x="1544134" y="216200"/>
                  <a:pt x="1467140" y="159447"/>
                </a:cubicBezTo>
                <a:cubicBezTo>
                  <a:pt x="1390146" y="102694"/>
                  <a:pt x="1332997" y="89597"/>
                  <a:pt x="1262353" y="64197"/>
                </a:cubicBezTo>
                <a:close/>
              </a:path>
            </a:pathLst>
          </a:custGeom>
          <a:solidFill>
            <a:srgbClr val="92D050">
              <a:alpha val="80000"/>
            </a:srgbClr>
          </a:solidFill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8" name="Grafik 87" descr="txp_fig.png">
            <a:extLst>
              <a:ext uri="{FF2B5EF4-FFF2-40B4-BE49-F238E27FC236}">
                <a16:creationId xmlns:a16="http://schemas.microsoft.com/office/drawing/2014/main" id="{48309E61-3F59-4FB1-7C4A-5A816C6AC43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9502" y="3269572"/>
            <a:ext cx="560950" cy="16412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6" name="Freihandform 85">
            <a:extLst>
              <a:ext uri="{FF2B5EF4-FFF2-40B4-BE49-F238E27FC236}">
                <a16:creationId xmlns:a16="http://schemas.microsoft.com/office/drawing/2014/main" id="{123DB632-A9FC-9E3D-A349-47FDF6FC363A}"/>
              </a:ext>
            </a:extLst>
          </p:cNvPr>
          <p:cNvSpPr/>
          <p:nvPr/>
        </p:nvSpPr>
        <p:spPr bwMode="auto">
          <a:xfrm>
            <a:off x="7577706" y="3323802"/>
            <a:ext cx="436418" cy="182252"/>
          </a:xfrm>
          <a:custGeom>
            <a:avLst/>
            <a:gdLst>
              <a:gd name="connsiteX0" fmla="*/ 436418 w 436418"/>
              <a:gd name="connsiteY0" fmla="*/ 15997 h 182252"/>
              <a:gd name="connsiteX1" fmla="*/ 166255 w 436418"/>
              <a:gd name="connsiteY1" fmla="*/ 15997 h 182252"/>
              <a:gd name="connsiteX2" fmla="*/ 0 w 436418"/>
              <a:gd name="connsiteY2" fmla="*/ 182252 h 182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418" h="182252">
                <a:moveTo>
                  <a:pt x="436418" y="15997"/>
                </a:moveTo>
                <a:cubicBezTo>
                  <a:pt x="337704" y="2142"/>
                  <a:pt x="238991" y="-11712"/>
                  <a:pt x="166255" y="15997"/>
                </a:cubicBezTo>
                <a:cubicBezTo>
                  <a:pt x="93519" y="43706"/>
                  <a:pt x="46759" y="112979"/>
                  <a:pt x="0" y="182252"/>
                </a:cubicBezTo>
              </a:path>
            </a:pathLst>
          </a:cu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1FEDA0AE-36B1-DC8B-C42A-DFBD5A9A45F6}"/>
              </a:ext>
            </a:extLst>
          </p:cNvPr>
          <p:cNvGrpSpPr/>
          <p:nvPr/>
        </p:nvGrpSpPr>
        <p:grpSpPr>
          <a:xfrm flipH="1">
            <a:off x="5868144" y="2038999"/>
            <a:ext cx="436418" cy="184598"/>
            <a:chOff x="3591244" y="4638842"/>
            <a:chExt cx="436418" cy="184598"/>
          </a:xfrm>
        </p:grpSpPr>
        <p:sp>
          <p:nvSpPr>
            <p:cNvPr id="90" name="Freihandform 89">
              <a:extLst>
                <a:ext uri="{FF2B5EF4-FFF2-40B4-BE49-F238E27FC236}">
                  <a16:creationId xmlns:a16="http://schemas.microsoft.com/office/drawing/2014/main" id="{CCEDAC3A-3049-33F1-C0E1-336832E8EB81}"/>
                </a:ext>
              </a:extLst>
            </p:cNvPr>
            <p:cNvSpPr/>
            <p:nvPr/>
          </p:nvSpPr>
          <p:spPr bwMode="auto">
            <a:xfrm>
              <a:off x="3591244" y="4638842"/>
              <a:ext cx="436418" cy="182252"/>
            </a:xfrm>
            <a:custGeom>
              <a:avLst/>
              <a:gdLst>
                <a:gd name="connsiteX0" fmla="*/ 436418 w 436418"/>
                <a:gd name="connsiteY0" fmla="*/ 15997 h 182252"/>
                <a:gd name="connsiteX1" fmla="*/ 166255 w 436418"/>
                <a:gd name="connsiteY1" fmla="*/ 15997 h 182252"/>
                <a:gd name="connsiteX2" fmla="*/ 0 w 436418"/>
                <a:gd name="connsiteY2" fmla="*/ 182252 h 182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418" h="182252">
                  <a:moveTo>
                    <a:pt x="436418" y="15997"/>
                  </a:moveTo>
                  <a:cubicBezTo>
                    <a:pt x="337704" y="2142"/>
                    <a:pt x="238991" y="-11712"/>
                    <a:pt x="166255" y="15997"/>
                  </a:cubicBezTo>
                  <a:cubicBezTo>
                    <a:pt x="93519" y="43706"/>
                    <a:pt x="46759" y="112979"/>
                    <a:pt x="0" y="182252"/>
                  </a:cubicBezTo>
                </a:path>
              </a:pathLst>
            </a:custGeom>
            <a:noFill/>
            <a:ln w="28575" cap="flat" cmpd="sng" algn="ctr">
              <a:solidFill>
                <a:srgbClr val="FF0000">
                  <a:alpha val="80000"/>
                </a:srgbClr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1" name="Freihandform 90">
              <a:extLst>
                <a:ext uri="{FF2B5EF4-FFF2-40B4-BE49-F238E27FC236}">
                  <a16:creationId xmlns:a16="http://schemas.microsoft.com/office/drawing/2014/main" id="{A81F6160-9F90-D929-2AA3-356946F3E73B}"/>
                </a:ext>
              </a:extLst>
            </p:cNvPr>
            <p:cNvSpPr/>
            <p:nvPr/>
          </p:nvSpPr>
          <p:spPr bwMode="auto">
            <a:xfrm>
              <a:off x="3591244" y="4641188"/>
              <a:ext cx="436418" cy="182252"/>
            </a:xfrm>
            <a:custGeom>
              <a:avLst/>
              <a:gdLst>
                <a:gd name="connsiteX0" fmla="*/ 436418 w 436418"/>
                <a:gd name="connsiteY0" fmla="*/ 15997 h 182252"/>
                <a:gd name="connsiteX1" fmla="*/ 166255 w 436418"/>
                <a:gd name="connsiteY1" fmla="*/ 15997 h 182252"/>
                <a:gd name="connsiteX2" fmla="*/ 0 w 436418"/>
                <a:gd name="connsiteY2" fmla="*/ 182252 h 182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418" h="182252">
                  <a:moveTo>
                    <a:pt x="436418" y="15997"/>
                  </a:moveTo>
                  <a:cubicBezTo>
                    <a:pt x="337704" y="2142"/>
                    <a:pt x="238991" y="-11712"/>
                    <a:pt x="166255" y="15997"/>
                  </a:cubicBezTo>
                  <a:cubicBezTo>
                    <a:pt x="93519" y="43706"/>
                    <a:pt x="46759" y="112979"/>
                    <a:pt x="0" y="182252"/>
                  </a:cubicBezTo>
                </a:path>
              </a:pathLst>
            </a:custGeom>
            <a:noFill/>
            <a:ln w="28575" cap="flat" cmpd="sng" algn="ctr">
              <a:solidFill>
                <a:srgbClr val="92D050">
                  <a:alpha val="80000"/>
                </a:srgbClr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92" name="Grafik 91" descr="txp_fig.png">
            <a:extLst>
              <a:ext uri="{FF2B5EF4-FFF2-40B4-BE49-F238E27FC236}">
                <a16:creationId xmlns:a16="http://schemas.microsoft.com/office/drawing/2014/main" id="{14CB2035-E1AC-8FA9-4100-21A65B681A25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1940" y="1971569"/>
            <a:ext cx="1753186" cy="2043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.png">
            <a:extLst>
              <a:ext uri="{FF2B5EF4-FFF2-40B4-BE49-F238E27FC236}">
                <a16:creationId xmlns:a16="http://schemas.microsoft.com/office/drawing/2014/main" id="{88217F76-5A0B-E9E1-6687-7D812D6C84C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593" y="1970397"/>
            <a:ext cx="1158951" cy="2042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3" name="Freihandform 62">
            <a:extLst>
              <a:ext uri="{FF2B5EF4-FFF2-40B4-BE49-F238E27FC236}">
                <a16:creationId xmlns:a16="http://schemas.microsoft.com/office/drawing/2014/main" id="{76CE2129-A478-FCD5-9A4E-790D08FB5640}"/>
              </a:ext>
            </a:extLst>
          </p:cNvPr>
          <p:cNvSpPr/>
          <p:nvPr/>
        </p:nvSpPr>
        <p:spPr bwMode="auto">
          <a:xfrm flipH="1">
            <a:off x="1305029" y="2055701"/>
            <a:ext cx="280554" cy="386068"/>
          </a:xfrm>
          <a:custGeom>
            <a:avLst/>
            <a:gdLst>
              <a:gd name="connsiteX0" fmla="*/ 436418 w 436418"/>
              <a:gd name="connsiteY0" fmla="*/ 15997 h 182252"/>
              <a:gd name="connsiteX1" fmla="*/ 166255 w 436418"/>
              <a:gd name="connsiteY1" fmla="*/ 15997 h 182252"/>
              <a:gd name="connsiteX2" fmla="*/ 0 w 436418"/>
              <a:gd name="connsiteY2" fmla="*/ 182252 h 182252"/>
              <a:gd name="connsiteX0" fmla="*/ 280554 w 280554"/>
              <a:gd name="connsiteY0" fmla="*/ 672 h 385136"/>
              <a:gd name="connsiteX1" fmla="*/ 166255 w 280554"/>
              <a:gd name="connsiteY1" fmla="*/ 218881 h 385136"/>
              <a:gd name="connsiteX2" fmla="*/ 0 w 280554"/>
              <a:gd name="connsiteY2" fmla="*/ 385136 h 385136"/>
              <a:gd name="connsiteX0" fmla="*/ 280554 w 280554"/>
              <a:gd name="connsiteY0" fmla="*/ 1604 h 386068"/>
              <a:gd name="connsiteX1" fmla="*/ 41565 w 280554"/>
              <a:gd name="connsiteY1" fmla="*/ 95122 h 386068"/>
              <a:gd name="connsiteX2" fmla="*/ 0 w 280554"/>
              <a:gd name="connsiteY2" fmla="*/ 386068 h 386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554" h="386068">
                <a:moveTo>
                  <a:pt x="280554" y="1604"/>
                </a:moveTo>
                <a:cubicBezTo>
                  <a:pt x="181840" y="-12251"/>
                  <a:pt x="114301" y="67413"/>
                  <a:pt x="41565" y="95122"/>
                </a:cubicBezTo>
                <a:cubicBezTo>
                  <a:pt x="-31171" y="122831"/>
                  <a:pt x="46759" y="316795"/>
                  <a:pt x="0" y="386068"/>
                </a:cubicBezTo>
              </a:path>
            </a:pathLst>
          </a:custGeom>
          <a:noFill/>
          <a:ln w="28575" cap="flat" cmpd="sng" algn="ctr">
            <a:solidFill>
              <a:schemeClr val="tx1">
                <a:alpha val="80000"/>
              </a:schemeClr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7" name="Grafik 16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 \black $A\cup (B\cap C)= (A\cup B)\cap (A\cup C)$&#10;&#10;\end{document}&#10;" title="IguanaTex Bitmap Display">
            <a:extLst>
              <a:ext uri="{FF2B5EF4-FFF2-40B4-BE49-F238E27FC236}">
                <a16:creationId xmlns:a16="http://schemas.microsoft.com/office/drawing/2014/main" id="{2944A6EB-1923-3B99-9B24-7FF314807E27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8" y="1365477"/>
            <a:ext cx="4210579" cy="19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9521611F-D9DA-E057-4BD2-321C9BB822F0}"/>
              </a:ext>
            </a:extLst>
          </p:cNvPr>
          <p:cNvSpPr/>
          <p:nvPr/>
        </p:nvSpPr>
        <p:spPr bwMode="auto">
          <a:xfrm>
            <a:off x="44122" y="1268760"/>
            <a:ext cx="8979493" cy="3240360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11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9" grpId="0" animBg="1"/>
      <p:bldP spid="61" grpId="0" animBg="1"/>
      <p:bldP spid="70" grpId="0" animBg="1"/>
      <p:bldP spid="72" grpId="0" animBg="1"/>
      <p:bldP spid="73" grpId="0" animBg="1"/>
      <p:bldP spid="74" grpId="0" animBg="1"/>
      <p:bldP spid="75" grpId="0" animBg="1"/>
      <p:bldP spid="81" grpId="0" animBg="1"/>
      <p:bldP spid="82" grpId="0" animBg="1"/>
      <p:bldP spid="83" grpId="0" animBg="1"/>
      <p:bldP spid="86" grpId="0" animBg="1"/>
      <p:bldP spid="63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DAE1-3794-C811-2673-A1716250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 36" descr="txp_fig">
            <a:extLst>
              <a:ext uri="{FF2B5EF4-FFF2-40B4-BE49-F238E27FC236}">
                <a16:creationId xmlns:a16="http://schemas.microsoft.com/office/drawing/2014/main" id="{930DD4AE-2578-E3CF-D53A-B1BC829622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8181" y="293688"/>
            <a:ext cx="1999702" cy="2167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 \black $A\cup (B\cap C)= (A\cup B)\cap (A\cup C)$&#10;&#10;\end{document}&#10;" title="IguanaTex Bitmap Display">
            <a:extLst>
              <a:ext uri="{FF2B5EF4-FFF2-40B4-BE49-F238E27FC236}">
                <a16:creationId xmlns:a16="http://schemas.microsoft.com/office/drawing/2014/main" id="{0BCBBE60-B475-9DE6-C582-70DFEBC26D8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5" y="1365477"/>
            <a:ext cx="4210579" cy="19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" name="Grafik 4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weis: \black Wir zeigen, dass $\forall x:\left(x\in A\cup (B\cap C)\right)\Leftrightarrow \left(x\in(A\cup B)\cap (A\cup C)\right)$&#10;&#10;\end{document}&#10;" title="IguanaTex Bitmap Display">
            <a:extLst>
              <a:ext uri="{FF2B5EF4-FFF2-40B4-BE49-F238E27FC236}">
                <a16:creationId xmlns:a16="http://schemas.microsoft.com/office/drawing/2014/main" id="{31251481-CDD9-EC2E-37D3-45CA55501C4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5" y="1829596"/>
            <a:ext cx="7975137" cy="2156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left(x\in A\cup (B\cap C)\right)\Leftrightarrow \left( (x\in A)\vee ((x\in B)\wedge (x\in C))\right)$&#10;&#10;\end{document}&#10;" title="IguanaTex Bitmap Display">
            <a:extLst>
              <a:ext uri="{FF2B5EF4-FFF2-40B4-BE49-F238E27FC236}">
                <a16:creationId xmlns:a16="http://schemas.microsoft.com/office/drawing/2014/main" id="{97C1E693-754F-51B1-480F-FD7AC81393F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941" y="2561511"/>
            <a:ext cx="5034635" cy="19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Leftrightarrow \left( ((x\in A)\vee (x\in B)) \wedge ((x\in A) \vee (x\in C))\right)$&#10;&#10;\end{document}&#10;" title="IguanaTex Bitmap Display">
            <a:extLst>
              <a:ext uri="{FF2B5EF4-FFF2-40B4-BE49-F238E27FC236}">
                <a16:creationId xmlns:a16="http://schemas.microsoft.com/office/drawing/2014/main" id="{E33B05BB-B7D2-0246-DB1D-E8C34BBB868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344732"/>
            <a:ext cx="4443847" cy="1990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9" name="Grafik 18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Leftrightarrow \left(x\in(A\cup B)\cap (A\cup C)\right)$&#10;&#10;\end{document}&#10;" title="IguanaTex Bitmap Display">
            <a:extLst>
              <a:ext uri="{FF2B5EF4-FFF2-40B4-BE49-F238E27FC236}">
                <a16:creationId xmlns:a16="http://schemas.microsoft.com/office/drawing/2014/main" id="{C1C4082E-FB14-DF79-C0B1-7A9DE61D84F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792" y="4329100"/>
            <a:ext cx="2538085" cy="19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Grafik 21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finition&#10;&#10;\end{document}&#10;" title="IguanaTex Bitmap Display">
            <a:extLst>
              <a:ext uri="{FF2B5EF4-FFF2-40B4-BE49-F238E27FC236}">
                <a16:creationId xmlns:a16="http://schemas.microsoft.com/office/drawing/2014/main" id="{D5865BD7-1C56-CE7C-BCCF-2B635D7C0F2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956" y="2223616"/>
            <a:ext cx="598225" cy="894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6" name="Grafik 25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stributivgesetz für Aussagen&#10;&#10;\end{document}&#10;" title="IguanaTex Bitmap Display">
            <a:extLst>
              <a:ext uri="{FF2B5EF4-FFF2-40B4-BE49-F238E27FC236}">
                <a16:creationId xmlns:a16="http://schemas.microsoft.com/office/drawing/2014/main" id="{0C81009C-E12B-E1A1-A2EA-DFE47CF3514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18" y="3098361"/>
            <a:ext cx="1914820" cy="10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F929AE7F-0372-8537-20D8-89560735D147}"/>
              </a:ext>
            </a:extLst>
          </p:cNvPr>
          <p:cNvSpPr/>
          <p:nvPr/>
        </p:nvSpPr>
        <p:spPr bwMode="auto">
          <a:xfrm>
            <a:off x="2839075" y="2168860"/>
            <a:ext cx="677986" cy="198000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4B62469-3386-CA59-4F01-0091349468F7}"/>
              </a:ext>
            </a:extLst>
          </p:cNvPr>
          <p:cNvCxnSpPr>
            <a:stCxn id="29" idx="2"/>
          </p:cNvCxnSpPr>
          <p:nvPr/>
        </p:nvCxnSpPr>
        <p:spPr bwMode="auto">
          <a:xfrm>
            <a:off x="3178068" y="2366860"/>
            <a:ext cx="0" cy="1807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2" name="Grafik 31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finition&#10;&#10;\end{document}&#10;" title="IguanaTex Bitmap Display">
            <a:extLst>
              <a:ext uri="{FF2B5EF4-FFF2-40B4-BE49-F238E27FC236}">
                <a16:creationId xmlns:a16="http://schemas.microsoft.com/office/drawing/2014/main" id="{935D8E06-2981-58DB-FA61-39B53343359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956" y="3992729"/>
            <a:ext cx="598225" cy="894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0174C3E5-87C8-49A0-BDE0-B14D51C3F7CC}"/>
              </a:ext>
            </a:extLst>
          </p:cNvPr>
          <p:cNvSpPr/>
          <p:nvPr/>
        </p:nvSpPr>
        <p:spPr bwMode="auto">
          <a:xfrm>
            <a:off x="2839075" y="3937973"/>
            <a:ext cx="677986" cy="198000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FAEB1A9B-3013-696C-87B7-9F9ED044E218}"/>
              </a:ext>
            </a:extLst>
          </p:cNvPr>
          <p:cNvCxnSpPr>
            <a:cxnSpLocks/>
            <a:stCxn id="33" idx="2"/>
          </p:cNvCxnSpPr>
          <p:nvPr/>
        </p:nvCxnSpPr>
        <p:spPr bwMode="auto">
          <a:xfrm>
            <a:off x="3178068" y="4135973"/>
            <a:ext cx="0" cy="1807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4E7E47BB-E4C2-B4E0-1BCE-09295CD51D09}"/>
              </a:ext>
            </a:extLst>
          </p:cNvPr>
          <p:cNvSpPr/>
          <p:nvPr/>
        </p:nvSpPr>
        <p:spPr bwMode="auto">
          <a:xfrm>
            <a:off x="884893" y="3032956"/>
            <a:ext cx="2067556" cy="259229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B1F368A2-EDF3-704D-BE1C-94949D592914}"/>
              </a:ext>
            </a:extLst>
          </p:cNvPr>
          <p:cNvCxnSpPr>
            <a:cxnSpLocks/>
            <a:stCxn id="35" idx="3"/>
          </p:cNvCxnSpPr>
          <p:nvPr/>
        </p:nvCxnSpPr>
        <p:spPr bwMode="auto">
          <a:xfrm>
            <a:off x="2952449" y="3162571"/>
            <a:ext cx="225619" cy="1698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3" name="Grafik 42" descr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Beweisen kann man die Gesetze über die entsprechenden Gesetze für Aussagen.&#10;&#10;\end{document}&#10;" title="IguanaTex Bitmap Display">
            <a:extLst>
              <a:ext uri="{FF2B5EF4-FFF2-40B4-BE49-F238E27FC236}">
                <a16:creationId xmlns:a16="http://schemas.microsoft.com/office/drawing/2014/main" id="{F994BD22-7068-E5F6-3011-259690869E2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2" y="1002778"/>
            <a:ext cx="8423561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54BA140B-6B85-63CE-C4D4-AD8DBB2A9FB7}"/>
              </a:ext>
            </a:extLst>
          </p:cNvPr>
          <p:cNvSpPr/>
          <p:nvPr/>
        </p:nvSpPr>
        <p:spPr bwMode="auto">
          <a:xfrm>
            <a:off x="71500" y="1268673"/>
            <a:ext cx="8979493" cy="3564483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98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  <p:bldP spid="35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6BCC-9F0E-9163-88A6-EA6BC0187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 36" descr="txp_fig">
            <a:extLst>
              <a:ext uri="{FF2B5EF4-FFF2-40B4-BE49-F238E27FC236}">
                <a16:creationId xmlns:a16="http://schemas.microsoft.com/office/drawing/2014/main" id="{7910FB9B-5A46-E2B5-DB19-7BBD8C4B727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8181" y="293688"/>
            <a:ext cx="1999702" cy="2167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 \black Es gilt $A\Delta B= (A\cup B)\cap\overline{(A\cap B)} $&#10;&#10;\end{document}&#10;" title="IguanaTex Bitmap Display">
            <a:extLst>
              <a:ext uri="{FF2B5EF4-FFF2-40B4-BE49-F238E27FC236}">
                <a16:creationId xmlns:a16="http://schemas.microsoft.com/office/drawing/2014/main" id="{9AF4F3AB-2190-AF31-30E5-5151F9EA911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2" y="1718693"/>
            <a:ext cx="4627428" cy="24094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Grafik 7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weis: &#10;&#10;\end{document}&#10;" title="IguanaTex Bitmap Display">
            <a:extLst>
              <a:ext uri="{FF2B5EF4-FFF2-40B4-BE49-F238E27FC236}">
                <a16:creationId xmlns:a16="http://schemas.microsoft.com/office/drawing/2014/main" id="{9B031993-A1AC-3B38-A3E7-8B90B60FD4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2" y="2258755"/>
            <a:ext cx="801940" cy="1576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A\cap \overline{B})\cup (B\cap \overline{A})$&#10;&#10;\end{document}&#10;" title="IguanaTex Bitmap Display">
            <a:extLst>
              <a:ext uri="{FF2B5EF4-FFF2-40B4-BE49-F238E27FC236}">
                <a16:creationId xmlns:a16="http://schemas.microsoft.com/office/drawing/2014/main" id="{BE97E5CE-4A15-D6B5-3B80-B61120C9072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13" y="2719901"/>
            <a:ext cx="2066865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Grafik 21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finition&#10;&#10;\end{document}&#10;" title="IguanaTex Bitmap Display">
            <a:extLst>
              <a:ext uri="{FF2B5EF4-FFF2-40B4-BE49-F238E27FC236}">
                <a16:creationId xmlns:a16="http://schemas.microsoft.com/office/drawing/2014/main" id="{44A843D0-7630-34B1-36F1-1E88C382DBE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775" y="2270078"/>
            <a:ext cx="598225" cy="894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Grafik 24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stributivgesetz &#10;&#10;\end{document}&#10;" title="IguanaTex Bitmap Display">
            <a:extLst>
              <a:ext uri="{FF2B5EF4-FFF2-40B4-BE49-F238E27FC236}">
                <a16:creationId xmlns:a16="http://schemas.microsoft.com/office/drawing/2014/main" id="{2AF62370-3C9C-6503-D288-02E2A55D80D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076" y="3269072"/>
            <a:ext cx="1237571" cy="12639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EFD80930-CB2B-C3F5-CA2D-FCCE2CF73FCD}"/>
              </a:ext>
            </a:extLst>
          </p:cNvPr>
          <p:cNvSpPr/>
          <p:nvPr/>
        </p:nvSpPr>
        <p:spPr bwMode="auto">
          <a:xfrm>
            <a:off x="3933894" y="2215322"/>
            <a:ext cx="677986" cy="198000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21DA0F0-E9A3-C94C-828A-FEE9F50A184B}"/>
              </a:ext>
            </a:extLst>
          </p:cNvPr>
          <p:cNvSpPr/>
          <p:nvPr/>
        </p:nvSpPr>
        <p:spPr bwMode="auto">
          <a:xfrm>
            <a:off x="5190550" y="3203667"/>
            <a:ext cx="1342978" cy="240948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Grafik 2" descr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Die Rechengesetze kann man verwenden, um kompliziertere Terme umzuwandeln und zu vereinfachen.&#10;&#10;\end{document}&#10;" title="IguanaTex Bitmap Display">
            <a:extLst>
              <a:ext uri="{FF2B5EF4-FFF2-40B4-BE49-F238E27FC236}">
                <a16:creationId xmlns:a16="http://schemas.microsoft.com/office/drawing/2014/main" id="{042CA837-2732-A6E2-8B1F-ECD88FC55B7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2" y="1002778"/>
            <a:ext cx="8427391" cy="42127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Grafik 13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 $A\Delta B= (A\backslash B)\cup (B\backslash A) $&#10;&#10;\end{document}&#10;" title="IguanaTex Bitmap Display">
            <a:extLst>
              <a:ext uri="{FF2B5EF4-FFF2-40B4-BE49-F238E27FC236}">
                <a16:creationId xmlns:a16="http://schemas.microsoft.com/office/drawing/2014/main" id="{7F5E12C9-4705-0870-58F7-2F54BE39F63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41" y="2232294"/>
            <a:ext cx="2461493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4" name="Grafik 43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(A\cap \overline{B})\cup B) \cap ((A\cap \overline{B})\cup\overline{A})$&#10;&#10;\end{document}&#10;" title="IguanaTex Bitmap Display">
            <a:extLst>
              <a:ext uri="{FF2B5EF4-FFF2-40B4-BE49-F238E27FC236}">
                <a16:creationId xmlns:a16="http://schemas.microsoft.com/office/drawing/2014/main" id="{65413174-D2C9-AED0-BF56-9481D7C594F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13" y="3207508"/>
            <a:ext cx="3310699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6" name="Grafik 45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B\cup (A\cap \overline{B})) \cap (\overline{A}\cup (A\cap \overline{B}))$&#10;&#10;\end{document}&#10;" title="IguanaTex Bitmap Display">
            <a:extLst>
              <a:ext uri="{FF2B5EF4-FFF2-40B4-BE49-F238E27FC236}">
                <a16:creationId xmlns:a16="http://schemas.microsoft.com/office/drawing/2014/main" id="{822F9AD0-01C3-7779-6E7C-F4D8C70D8E83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13" y="3695115"/>
            <a:ext cx="3311452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1" name="Grafik 40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 (B\cup A) \cap (B\cup \overline{B})) \cap ( (\overline{A}\cup A)\cap (\overline{A}\cup \overline{B}))$&#10;&#10;\end{document}&#10;" title="IguanaTex Bitmap Display">
            <a:extLst>
              <a:ext uri="{FF2B5EF4-FFF2-40B4-BE49-F238E27FC236}">
                <a16:creationId xmlns:a16="http://schemas.microsoft.com/office/drawing/2014/main" id="{45829739-1E1D-E1CD-0F17-D174D4AE1BF8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13" y="4182722"/>
            <a:ext cx="4567079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9" name="Grafik 48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 (B\cup A) \cap G) \cap ( G\cap (\overline{A}\cup \overline{B}))$&#10;&#10;\end{document}&#10;" title="IguanaTex Bitmap Display">
            <a:extLst>
              <a:ext uri="{FF2B5EF4-FFF2-40B4-BE49-F238E27FC236}">
                <a16:creationId xmlns:a16="http://schemas.microsoft.com/office/drawing/2014/main" id="{3F0DC418-8191-80DF-2E28-553878575193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13" y="4670329"/>
            <a:ext cx="3313695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6" name="Grafik 75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B\cup A)  \cap  (\overline{A}\cup \overline{B})$&#10;&#10;\end{document}&#10;" title="IguanaTex Bitmap Display">
            <a:extLst>
              <a:ext uri="{FF2B5EF4-FFF2-40B4-BE49-F238E27FC236}">
                <a16:creationId xmlns:a16="http://schemas.microsoft.com/office/drawing/2014/main" id="{E7BD3D5E-78E9-9CBF-6212-8B0424DAF21F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14" y="5157936"/>
            <a:ext cx="2066847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8" name="Grafik 57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 (B\cup A)  \cap \overline{ (A\cap B)}$&#10;&#10;\end{document}&#10;" title="IguanaTex Bitmap Display">
            <a:extLst>
              <a:ext uri="{FF2B5EF4-FFF2-40B4-BE49-F238E27FC236}">
                <a16:creationId xmlns:a16="http://schemas.microsoft.com/office/drawing/2014/main" id="{2D6C73CE-37FA-587E-4584-910C8418B353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13" y="5645543"/>
            <a:ext cx="1936330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2" name="Grafik 61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 (A\cup B ) \cap \overline{ (A\cap B)}$&#10;&#10;\end{document}&#10;" title="IguanaTex Bitmap Display">
            <a:extLst>
              <a:ext uri="{FF2B5EF4-FFF2-40B4-BE49-F238E27FC236}">
                <a16:creationId xmlns:a16="http://schemas.microsoft.com/office/drawing/2014/main" id="{F7A75D6B-0571-6EC4-489F-E557BC3DE68A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13" y="6133150"/>
            <a:ext cx="1936330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3" name="Grafik 62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finition&#10;&#10;\end{document}&#10;" title="IguanaTex Bitmap Display">
            <a:extLst>
              <a:ext uri="{FF2B5EF4-FFF2-40B4-BE49-F238E27FC236}">
                <a16:creationId xmlns:a16="http://schemas.microsoft.com/office/drawing/2014/main" id="{97F2AEFE-3EDD-3F0C-1CFD-E7B4DEF584D4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802" y="2759109"/>
            <a:ext cx="598225" cy="894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64" name="Rechteck 63">
            <a:extLst>
              <a:ext uri="{FF2B5EF4-FFF2-40B4-BE49-F238E27FC236}">
                <a16:creationId xmlns:a16="http://schemas.microsoft.com/office/drawing/2014/main" id="{291BD003-A28A-6BBB-90D0-7643064F7146}"/>
              </a:ext>
            </a:extLst>
          </p:cNvPr>
          <p:cNvSpPr/>
          <p:nvPr/>
        </p:nvSpPr>
        <p:spPr bwMode="auto">
          <a:xfrm>
            <a:off x="3948921" y="2704353"/>
            <a:ext cx="677986" cy="198000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8" name="Grafik 67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Kommutativgesetz &#10;&#10;\end{document}&#10;" title="IguanaTex Bitmap Display">
            <a:extLst>
              <a:ext uri="{FF2B5EF4-FFF2-40B4-BE49-F238E27FC236}">
                <a16:creationId xmlns:a16="http://schemas.microsoft.com/office/drawing/2014/main" id="{5B0627CF-AFF7-3A79-546B-C2A6FDCA4436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995" y="3726764"/>
            <a:ext cx="1389867" cy="12639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66" name="Rechteck 65">
            <a:extLst>
              <a:ext uri="{FF2B5EF4-FFF2-40B4-BE49-F238E27FC236}">
                <a16:creationId xmlns:a16="http://schemas.microsoft.com/office/drawing/2014/main" id="{A3634CB5-2639-2BCC-083E-F18A0056D69E}"/>
              </a:ext>
            </a:extLst>
          </p:cNvPr>
          <p:cNvSpPr/>
          <p:nvPr/>
        </p:nvSpPr>
        <p:spPr bwMode="auto">
          <a:xfrm>
            <a:off x="5184468" y="3661359"/>
            <a:ext cx="1547771" cy="249756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9" name="Grafik 68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stributivgesetz &#10;&#10;\end{document}&#10;" title="IguanaTex Bitmap Display">
            <a:extLst>
              <a:ext uri="{FF2B5EF4-FFF2-40B4-BE49-F238E27FC236}">
                <a16:creationId xmlns:a16="http://schemas.microsoft.com/office/drawing/2014/main" id="{45B80461-AE36-89F5-3CC7-B16CB225928A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517" y="4246452"/>
            <a:ext cx="1237571" cy="12639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70" name="Rechteck 69">
            <a:extLst>
              <a:ext uri="{FF2B5EF4-FFF2-40B4-BE49-F238E27FC236}">
                <a16:creationId xmlns:a16="http://schemas.microsoft.com/office/drawing/2014/main" id="{FEA916C4-8F5F-4E0A-DADE-BABFBC38D6DE}"/>
              </a:ext>
            </a:extLst>
          </p:cNvPr>
          <p:cNvSpPr/>
          <p:nvPr/>
        </p:nvSpPr>
        <p:spPr bwMode="auto">
          <a:xfrm>
            <a:off x="6384991" y="4181047"/>
            <a:ext cx="1342978" cy="240948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4" name="Grafik 73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Komplementgesetz &#10;&#10;\end{document}&#10;" title="IguanaTex Bitmap Display">
            <a:extLst>
              <a:ext uri="{FF2B5EF4-FFF2-40B4-BE49-F238E27FC236}">
                <a16:creationId xmlns:a16="http://schemas.microsoft.com/office/drawing/2014/main" id="{D9038861-AEEB-8FBE-881D-44BC0E48937A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831" y="4730296"/>
            <a:ext cx="1410411" cy="1259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72" name="Rechteck 71">
            <a:extLst>
              <a:ext uri="{FF2B5EF4-FFF2-40B4-BE49-F238E27FC236}">
                <a16:creationId xmlns:a16="http://schemas.microsoft.com/office/drawing/2014/main" id="{E6E8FB2E-E24F-3541-2094-88C44EFB194B}"/>
              </a:ext>
            </a:extLst>
          </p:cNvPr>
          <p:cNvSpPr/>
          <p:nvPr/>
        </p:nvSpPr>
        <p:spPr bwMode="auto">
          <a:xfrm>
            <a:off x="5163153" y="4664890"/>
            <a:ext cx="1501351" cy="249756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0" name="Grafik 79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Identitätsgesetz &#10;&#10;\end{document}&#10;" title="IguanaTex Bitmap Display">
            <a:extLst>
              <a:ext uri="{FF2B5EF4-FFF2-40B4-BE49-F238E27FC236}">
                <a16:creationId xmlns:a16="http://schemas.microsoft.com/office/drawing/2014/main" id="{F48E895B-3753-FF07-6E95-EB93945706CE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026" y="5188421"/>
            <a:ext cx="1177724" cy="12639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78" name="Rechteck 77">
            <a:extLst>
              <a:ext uri="{FF2B5EF4-FFF2-40B4-BE49-F238E27FC236}">
                <a16:creationId xmlns:a16="http://schemas.microsoft.com/office/drawing/2014/main" id="{1AF754FF-8C22-DEB3-FF3E-46B0709E91F4}"/>
              </a:ext>
            </a:extLst>
          </p:cNvPr>
          <p:cNvSpPr/>
          <p:nvPr/>
        </p:nvSpPr>
        <p:spPr bwMode="auto">
          <a:xfrm>
            <a:off x="3918096" y="5123014"/>
            <a:ext cx="1331899" cy="250921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4" name="Grafik 83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 Morgan &#10;&#10;\end{document}&#10;" title="IguanaTex Bitmap Display">
            <a:extLst>
              <a:ext uri="{FF2B5EF4-FFF2-40B4-BE49-F238E27FC236}">
                <a16:creationId xmlns:a16="http://schemas.microsoft.com/office/drawing/2014/main" id="{3DAA899A-A621-F6BE-013E-6319B4E2E82E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027" y="5689016"/>
            <a:ext cx="815073" cy="12460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82" name="Rechteck 81">
            <a:extLst>
              <a:ext uri="{FF2B5EF4-FFF2-40B4-BE49-F238E27FC236}">
                <a16:creationId xmlns:a16="http://schemas.microsoft.com/office/drawing/2014/main" id="{2E3B8464-9C07-33D9-2A00-5DF37795A5B8}"/>
              </a:ext>
            </a:extLst>
          </p:cNvPr>
          <p:cNvSpPr/>
          <p:nvPr/>
        </p:nvSpPr>
        <p:spPr bwMode="auto">
          <a:xfrm>
            <a:off x="3950327" y="5623609"/>
            <a:ext cx="909705" cy="250921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5" name="Grafik 84" descr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Kommutativgesetz &#10;&#10;\end{document}&#10;" title="IguanaTex Bitmap Display">
            <a:extLst>
              <a:ext uri="{FF2B5EF4-FFF2-40B4-BE49-F238E27FC236}">
                <a16:creationId xmlns:a16="http://schemas.microsoft.com/office/drawing/2014/main" id="{D28CFBE9-FF6A-143C-6187-16EB769DDFE1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3" y="6182175"/>
            <a:ext cx="1389867" cy="12639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86" name="Rechteck 85">
            <a:extLst>
              <a:ext uri="{FF2B5EF4-FFF2-40B4-BE49-F238E27FC236}">
                <a16:creationId xmlns:a16="http://schemas.microsoft.com/office/drawing/2014/main" id="{7F86EC75-F039-2BC1-21A0-7EBD5419D65B}"/>
              </a:ext>
            </a:extLst>
          </p:cNvPr>
          <p:cNvSpPr/>
          <p:nvPr/>
        </p:nvSpPr>
        <p:spPr bwMode="auto">
          <a:xfrm>
            <a:off x="3826566" y="6116770"/>
            <a:ext cx="1547771" cy="249756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BFEE99E-7797-BC42-1441-CBCDB5776D6E}"/>
              </a:ext>
            </a:extLst>
          </p:cNvPr>
          <p:cNvSpPr/>
          <p:nvPr/>
        </p:nvSpPr>
        <p:spPr bwMode="auto">
          <a:xfrm>
            <a:off x="71500" y="1673006"/>
            <a:ext cx="8979493" cy="4744326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1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5" grpId="0" animBg="1"/>
      <p:bldP spid="64" grpId="0" animBg="1"/>
      <p:bldP spid="66" grpId="0" animBg="1"/>
      <p:bldP spid="70" grpId="0" animBg="1"/>
      <p:bldP spid="72" grpId="0" animBg="1"/>
      <p:bldP spid="78" grpId="0" animBg="1"/>
      <p:bldP spid="82" grpId="0" animBg="1"/>
      <p:bldP spid="86" grpId="0" animBg="1"/>
      <p:bldP spid="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Wahr"/>
  <p:tag name="EMBEDFONTS" val="Falsch"/>
  <p:tag name="USEBOLDAMS" val="Falsch"/>
  <p:tag name="DEFAULTDISPLAYSOURCE" val="\documentclass{slides}&#10;\usepackage[ngerman]{babel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256"/>
  <p:tag name="DEFAULTBLEND" val="Falsch"/>
  <p:tag name="DEFAULTTRANSPARENT" val="Falsch"/>
  <p:tag name="DEFAULTWORKAROUNDTRANSPARENCYBUG" val="Falsch"/>
  <p:tag name="DEFAULTRESOLUTION" val="300"/>
  <p:tag name="DEFAULTMAGNIFICATION" val="0,8"/>
  <p:tag name="DEFAULTFONTSIZE" val="10"/>
  <p:tag name="DEFAULTWIDTH" val="526"/>
  <p:tag name="DEFAULTHEIGHT" val="34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3.4915"/>
  <p:tag name="ORIGINALWIDTH" val="959.3548"/>
  <p:tag name="LATEXADDIN" val="\documentclass[10pt]{slides}&#10;\usepackage{pstricks}&#10;%Layout&#10;\textwidth297mm&#10;%Macros&#10;\newcommand{\myitemi}{$\bullet$\hspace*{1ex}}&#10;\newcommand{\myenumi}[1]{#1\hspace*{1ex}}&#10;\newcommand{\mytitle}[1]{\bf\large #1}&#10;\pagestyle{empty}&#10;\begin{document}&#10; \begin{center}&#10; \bf &#10; {\large Kapitel 4: Mengenlehre}&#10;  \end{center}&#10;\end{document}&#10;"/>
  <p:tag name="IGUANATEXSIZE" val="20"/>
  <p:tag name="IGUANATEXCURSOR" val="285"/>
  <p:tag name="TRANSPARENCY" val="Wahr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{\bf\Large Mathematische Grundlagen der Informatik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4"/>
  <p:tag name="PICTUREFILESIZE" val="925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Prof.~Dr.~Andreas Vogt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7"/>
  <p:tag name="PICTUREFILESIZE" val="350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Meng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1"/>
  <p:tag name="PICTUREFILESIZE" val="208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Unter einer \mydarkgreen Menge \black $M$ verstehen wir die Zusammenfassung von&#10;wohl unterschiedenen Objekten $x$ zu einer Gesamtheit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472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F\&quot;ur jedes Objekt $x$ soll daher feststehen, ob es zu $M$ geh\&quot;ort --&#10;in diesem Fall schreiben wir $x \in M$ und sagen \mydarkgreen $x$ ist Element von&#10;$M$ \black  -- oder nicht -- in diesem Fall schreiben wir $x \notin M$ und sagen \mydarkgreen&#10;$x$ ist kein Element von $M$\black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2830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986.8766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&#10;\end{document}&#10;"/>
  <p:tag name="IGUANATEXSIZE" val="20"/>
  <p:tag name="IGUANATEXCURSOR" val="35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Mengen werden spezifiziert (beschrieben) indem man entweder die Elemente durch &#10;Komma getrennt auflistet, oder die Eigenschaften der Elemente der Menge spezifiziert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908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58236"/>
  <p:tag name="ORIGINALWIDTH" val="960.0093"/>
  <p:tag name="LATEXADDIN" val="\documentclass{slides}&#10;\include{macros}&#10;\begin{document}&#10;$M=\{x\mid x$ ist ein Wochentag, der den Buchstaben s nicht enth\&quot;alt$\}$ ist eine Menge &#10;mit den Elementen Montag, Mittwoch und Freitag.&#10;\end{document}&#10;"/>
  <p:tag name="IGUANATEXSIZE" val="20"/>
  <p:tag name="IGUANATEXCURSOR" val="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.36402"/>
  <p:tag name="ORIGINALWIDTH" val="959.7911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also $M=\{$Montag, Mittwoch, Freitag$\}$.&#10;\end{document}&#10;"/>
  <p:tag name="IGUANATEXSIZE" val="20"/>
  <p:tag name="IGUANATEXCURSOR" val="3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.47315"/>
  <p:tag name="ORIGINALWIDTH" val="960.2275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Montag $\in M$, aber Samstag $\notin M$.&#10;\end{document}&#10;"/>
  <p:tag name="IGUANATEXSIZE" val="20"/>
  <p:tag name="IGUANATEXCURSOR" val="3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.8197"/>
  <p:tag name="ORIGINALWIDTH" val="960.0093"/>
  <p:tag name="LATEXADDIN" val="\documentclass{slides}&#10;\include{macros}&#10;\textwidth215mm&#10;\begin{document}&#10;Mit dem \gr{Venn-Diagramm}, benannt nach dem britischen Mathe\-matiker John&#10;Venn (1834–1923), kann man Mengen graphisch veranschaulichen. Die&#10;Elemente einer Menge werden innerhalb einer geschlossenen Linie&#10;gezeichnet.&#10;\end{document}&#10;"/>
  <p:tag name="IGUANATEXSIZE" val="20"/>
  <p:tag name="IGUANATEXCURSOR" val="13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Wichtige Meng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2"/>
  <p:tag name="PICTUREFILESIZE" val="365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mathbb{N}=\{1,2,3,4,5,\ldots\}$ ist die Menge der \mydarkgreen nat\&quot;urlichen Zahlen\black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86"/>
  <p:tag name="PICTUREFILESIZE" val="875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mathbb{Z}=\{\ldots,-3,-2,-1,0,1,2,3,\ldots\}$ ist die Menge der \mydarkgreen ganzen Zahlen\black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3"/>
  <p:tag name="PICTUREFILESIZE" val="866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mathbb{Q}=\left\{\frac{p}{q}\mid p,q\in\mathbb{Z}\wedge q\neq 0\right\}$ ist die Menge der \mydarkgreen rationalen Zahlen\black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18"/>
  <p:tag name="PICTUREFILESIZE" val="1042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mathbb{R}=\left\{x\mid x\mbox{ ist reelle Zahl}\right\}$ ist die Menge der \mydarkgreen reellen Zahlen\black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93"/>
  <p:tag name="PICTUREFILESIZE" val="855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red Achtung: \black Manchmal ist in der Literatur &#10;$0\in \mathbb{N}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69"/>
  <p:tag name="PICTUREFILESIZE" val="584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emptyset=\{\}$ ist die \mydarkgreen leere Menge \black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5"/>
  <p:tag name="PICTUREFILESIZE" val="494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.14575"/>
  <p:tag name="ORIGINALWIDTH" val="960.0093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mathbb{N}_0=\{0,1,2,3,4,5,\ldots\}$ ist die Menge der \mydarkgreen nat\&quot;urlichen Zahlen \black mit 0.&#10;&#10;\end{document}&#10;"/>
  <p:tag name="IGUANATEXSIZE" val="20"/>
  <p:tag name="IGUANATEXCURSOR" val="44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.12787"/>
  <p:tag name="ORIGINALWIDTH" val="960.2275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mathbb{I}=\left\{x\mid x\mbox{ ist reelle Zahl, aber keine rationale Zahl}\right\}$ ist die Menge der \\ \mydarkgreen irrationalen Zahlen\black.&#10;&#10;\end{document}&#10;"/>
  <p:tag name="IGUANATEXSIZE" val="20"/>
  <p:tag name="IGUANATEXCURSOR" val="46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Teilmenge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36"/>
  <p:tag name="PICTUREFILESIZE" val="226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en $A,B$ Mengen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24"/>
  <p:tag name="PICTUREFILESIZE" val="315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\begin{document}&#10;Wir sagen, dass $A$ eine \mydarkgreen Teilmenge \black von $B$ ist&#10;bzw.~dass $B$ eine \mydarkgreen Obermenge \black von $A$ ist, wenn jedes Element&#10;aus $A$ auch in $B$ enthalten ist, also wenn die Aussage&#10;$(\forall x\in A: x\in B)$ wahr ist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2404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ir schreiben dann $A\subseteq B$ oder $B\supseteq A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92"/>
  <p:tag name="PICTUREFILESIZE" val="500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red Achtung: \black Oft findet man ist in der Literatur &#10;$A\subset B$ oder $B\supset A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48"/>
  <p:tag name="PICTUREFILESIZE" val="712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Wir sagen, dass die Mengen  $A$ und $B$ gleich sind, &#10;wenn $((A\subseteq B)\wedge (B\subseteq A))$, also wenn $A$ eine&#10;Teilmenge von $B$ ist, und umgekehrt. Man schreibt dann $A=B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791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$\{$Rom, Bern, Paris$\} \subseteq \{x\mid x\mbox{ ist eine Hauptstadt}\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26"/>
  <p:tag name="PICTUREFILESIZE" val="693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$\{$Rom, Bern, Paris$\} = \{$Bern, Paris, Rom$\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61"/>
  <p:tag name="PICTUREFILESIZE" val="561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3) $\{$Rom, Bern, Paris$\} \neq \{x\mid x\mbox{ ist eine Hauptstadt}\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29"/>
  <p:tag name="PICTUREFILESIZE" val="706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Anstelle von $\neg(A=B)$ schreibt man $A\neq B$&#10;und anstelle von $\neg(A\subseteq B)$ schreibt man $A\not\subseteq B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75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1.4735"/>
  <p:tag name="ORIGINALWIDTH" val="1462.317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merkung:&#10;\end{document}&#10;"/>
  <p:tag name="IGUANATEXSIZE" val="20"/>
  <p:tag name="IGUANATEXCURSOR" val="3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.89134"/>
  <p:tag name="ORIGINALWIDTH" val="959.573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Für jede Menge $M$ gilt $\emptyset\subseteq M$ und $M\subseteq M$.&#10;&#10;\end{document}&#10;"/>
  <p:tag name="IGUANATEXSIZE" val="20"/>
  <p:tag name="IGUANATEXCURSOR" val="40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$&#10;&#10;\end{document}&#10;"/>
  <p:tag name="FILENAME" val="txp_fig"/>
  <p:tag name="FORMAT" val="png256"/>
  <p:tag name="RES" val="300"/>
  <p:tag name="BLEND" val="0"/>
  <p:tag name="TRANSPARENT" val="1"/>
  <p:tag name="TBUG" val="0"/>
  <p:tag name="ALLOWFS" val="0"/>
  <p:tag name="ORIGWIDTH" val="15"/>
  <p:tag name="PICTUREFILESIZE" val="109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B$&#10;&#10;\end{document}&#10;"/>
  <p:tag name="FILENAME" val="txp_fig"/>
  <p:tag name="FORMAT" val="png256"/>
  <p:tag name="RES" val="300"/>
  <p:tag name="BLEND" val="0"/>
  <p:tag name="TRANSPARENT" val="1"/>
  <p:tag name="TBUG" val="0"/>
  <p:tag name="ALLOWFS" val="0"/>
  <p:tag name="ORIGWIDTH" val="16"/>
  <p:tag name="PICTUREFILESIZE" val="113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subseteq B$&#10;&#10;\end{document}&#10;"/>
  <p:tag name="FILENAME" val="txp_fig"/>
  <p:tag name="FORMAT" val="png256"/>
  <p:tag name="RES" val="300"/>
  <p:tag name="BLEND" val="0"/>
  <p:tag name="TRANSPARENT" val="1"/>
  <p:tag name="TBUG" val="0"/>
  <p:tag name="ALLOWFS" val="0"/>
  <p:tag name="ORIGWIDTH" val="59"/>
  <p:tag name="PICTUREFILESIZE" val="154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Mengenoper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58"/>
  <p:tag name="PICTUREFILESIZE" val="368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1) $A\cup B$ ist eine Menge. Bezeichnung: \mydarkgreen Vereinigung \black von $A$&#10;und $B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6"/>
  <p:tag name="PICTUREFILESIZE" val="908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cup B$ enth\&quot;alt alle Elemente, die in $A$ oder in $B$ enthalten sind, also&#10;$A\cup B=\{x\mid x\in A\vee x\in B\}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99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2) $A\cap B$ ist eine Menge. Bezeichnung: \mydarkgreen Durchschnitt \black von $A$&#10;und $B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87"/>
  <p:tag name="PICTUREFILESIZE" val="929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cap B$ enth\&quot;alt alle Elemente, die in $A$ und in $B$ enthalten sind, also&#10;$A\cap B=\{x\mid x\in A\wedge x\in B\}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12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en $A,B$ Mengen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24"/>
  <p:tag name="PICTUREFILESIZE" val="315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Mengenoper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58"/>
  <p:tag name="PICTUREFILESIZE" val="368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3) $A\backslash B$ ist eine Menge. Bezeichnung: \mydarkgreen Differenz \black von $A$&#10;und $B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35"/>
  <p:tag name="PICTUREFILESIZE" val="873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backslash B$ enth\&quot;alt alle Elemente aus $A$, die nicht in $B$ enthalten sind, also&#10;$A\backslash B=\{x\mid x\in A\wedge x\notin B\}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38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4) $A^c$ ist eine Menge. Bezeichnung: \mydarkgreen Komplement \black von $A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83"/>
  <p:tag name="PICTUREFILESIZE" val="853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4011"/>
  <p:tag name="ORIGINALWIDTH" val="960.6639"/>
  <p:tag name="LATEXADDIN" val="\documentclass{slides}&#10;\usepackage{pstricks}&#10;\usepackage{color}&#10;\usepackage{amssymb}&#10;%layout&#10;\textwidth13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e Grundmenge $G$ wird stets aus dem Kontext klar sein.&#10;\end{document}&#10;"/>
  <p:tag name="IGUANATEXSIZE" val="20"/>
  <p:tag name="IGUANATEXCURSOR" val="1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98236"/>
  <p:tag name="ORIGINALWIDTH" val="960.0093"/>
  <p:tag name="LATEXADDIN" val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^c$ enth\&quot;alt alle Elemente (einer sogenannten \mydarkgreen Grundmenge \black $G$), die nicht in $A$ enthalten sind, also&#10;$A^c=\{x\mid x\notin A\}=G\backslash A$.&#10;\end{document}&#10;"/>
  <p:tag name="IGUANATEXSIZE" val="20"/>
  <p:tag name="IGUANATEXCURSOR" val="43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en $A,B$ Mengen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24"/>
  <p:tag name="PICTUREFILESIZE" val="315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1.4735"/>
  <p:tag name="ORIGINALWIDTH" val="2926.134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Sprechweise: $A$ ohne $B$&#10;&#10;&#10;\end{document}&#10;"/>
  <p:tag name="IGUANATEXSIZE" val="20"/>
  <p:tag name="IGUANATEXCURSOR" val="38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2243"/>
  <p:tag name="ORIGINALWIDTH" val="2996.625"/>
  <p:tag name="LATEXADDIN" val="\documentclass{slides}&#10;\usepackage{pstricks}&#10;\usepackage{color}&#10;\usepackage{amssymb}&#10;%layout&#10;\textwidth13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Alternative Notation: $\overline{A}$ &#10;\end{document}&#10;"/>
  <p:tag name="IGUANATEXSIZE" val="20"/>
  <p:tag name="IGUANATEXCURSOR" val="39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.219"/>
  <p:tag name="ORIGINALWIDTH" val="2574.428"/>
  <p:tag name="LATEXADDIN" val="\documentclass{slides}&#10;\usepackage{pstricks}&#10;\usepackage{color}&#10;\usepackage{amssymb}&#10;%layout&#10;\textwidth13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ist $A\backslash B= A\cap B^c$.&#10;\end{document}&#10;"/>
  <p:tag name="IGUANATEXSIZE" val="20"/>
  <p:tag name="IGUANATEXCURSOR" val="39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Mengenoper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58"/>
  <p:tag name="PICTUREFILESIZE" val="368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.34567"/>
  <p:tag name="ORIGINALWIDTH" val="960.2275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5) $A\Delta  B$ ist eine Menge. Bezeichnung: \mydarkgreen Symmetrische Differenz \black von $A$&#10;und $B$.&#10;&#10;\end{document}&#10;"/>
  <p:tag name="IGUANATEXSIZE" val="20"/>
  <p:tag name="IGUANATEXCURSOR" val="43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.81874"/>
  <p:tag name="ORIGINALWIDTH" val="959.573"/>
  <p:tag name="LATEXADDIN" val="\documentclass{slides}&#10;\usepackage{pstricks}&#10;\usepackage{color}&#10;\usepackage{amssymb}&#10;%layout&#10;\textwidth27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Delta B$ enth\&quot;alt alle Elemente, die enweder in $A$ oder in $B$ enthalten sind (aber nicht in beiden).&#10;\end{document}&#10;"/>
  <p:tag name="IGUANATEXSIZE" val="20"/>
  <p:tag name="IGUANATEXCURSOR" val="36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en $A,B$ Mengen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24"/>
  <p:tag name="PICTUREFILESIZE" val="315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1.9685"/>
  <p:tag name="ORIGINALWIDTH" val="2871.391"/>
  <p:tag name="LATEXADDIN" val="\documentclass{slides}&#10;\usepackage{pstricks}&#10;\usepackage{color}&#10;\usepackage{amssymb}&#10;%layout&#10;\textwidth27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Delta B=(A\backslash B)\cup (B\backslash A)$&#10;\end{document}&#10;"/>
  <p:tag name="IGUANATEXSIZE" val="20"/>
  <p:tag name="IGUANATEXCURSOR" val="40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.45496"/>
  <p:tag name="ORIGINALWIDTH" val="960.0093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6) $A$ und $B$ heissen \mydarkgreen disjunkt \black falls $A\cap B=\emptyset$.&#10;&#10;&#10;\end{document}&#10;"/>
  <p:tag name="IGUANATEXSIZE" val="20"/>
  <p:tag name="IGUANATEXCURSOR" val="43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Anzahl von Element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98"/>
  <p:tag name="PICTUREFILESIZE" val="370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 $A$ eine endliche Menge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00"/>
  <p:tag name="PICTUREFILESIZE" val="375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Mit $|A|$ bezeichnen wir die Anzahl der Elemente von $A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56"/>
  <p:tag name="PICTUREFILESIZE" val="678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.0548"/>
  <p:tag name="ORIGINALWIDTH" val="960.0093"/>
  <p:tag name="LATEXADDIN" val="\documentclass{slides}&#10;\usepackage{pstricks}&#10;\usepackage{color}&#10;\usepackage{amssymb}&#10;%layout&#10;\textwidth397mm&#10;%Macros&#10;\include{macros}&#10;\pagestyle{empty}&#10;\begin{document}&#10;Andere Bezeichnungen: \gr{Kardinalit\&quot;at} oder \gr{M\&quot;achtigkeit} von $A$&#10;&#10;\end{document}&#10;"/>
  <p:tag name="IGUANATEXSIZE" val="20"/>
  <p:tag name="IGUANATEXCURSOR" val="23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\{$Rom, Basel, Paris$\}|=3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55"/>
  <p:tag name="PICTUREFILESIZE" val="377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\{$1,8,3,55$\}|=4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57"/>
  <p:tag name="PICTUREFILESIZE" val="245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\emptyset|=0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3"/>
  <p:tag name="PICTUREFILESIZE" val="159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Offensichtlich gilt $A\subseteq B \Rightarrow |A|\leq |B|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63"/>
  <p:tag name="PICTUREFILESIZE" val="475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enn $A$ eine unendliche Menge ist, schreiben wir $|A|=\infty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92"/>
  <p:tag name="PICTUREFILESIZE" val="6777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\mathbb{N}|=\infty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6"/>
  <p:tag name="PICTUREFILESIZE" val="171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In einer Gruppe von Menschen sprechen 17 Englisch und 9 Franz\&quot;osisch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782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ie viele Menschen sprechen Englisch oder Franz\&quot;osisch?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77"/>
  <p:tag name="PICTUREFILESIZE" val="664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.54575"/>
  <p:tag name="ORIGINALWIDTH" val="959.573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Antwort mit den gemachten Angaben nicht m\&quot;oglich!&#10;\end{document}&#10;"/>
  <p:tag name="IGUANATEXSIZE" val="20"/>
  <p:tag name="IGUANATEXCURSOR" val="3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.12772"/>
  <p:tag name="ORIGINALWIDTH" val="959.57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Prinzip der Inklusion-Exklusion}&#10;\end{document}&#10;"/>
  <p:tag name="IGUANATEXSIZE" val="20"/>
  <p:tag name="IGUANATEXCURSOR" val="37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.40047"/>
  <p:tag name="ORIGINALWIDTH" val="959.7911"/>
  <p:tag name="LATEXADDIN" val="\documentclass{slides}&#10;\usepackage{pstricks}&#10;\usepackage{color}&#10;\usepackage{amssymb}&#10;%layout&#10;\textwidth30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azu müsste man wissen, wie viele Personen sowohl Englisch als auch Französisch sprechen!&#10;\end{document}&#10;"/>
  <p:tag name="IGUANATEXSIZE" val="20"/>
  <p:tag name="IGUANATEXCURSOR" val="1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Falls $A$ und $B$ disjunkt sind, d.h.~$A\cap B=\emptyset$, dann gilt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39"/>
  <p:tag name="PICTUREFILESIZE" val="628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A\cup B|= |A|+|B|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87"/>
  <p:tag name="PICTUREFILESIZE" val="244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Offensichtlich gilt allgemei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87"/>
  <p:tag name="PICTUREFILESIZE" val="385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Falls endliche Mengen $A_1,A_2,\ldots,A_n$ paarweise disjunkt sind, d.h.~je zwei Mengen&#10;haben kein gemeinsames Element, dann gilt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406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A_1\cup A_2\cup \ldots\cup A_n|=&#10;|A_1|+ |A_2|+ \ldots+ |A_n|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47"/>
  <p:tag name="PICTUREFILESIZE" val="439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.12772"/>
  <p:tag name="ORIGINALWIDTH" val="959.57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Prinzip der Inklusion-Exklusion}&#10;\end{document}&#10;"/>
  <p:tag name="IGUANATEXSIZE" val="20"/>
  <p:tag name="IGUANATEXCURSOR" val="37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.16386"/>
  <p:tag name="ORIGINALWIDTH" val="959.7911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Allgemein gilt f\&quot;ur zwei endliche Mengen $A,B$ das \mydarkgreen{Prinzip der Inklusion-Exklusion}:&#10;\end{document}&#10;"/>
  <p:tag name="IGUANATEXSIZE" val="20"/>
  <p:tag name="IGUANATEXCURSOR" val="45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A\cup B|= |A|+|B|-|A\cap B |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3"/>
  <p:tag name="PICTUREFILESIZE" val="321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A\cup B|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4"/>
  <p:tag name="PICTUREFILESIZE" val="155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A|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4"/>
  <p:tag name="PICTUREFILESIZE" val="114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+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8"/>
  <p:tag name="PICTUREFILESIZE" val="98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B|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5"/>
  <p:tag name="PICTUREFILESIZE" val="116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-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4"/>
  <p:tag name="PICTUREFILESIZE" val="93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A\cap B|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4"/>
  <p:tag name="PICTUREFILESIZE" val="1569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+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8"/>
  <p:tag name="PICTUREFILESIZE" val="98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-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4"/>
  <p:tag name="PICTUREFILESIZE" val="93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8"/>
  <p:tag name="PICTUREFILESIZE" val="966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$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8"/>
  <p:tag name="PICTUREFILESIZE" val="96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Potenzmenge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78"/>
  <p:tag name="PICTUREFILESIZE" val="278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 $A$ eine Menge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10"/>
  <p:tag name="PICTUREFILESIZE" val="30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ann heisst die Menge aller Teilmengen von $A$ \mydarkgreen Potenzmenge von $A$\black.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91"/>
  <p:tag name="PICTUREFILESIZE" val="945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e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1.9685"/>
  <p:tag name="ORIGINALWIDTH" val="1370.829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{\cal P}({\{a,b\}})=$&#10;\end{document}&#10;"/>
  <p:tag name="IGUANATEXSIZE" val="20"/>
  <p:tag name="IGUANATEXCURSOR" val="33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07331"/>
  <p:tag name="ORIGINALWIDTH" val="960.2275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F\&quot;ur endliche Mengen $A$ gilt  $\left|{\cal P}(A)\right|=2^{|A|}$.&#10;\end{document}&#10;"/>
  <p:tag name="IGUANATEXSIZE" val="20"/>
  <p:tag name="IGUANATEXCURSOR" val="38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2408.699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Schreibweise: ${\cal P}(A)$&#10;&#10;\end{document}&#10;"/>
  <p:tag name="IGUANATEXSIZE" val="20"/>
  <p:tag name="IGUANATEXCURSOR" val="38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{\emptyset, \{a\}, \{b\},\{a,b\}\}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71"/>
  <p:tag name="PICTUREFILESIZE" val="283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1.9685"/>
  <p:tag name="ORIGINALWIDTH" val="1655.793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{\cal P}({\{x,y,z\}})=$&#10;\end{document}&#10;"/>
  <p:tag name="IGUANATEXSIZE" val="20"/>
  <p:tag name="IGUANATEXCURSOR" val="3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{\emptyset, \{x\}, \{y\}, \{z\}, \{x,y\}&#10;, \{x,z\},  \{y,z\}, \{x,y,z\}&#10;\}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24"/>
  <p:tag name="PICTUREFILESIZE" val="4889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Satz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9"/>
  <p:tag name="PICTUREFILESIZE" val="1516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red Achtung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0"/>
  <p:tag name="PICTUREFILESIZE" val="186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{a\}$ ist eine Menge mit dem Element $a$, das ist etwas anderes als das Element $a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8098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54598"/>
  <p:tag name="ORIGINALWIDTH" val="959.1366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$a\in\{a,b\}$, aber $a\notin {\cal P}({\{a,b\}})$.&#10;\end{document}&#10;"/>
  <p:tag name="IGUANATEXSIZE" val="20"/>
  <p:tag name="IGUANATEXCURSOR" val="3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87323"/>
  <p:tag name="ORIGINALWIDTH" val="959.7911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$\{a\}\notin\{a,b\}$, aber $\{a\}\in {\cal P}({\{a,b\}})$.&#10;\end{document}&#10;"/>
  <p:tag name="IGUANATEXSIZE" val="20"/>
  <p:tag name="IGUANATEXCURSOR" val="40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21866"/>
  <p:tag name="ORIGINALWIDTH" val="959.3548"/>
  <p:tag name="LATEXADDIN" val="\documentclass{slides}&#10;\usepackage{pstricks}&#10;\usepackage{color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$\{a\}\subseteq \{a,b\}$, aber $\{a\}\not\subseteq {\cal P}(\{a,b\})$.&#10;\end{document}&#10;"/>
  <p:tag name="IGUANATEXSIZE" val="20"/>
  <p:tag name="IGUANATEXCURSOR" val="41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7.2141"/>
  <p:tag name="ORIGINALWIDTH" val="2686.914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manchmal auch $2^A$).&#10;&#10;\end{document}&#10;"/>
  <p:tag name="IGUANATEXSIZE" val="20"/>
  <p:tag name="IGUANATEXCURSOR" val="37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.32756"/>
  <p:tag name="ORIGINALWIDTH" val="959.7911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ine Teilmenge $P$ von ${\cal P}(A)$ heisst {\mydarkgreen Partition von $A$}, falls&#10;gilt:&#10;&#10;\end{document}&#10;"/>
  <p:tag name="IGUANATEXSIZE" val="20"/>
  <p:tag name="IGUANATEXCURSOR" val="3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Partitio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12"/>
  <p:tag name="PICTUREFILESIZE" val="2168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.12748"/>
  <p:tag name="ORIGINALWIDTH" val="960.0093"/>
  <p:tag name="LATEXADDIN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1)}{Die Mengen in $P$ sind paarweise disjunkt, d.h. $\forall A,B\in P:\left(A\cap B&#10;=\emptyset\vee A=B\right)$}&#10;&#10;&#10;&#10;\end{document}&#10;"/>
  <p:tag name="IGUANATEXSIZE" val="20"/>
  <p:tag name="IGUANATEXCURSOR" val="73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(Zwei verschiedene Mengen aus $P$ haben keine gemeinsamen Elemente.)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794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2)}{Die Vereinigung aller Mengen in $P$ ergibt ganz $A$.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41"/>
  <p:tag name="PICTUREFILESIZE" val="668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bspe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s sei $A=\set{1,2,3,4,5}$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8"/>
  <p:tag name="PICTUREFILESIZE" val="313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1)}{$P_1:=\set{\set{1,2},\set{3,4},\set{5}} $  ist eine Partition von $A$.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43"/>
  <p:tag name="PICTUREFILESIZE" val="678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2)}{$P_2:=\set{\set{1,2,3},\set{4,5}} $  ist auch eine Partition von $A$.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74"/>
  <p:tag name="PICTUREFILESIZE" val="711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3)}{$P_3:=\set{\set{1,2,3},\set{5}} $  ist keine Partition von $A$.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07"/>
  <p:tag name="PICTUREFILESIZE" val="6528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Die Vereinigung aller Mengen aus $P_3$ ergibt $\set{1,2,3,5}\neq A$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97"/>
  <p:tag name="PICTUREFILESIZE" val="732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4)}{$P_4:=\set{\set{1,2,3,4},\set{4,5}} $  ist keine Partition von $A$.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51"/>
  <p:tag name="PICTUREFILESIZE" val="699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Zwei Mengen aus $P_4$ haben ein gemeinsames Element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53"/>
  <p:tag name="PICTUREFILESIZE" val="6049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 $A$ eine Menge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10"/>
  <p:tag name="PICTUREFILESIZE" val="30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3)}{$\emptyset\notin P$.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8"/>
  <p:tag name="PICTUREFILESIZE" val="2179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artesisches Produkt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4"/>
  <p:tag name="PICTUREFILESIZE" val="408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in \mydarkgreen geordnetes Paar \black ist ein Objekt der Form $(a, b)$,&#10; wobei $a$ ein Element einer Menge $A$ und $b$ ein Element einer Menge $B$ ist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6178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Zwei geordnete Paare $(a,b)$ und $(c,d)$ sind gleich, genau dann, wenn&#10;$a=c$ und $b=d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428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red Achtung: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0"/>
  <p:tag name="PICTUREFILESIZE" val="1866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in geordnetes Paar $(a,b)$ ist etwas anderes als die Menge $\{a,b\}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53"/>
  <p:tag name="PICTUREFILESIZE" val="800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gilt z.B.~$(1,2)\neq (2,1)$, aber $\{1,2\}=\{2,1\}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73"/>
  <p:tag name="PICTUREFILESIZE" val="5839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e Menge aller geordneten Paare $(a,b$) mit $a\in A$ und $b\in B$ heisst&#10;\mydarkgreen kartesisches Produkt von $A$ und $B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6016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Schreibweise: $A\times B=\{(a,b)\mid a\in A\wedge b\in B\}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53"/>
  <p:tag name="PICTUREFILESIZE" val="6048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0"/>
  <p:tag name="PICTUREFILESIZE" val="185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 = \{x, y\}$,  $B = \{1, 2, 3\}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9"/>
  <p:tag name="PICTUREFILESIZE" val="3228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 \times  B = \{(x, 1), (x, 2), (x, 3), (y, 1), (y, 2), (y, 3)\}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71"/>
  <p:tag name="PICTUREFILESIZE" val="5337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&#10;B \times  A = \{(1, x), (2, x), (3, x), (1, y), (2, y), (3, y)\}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71"/>
  <p:tag name="PICTUREFILESIZE" val="5379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red Achtung: 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0"/>
  <p:tag name="PICTUREFILESIZE" val="1866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I.A.~gilt $A\times B\neq B\times A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3"/>
  <p:tag name="PICTUREFILESIZE" val="3157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Definitio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artesisches Produkt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4"/>
  <p:tag name="PICTUREFILESIZE" val="4089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in \mydarkgreen geordnetes $n$-Tupel \black ist ein Objekt der Form $(a_1, a_2,\ldots,a_n)$,&#10; wobei \ldots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233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 $a_2$ ein Element einer Menge $A_2$,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22"/>
  <p:tag name="PICTUREFILESIZE" val="404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 $a_n$ ein Element einer Menge $A_n$ ist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55"/>
  <p:tag name="PICTUREFILESIZE" val="437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Zwei $n$-Tupel sind gleich, genau dann, wenn sie an jeder Stelle gleich sind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82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e Menge aller solcher $n$-Tupel heisst&#10;\mydarkgreen kartesisches Produkt von $A_1,A_2,\ldots, A_n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193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Schreibweise: $A_1\times A_2\times\ldots\times A_n=\{(a_1,a_2,\ldots,a_n)&#10;\mid a_1\in A_1\wedge a_2\in A_2 \wedge \ldots \wedge a_n\in A_n\}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8474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enn $A_1, A_2,\ldots  A_n$ &#10;alle dieselbe Menge $A$ sind, wird das kartesische Produkt mit $A^n$ bezeichnet.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2355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0"/>
  <p:tag name="PICTUREFILESIZE" val="185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 $A=\{1,2\}, B=\{x,y\}, C=\{1,z\}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94"/>
  <p:tag name="PICTUREFILESIZE" val="4665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times B\times C= 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24"/>
  <p:tag name="PICTUREFILESIZE" val="203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{(1,x,1),(1,x,z)&#10;,(1,y,1) ,(1,y,z),&#10;(2,x,1),(2,x,z)&#10;,(2,y,1),(2,y,z)&#10; \}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2"/>
  <p:tag name="PICTUREFILESIZE" val="584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^2= 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0"/>
  <p:tag name="PICTUREFILESIZE" val="138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times A= 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1"/>
  <p:tag name="PICTUREFILESIZE" val="158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{(1,1),(1,2),(2,1),(2,2)\} 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61"/>
  <p:tag name="PICTUREFILESIZE" val="324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_1$ ein Element einer Menge $A_1$,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22"/>
  <p:tag name="PICTUREFILESIZE" val="395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\vdots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"/>
  <p:tag name="PICTUREFILESIZE" val="93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artesisches Produkt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4"/>
  <p:tag name="PICTUREFILESIZE" val="4089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 $A=\{1,2\}, B=\{x,y\}, C=\{1,z\}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94"/>
  <p:tag name="PICTUREFILESIZE" val="4665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times B\times C= 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24"/>
  <p:tag name="PICTUREFILESIZE" val="203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{(1,x,1),(1,x,z)&#10;,(1,y,1) ,(1,y,z),&#10;(2,x,1),(2,x,z)&#10;,(2,y,1),(2,y,z)&#10; \}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2"/>
  <p:tag name="PICTUREFILESIZE" val="584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en $n\in\mathbb{N}$ und $A_1,A_2,\ldots A_n$ endliche Mengen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05"/>
  <p:tag name="PICTUREFILESIZE" val="600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Satz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9"/>
  <p:tag name="PICTUREFILESIZE" val="1516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ann ist $A_1\times A_2\times \ldots\times A_n$ eine endliche Menge, und es gilt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15"/>
  <p:tag name="PICTUREFILESIZE" val="659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A_1\times A_2\times \ldots\times A_n|=&#10;|A_1|\cdot |A_2|\cdot \ldots\cdot |A_n|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07"/>
  <p:tag name="PICTUREFILESIZE" val="406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Insbesondere gilt f\&quot;ur eine endliche Menge $A$, dass $\left|A^n\right|=|A|^n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24"/>
  <p:tag name="PICTUREFILESIZE" val="7396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0"/>
  <p:tag name="PICTUREFILESIZE" val="185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|A\times B\times C|= 8=2\cdot 2\cdot 2=|A|\cdot|B|\cdot|C|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96"/>
  <p:tag name="PICTUREFILESIZE" val="4255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enn auch nur eine der Mengen $A_1,\ldots, A_n$ nicht endlich ist und &#10;die anderen Mengen nicht leer, dann&#10;ist auch $A_1\times A_2\times \ldots\times A_n$ eine unendliche Menge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5493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Rechengesetze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95"/>
  <p:tag name="PICTUREFILESIZE" val="3097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.72748"/>
  <p:tag name="ORIGINALWIDTH" val="960.2275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Für Mengenoperationen gibt es sehr ähnliche Rechengesetze wie für Aussagen.&#10;&#10;\end{document}&#10;"/>
  <p:tag name="IGUANATEXSIZE" val="20"/>
  <p:tag name="IGUANATEXCURSOR" val="43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.00032"/>
  <p:tag name="ORIGINALWIDTH" val="959.7911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Es sei $G$ eine Grundmenge und $A,B,C$ Mengen.&#10;&#10;\end{document}&#10;"/>
  <p:tag name="IGUANATEXSIZE" val="20"/>
  <p:tag name="IGUANATEXCURSOR" val="40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Rechengesetze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95"/>
  <p:tag name="PICTUREFILESIZE" val="3097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.87299"/>
  <p:tag name="ORIGINALWIDTH" val="960.4457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Mit Venn-Diagrammen kann man diese Gesetze veranschaulichen.&#10;\end{document}&#10;"/>
  <p:tag name="IGUANATEXSIZE" val="20"/>
  <p:tag name="IGUANATEXCURSOR" val="39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5"/>
  <p:tag name="PICTUREFILESIZE" val="109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B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6"/>
  <p:tag name="PICTUREFILESIZE" val="113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C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6"/>
  <p:tag name="PICTUREFILESIZE" val="1169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B\cap C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6"/>
  <p:tag name="PICTUREFILESIZE" val="152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5"/>
  <p:tag name="PICTUREFILESIZE" val="109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B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6"/>
  <p:tag name="PICTUREFILESIZE" val="113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C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6"/>
  <p:tag name="PICTUREFILESIZE" val="1169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cup B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5"/>
  <p:tag name="PICTUREFILESIZE" val="149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A\cup C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5"/>
  <p:tag name="PICTUREFILESIZE" val="1489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 (A\cup B)\cap (A\cup C)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71"/>
  <p:tag name="PICTUREFILESIZE" val="265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 A\cup (B\cap C)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13"/>
  <p:tag name="PICTUREFILESIZE" val="2147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.16409"/>
  <p:tag name="ORIGINALWIDTH" val="960.4457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 \black $A\cup (B\cap C)= (A\cup B)\cap (A\cup C)$&#10;&#10;\end{document}&#10;"/>
  <p:tag name="IGUANATEXSIZE" val="20"/>
  <p:tag name="IGUANATEXCURSOR" val="3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Rechengesetze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95"/>
  <p:tag name="PICTUREFILESIZE" val="3097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.16409"/>
  <p:tag name="ORIGINALWIDTH" val="960.4457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 \black $A\cup (B\cap C)= (A\cup B)\cap (A\cup C)$&#10;&#10;\end{document}&#10;"/>
  <p:tag name="IGUANATEXSIZE" val="20"/>
  <p:tag name="IGUANATEXCURSOR" val="3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.96386"/>
  <p:tag name="ORIGINALWIDTH" val="960.2275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weis: \black Wir zeigen, dass $\forall x:\left(x\in A\cup (B\cap C)\right)\Leftrightarrow \left(x\in(A\cup B)\cap (A\cup C)\right)$&#10;&#10;\end{document}&#10;"/>
  <p:tag name="IGUANATEXSIZE" val="20"/>
  <p:tag name="IGUANATEXCURSOR" val="49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.74583"/>
  <p:tag name="ORIGINALWIDTH" val="959.7911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left(x\in A\cup (B\cap C)\right)\Leftrightarrow \left( (x\in A)\vee ((x\in B)\wedge (x\in C))\right)$&#10;&#10;\end{document}&#10;"/>
  <p:tag name="IGUANATEXSIZE" val="20"/>
  <p:tag name="IGUANATEXCURSOR" val="45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.9822"/>
  <p:tag name="ORIGINALWIDTH" val="959.7911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Leftrightarrow \left( ((x\in A)\vee (x\in B)) \wedge ((x\in A) \vee (x\in C))\right)$&#10;&#10;\end{document}&#10;"/>
  <p:tag name="IGUANATEXSIZE" val="20"/>
  <p:tag name="IGUANATEXCURSOR" val="42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.219"/>
  <p:tag name="ORIGINALWIDTH" val="3181.852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Leftrightarrow \left(x\in(A\cup B)\cap (A\cup C)\right)$&#10;&#10;\end{document}&#10;"/>
  <p:tag name="IGUANATEXSIZE" val="20"/>
  <p:tag name="IGUANATEXCURSOR" val="3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184.102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finition&#10;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10961"/>
  <p:tag name="ORIGINALWIDTH" val="959.3548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stributivgesetz für Aussagen&#10;&#10;\end{document}&#10;"/>
  <p:tag name="IGUANATEXSIZE" val="20"/>
  <p:tag name="IGUANATEXCURSOR" val="38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184.102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finition&#10;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.50929"/>
  <p:tag name="ORIGINALWIDTH" val="959.7911"/>
  <p:tag name="LATEXADDIN" val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Beweisen kann man die Gesetze über die entsprechenden Gesetze für Aussagen.&#10;&#10;\end{document}&#10;"/>
  <p:tag name="IGUANATEXSIZE" val="20"/>
  <p:tag name="IGUANATEXCURSOR" val="10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Rechengesetze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95"/>
  <p:tag name="PICTUREFILESIZE" val="3097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.9641"/>
  <p:tag name="ORIGINALWIDTH" val="959.573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ispiel: \black Es gilt $A\Delta B= (A\cup B)\cap\overline{(A\cap B)} $&#10;&#10;\end{document}&#10;"/>
  <p:tag name="IGUANATEXSIZE" val="20"/>
  <p:tag name="IGUANATEXCURSOR" val="41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892.3884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lue Beweis: &#10;&#10;\end{document}&#10;"/>
  <p:tag name="IGUANATEXSIZE" val="20"/>
  <p:tag name="IGUANATEXCURSOR" val="3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.718"/>
  <p:tag name="ORIGINALWIDTH" val="2446.944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A\cap \overline{B})\cup (B\cap \overline{A})$&#10;&#10;\end{document}&#10;"/>
  <p:tag name="IGUANATEXSIZE" val="20"/>
  <p:tag name="IGUANATEXCURSOR" val="4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184.102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finition&#10;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2077.99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stributivgesetz &#10;&#10;\end{document}&#10;"/>
  <p:tag name="IGUANATEXSIZE" val="20"/>
  <p:tag name="IGUANATEXCURSOR" val="37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00047"/>
  <p:tag name="ORIGINALWIDTH" val="960.2275"/>
  <p:tag name="LATEXADDIN" val="\documentclass{slides}&#10;\usepackage{pstricks}&#10;\usepackage{color}&#10;\usepackage{amssymb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Die Rechengesetze kann man verwenden, um kompliziertere Terme umzuwandeln und zu vereinfachen.&#10;&#10;\end{document}&#10;"/>
  <p:tag name="IGUANATEXSIZE" val="20"/>
  <p:tag name="IGUANATEXCURSOR" val="45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1.9685"/>
  <p:tag name="ORIGINALWIDTH" val="2871.391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 $A\Delta B= (A\backslash B)\cup (B\backslash A) $&#10;&#10;\end{document}&#10;"/>
  <p:tag name="IGUANATEXSIZE" val="20"/>
  <p:tag name="IGUANATEXCURSOR" val="39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.61882"/>
  <p:tag name="ORIGINALWIDTH" val="959.7911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(A\cap \overline{B})\cup B) \cap ((A\cap \overline{B})\cup\overline{A})$&#10;&#10;\end{document}&#10;"/>
  <p:tag name="IGUANATEXSIZE" val="20"/>
  <p:tag name="IGUANATEXCURSOR" val="40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.61882"/>
  <p:tag name="ORIGINALWIDTH" val="960.0093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B\cup (A\cap \overline{B})) \cap (\overline{A}\cup (A\cap \overline{B}))$&#10;&#10;\end{document}&#10;"/>
  <p:tag name="IGUANATEXSIZE" val="20"/>
  <p:tag name="IGUANATEXCURSOR" val="43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.38228"/>
  <p:tag name="ORIGINALWIDTH" val="959.573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 (B\cup A) \cap (B\cup \overline{B})) \cap ( (\overline{A}\cup A)\cap (\overline{A}\cup \overline{B}))$&#10;&#10;\end{document}&#10;"/>
  <p:tag name="IGUANATEXSIZE" val="20"/>
  <p:tag name="IGUANATEXCURSOR" val="46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.61882"/>
  <p:tag name="ORIGINALWIDTH" val="960.6639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 (B\cup A) \cap G) \cap ( G\cap (\overline{A}\cup \overline{B}))$&#10;&#10;\end{document}&#10;"/>
  <p:tag name="IGUANATEXSIZE" val="20"/>
  <p:tag name="IGUANATEXCURSOR" val="38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.718"/>
  <p:tag name="ORIGINALWIDTH" val="2446.944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(B\cup A)  \cap  (\overline{A}\cup \overline{B})$&#10;&#10;\end{document}&#10;"/>
  <p:tag name="IGUANATEXSIZE" val="20"/>
  <p:tag name="IGUANATEXCURSOR" val="40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5.9655"/>
  <p:tag name="ORIGINALWIDTH" val="2473.941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 (B\cup A)  \cap \overline{ (A\cap B)}$&#10;&#10;\end{document}&#10;"/>
  <p:tag name="IGUANATEXSIZE" val="20"/>
  <p:tag name="IGUANATEXCURSOR" val="36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5.9655"/>
  <p:tag name="ORIGINALWIDTH" val="2473.941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= (A\cup B ) \cap \overline{ (A\cap B)}$&#10;&#10;\end{document}&#10;"/>
  <p:tag name="IGUANATEXSIZE" val="20"/>
  <p:tag name="IGUANATEXCURSOR" val="36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184.102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finition&#10;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2333.708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Kommutativgesetz &#10;&#10;\end{document}&#10;"/>
  <p:tag name="IGUANATEXSIZE" val="20"/>
  <p:tag name="IGUANATEXCURSOR" val="36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2077.99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istributivgesetz &#10;&#10;\end{document}&#10;"/>
  <p:tag name="IGUANATEXSIZE" val="20"/>
  <p:tag name="IGUANATEXCURSOR" val="37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1.4735"/>
  <p:tag name="ORIGINALWIDTH" val="2368.204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Komplementgesetz &#10;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1977.503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Identitätsgesetz &#10;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2239"/>
  <p:tag name="ORIGINALWIDTH" val="1368.579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e Morgan &#10;&#10;\end{document}&#10;"/>
  <p:tag name="IGUANATEXSIZE" val="20"/>
  <p:tag name="IGUANATEXCURSOR" val="36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2333.708"/>
  <p:tag name="LATEXADDIN" val="\documentclass{slides}&#10;\usepackage{pstricks}&#10;\usepackage{color}&#10;\usepackage{amssymb}&#10;%layout&#10;\textwidth3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Kommutativgesetz &#10;&#10;\end{document}&#10;"/>
  <p:tag name="IGUANATEXSIZE" val="20"/>
  <p:tag name="IGUANATEXCURSOR" val="36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/>
          </a:solidFill>
          <a:prstDash val="lgDash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A96C0376D138147AFD8A93DB6072E62" ma:contentTypeVersion="3" ma:contentTypeDescription="Ein neues Dokument erstellen." ma:contentTypeScope="" ma:versionID="7b6183dba92cfb1dc3c728ebc8e40250">
  <xsd:schema xmlns:xsd="http://www.w3.org/2001/XMLSchema" xmlns:xs="http://www.w3.org/2001/XMLSchema" xmlns:p="http://schemas.microsoft.com/office/2006/metadata/properties" xmlns:ns2="21bf46ba-4ab2-48e1-878b-391588be817c" targetNamespace="http://schemas.microsoft.com/office/2006/metadata/properties" ma:root="true" ma:fieldsID="738911e9f4fe1455424c4f27595063a5" ns2:_="">
    <xsd:import namespace="21bf46ba-4ab2-48e1-878b-391588be81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f46ba-4ab2-48e1-878b-391588be81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79B430-46CD-40B9-B9DC-DD1DA5942424}"/>
</file>

<file path=customXml/itemProps2.xml><?xml version="1.0" encoding="utf-8"?>
<ds:datastoreItem xmlns:ds="http://schemas.openxmlformats.org/officeDocument/2006/customXml" ds:itemID="{B3859BD8-499C-43A0-8FB0-EDF7CB0C7916}"/>
</file>

<file path=customXml/itemProps3.xml><?xml version="1.0" encoding="utf-8"?>
<ds:datastoreItem xmlns:ds="http://schemas.openxmlformats.org/officeDocument/2006/customXml" ds:itemID="{4E71D942-5827-443D-9F47-6D64F43C59A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Bildschirmpräsentation (4:3)</PresentationFormat>
  <Paragraphs>0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1" baseType="lpstr">
      <vt:lpstr>Arial</vt:lpstr>
      <vt:lpstr>Standarddesign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Andreas Vogt</dc:creator>
  <cp:lastModifiedBy>Andreas Vogt</cp:lastModifiedBy>
  <cp:revision>412</cp:revision>
  <dcterms:created xsi:type="dcterms:W3CDTF">2005-01-22T10:46:42Z</dcterms:created>
  <dcterms:modified xsi:type="dcterms:W3CDTF">2026-09-07T08:51:57Z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0x0101008A96C0376D138147AFD8A93DB6072E62</vt:lpwstr>
  </property>
</Properties>
</file>