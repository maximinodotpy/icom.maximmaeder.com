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6"/>
  </p:notesMasterIdLst>
  <p:sldIdLst>
    <p:sldId id="402" r:id="rId2"/>
    <p:sldId id="403" r:id="rId3"/>
    <p:sldId id="422" r:id="rId4"/>
    <p:sldId id="404" r:id="rId5"/>
    <p:sldId id="423" r:id="rId6"/>
    <p:sldId id="424" r:id="rId7"/>
    <p:sldId id="407" r:id="rId8"/>
    <p:sldId id="425" r:id="rId9"/>
    <p:sldId id="415" r:id="rId10"/>
    <p:sldId id="411" r:id="rId11"/>
    <p:sldId id="409" r:id="rId12"/>
    <p:sldId id="413" r:id="rId13"/>
    <p:sldId id="414" r:id="rId14"/>
    <p:sldId id="410" r:id="rId15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0">
          <p15:clr>
            <a:srgbClr val="A4A3A4"/>
          </p15:clr>
        </p15:guide>
        <p15:guide id="2" orient="horz" pos="336">
          <p15:clr>
            <a:srgbClr val="A4A3A4"/>
          </p15:clr>
        </p15:guide>
        <p15:guide id="3" orient="horz" pos="3997">
          <p15:clr>
            <a:srgbClr val="A4A3A4"/>
          </p15:clr>
        </p15:guide>
        <p15:guide id="4" orient="horz" pos="3226">
          <p15:clr>
            <a:srgbClr val="A4A3A4"/>
          </p15:clr>
        </p15:guide>
        <p15:guide id="5" pos="1292">
          <p15:clr>
            <a:srgbClr val="A4A3A4"/>
          </p15:clr>
        </p15:guide>
        <p15:guide id="6" pos="771">
          <p15:clr>
            <a:srgbClr val="A4A3A4"/>
          </p15:clr>
        </p15:guide>
        <p15:guide id="7" pos="2925">
          <p15:clr>
            <a:srgbClr val="A4A3A4"/>
          </p15:clr>
        </p15:guide>
        <p15:guide id="8" pos="589">
          <p15:clr>
            <a:srgbClr val="A4A3A4"/>
          </p15:clr>
        </p15:guide>
        <p15:guide id="9" pos="2721">
          <p15:clr>
            <a:srgbClr val="A4A3A4"/>
          </p15:clr>
        </p15:guide>
        <p15:guide id="10" pos="1451">
          <p15:clr>
            <a:srgbClr val="A4A3A4"/>
          </p15:clr>
        </p15:guide>
        <p15:guide id="11" pos="3470">
          <p15:clr>
            <a:srgbClr val="A4A3A4"/>
          </p15:clr>
        </p15:guide>
        <p15:guide id="12" pos="24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9900"/>
    <a:srgbClr val="FF5050"/>
    <a:srgbClr val="333399"/>
    <a:srgbClr val="808080"/>
    <a:srgbClr val="AF0000"/>
    <a:srgbClr val="0066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F0B11D-F687-4AB7-AFC9-0C5091C4113D}" v="71" dt="2026-09-08T04:06:54.7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78" autoAdjust="0"/>
    <p:restoredTop sz="83255" autoAdjust="0"/>
  </p:normalViewPr>
  <p:slideViewPr>
    <p:cSldViewPr snapToObjects="1">
      <p:cViewPr varScale="1">
        <p:scale>
          <a:sx n="74" d="100"/>
          <a:sy n="74" d="100"/>
        </p:scale>
        <p:origin x="616" y="56"/>
      </p:cViewPr>
      <p:guideLst>
        <p:guide orient="horz" pos="3680"/>
        <p:guide orient="horz" pos="336"/>
        <p:guide orient="horz" pos="3997"/>
        <p:guide orient="horz" pos="3226"/>
        <p:guide pos="1292"/>
        <p:guide pos="771"/>
        <p:guide pos="2925"/>
        <p:guide pos="589"/>
        <p:guide pos="2721"/>
        <p:guide pos="1451"/>
        <p:guide pos="3470"/>
        <p:guide pos="24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1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Vogt" userId="8f2cb726-881e-407e-b2de-45ed121033e4" providerId="ADAL" clId="{70EBE32E-D786-43DC-AA27-849F4B469A0A}"/>
    <pc:docChg chg="undo custSel addSld delSld modSld">
      <pc:chgData name="Andreas Vogt" userId="8f2cb726-881e-407e-b2de-45ed121033e4" providerId="ADAL" clId="{70EBE32E-D786-43DC-AA27-849F4B469A0A}" dt="2026-09-08T04:06:58.176" v="708"/>
      <pc:docMkLst>
        <pc:docMk/>
      </pc:docMkLst>
      <pc:sldChg chg="modSp mod">
        <pc:chgData name="Andreas Vogt" userId="8f2cb726-881e-407e-b2de-45ed121033e4" providerId="ADAL" clId="{70EBE32E-D786-43DC-AA27-849F4B469A0A}" dt="2026-08-24T07:43:34.673" v="590" actId="12788"/>
        <pc:sldMkLst>
          <pc:docMk/>
          <pc:sldMk cId="0" sldId="402"/>
        </pc:sldMkLst>
        <pc:picChg chg="mod ord">
          <ac:chgData name="Andreas Vogt" userId="8f2cb726-881e-407e-b2de-45ed121033e4" providerId="ADAL" clId="{70EBE32E-D786-43DC-AA27-849F4B469A0A}" dt="2026-08-24T07:43:34.673" v="590" actId="12788"/>
          <ac:picMkLst>
            <pc:docMk/>
            <pc:sldMk cId="0" sldId="402"/>
            <ac:picMk id="4" creationId="{B5651D25-5030-C964-9C2D-75B333CE8E7C}"/>
          </ac:picMkLst>
        </pc:picChg>
      </pc:sldChg>
      <pc:sldChg chg="addSp delSp modSp mod addAnim delAnim modAnim">
        <pc:chgData name="Andreas Vogt" userId="8f2cb726-881e-407e-b2de-45ed121033e4" providerId="ADAL" clId="{70EBE32E-D786-43DC-AA27-849F4B469A0A}" dt="2026-08-22T16:37:20.515" v="489"/>
        <pc:sldMkLst>
          <pc:docMk/>
          <pc:sldMk cId="0" sldId="403"/>
        </pc:sldMkLst>
        <pc:spChg chg="add mod">
          <ac:chgData name="Andreas Vogt" userId="8f2cb726-881e-407e-b2de-45ed121033e4" providerId="ADAL" clId="{70EBE32E-D786-43DC-AA27-849F4B469A0A}" dt="2026-08-22T16:28:34.811" v="242" actId="1035"/>
          <ac:spMkLst>
            <pc:docMk/>
            <pc:sldMk cId="0" sldId="403"/>
            <ac:spMk id="16" creationId="{A36B3534-AB96-C03C-86E6-5CB8429108AB}"/>
          </ac:spMkLst>
        </pc:spChg>
        <pc:spChg chg="add mod">
          <ac:chgData name="Andreas Vogt" userId="8f2cb726-881e-407e-b2de-45ed121033e4" providerId="ADAL" clId="{70EBE32E-D786-43DC-AA27-849F4B469A0A}" dt="2026-08-22T16:31:15.631" v="367" actId="14100"/>
          <ac:spMkLst>
            <pc:docMk/>
            <pc:sldMk cId="0" sldId="403"/>
            <ac:spMk id="17" creationId="{37647342-2BFA-D464-7D04-7CB570E57EAB}"/>
          </ac:spMkLst>
        </pc:spChg>
        <pc:picChg chg="mod">
          <ac:chgData name="Andreas Vogt" userId="8f2cb726-881e-407e-b2de-45ed121033e4" providerId="ADAL" clId="{70EBE32E-D786-43DC-AA27-849F4B469A0A}" dt="2026-08-22T16:31:22.493" v="369" actId="1076"/>
          <ac:picMkLst>
            <pc:docMk/>
            <pc:sldMk cId="0" sldId="403"/>
            <ac:picMk id="2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6:31:04.178" v="363" actId="1038"/>
          <ac:picMkLst>
            <pc:docMk/>
            <pc:sldMk cId="0" sldId="403"/>
            <ac:picMk id="3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7T12:10:22.558" v="30" actId="1035"/>
          <ac:picMkLst>
            <pc:docMk/>
            <pc:sldMk cId="0" sldId="403"/>
            <ac:picMk id="4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7T12:11:27.580" v="90" actId="1036"/>
          <ac:picMkLst>
            <pc:docMk/>
            <pc:sldMk cId="0" sldId="403"/>
            <ac:picMk id="5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7T12:10:22.558" v="30" actId="1035"/>
          <ac:picMkLst>
            <pc:docMk/>
            <pc:sldMk cId="0" sldId="403"/>
            <ac:picMk id="7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17T12:10:08.447" v="18" actId="14100"/>
          <ac:picMkLst>
            <pc:docMk/>
            <pc:sldMk cId="0" sldId="403"/>
            <ac:picMk id="9" creationId="{F030331E-FA2A-6403-FDC4-5BDCBEFECEB5}"/>
          </ac:picMkLst>
        </pc:picChg>
        <pc:picChg chg="mod">
          <ac:chgData name="Andreas Vogt" userId="8f2cb726-881e-407e-b2de-45ed121033e4" providerId="ADAL" clId="{70EBE32E-D786-43DC-AA27-849F4B469A0A}" dt="2026-08-22T16:31:31.250" v="377" actId="1038"/>
          <ac:picMkLst>
            <pc:docMk/>
            <pc:sldMk cId="0" sldId="403"/>
            <ac:picMk id="12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17T12:11:00.112" v="69" actId="14100"/>
          <ac:picMkLst>
            <pc:docMk/>
            <pc:sldMk cId="0" sldId="403"/>
            <ac:picMk id="13" creationId="{C220739D-5FBC-590A-B87D-4CB2FA876AC3}"/>
          </ac:picMkLst>
        </pc:picChg>
        <pc:picChg chg="mod">
          <ac:chgData name="Andreas Vogt" userId="8f2cb726-881e-407e-b2de-45ed121033e4" providerId="ADAL" clId="{70EBE32E-D786-43DC-AA27-849F4B469A0A}" dt="2026-08-22T16:31:27.717" v="374" actId="1037"/>
          <ac:picMkLst>
            <pc:docMk/>
            <pc:sldMk cId="0" sldId="403"/>
            <ac:picMk id="42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7T12:11:27.580" v="90" actId="1036"/>
          <ac:picMkLst>
            <pc:docMk/>
            <pc:sldMk cId="0" sldId="403"/>
            <ac:picMk id="48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7T12:11:27.580" v="90" actId="1036"/>
          <ac:picMkLst>
            <pc:docMk/>
            <pc:sldMk cId="0" sldId="403"/>
            <ac:picMk id="50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7T12:11:27.580" v="90" actId="1036"/>
          <ac:picMkLst>
            <pc:docMk/>
            <pc:sldMk cId="0" sldId="403"/>
            <ac:picMk id="57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7T12:10:22.558" v="30" actId="1035"/>
          <ac:picMkLst>
            <pc:docMk/>
            <pc:sldMk cId="0" sldId="403"/>
            <ac:picMk id="59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7T12:11:27.580" v="90" actId="1036"/>
          <ac:picMkLst>
            <pc:docMk/>
            <pc:sldMk cId="0" sldId="403"/>
            <ac:picMk id="1026" creationId="{00000000-0000-0000-0000-000000000000}"/>
          </ac:picMkLst>
        </pc:picChg>
      </pc:sldChg>
      <pc:sldChg chg="addSp modSp mod addAnim delAnim modAnim">
        <pc:chgData name="Andreas Vogt" userId="8f2cb726-881e-407e-b2de-45ed121033e4" providerId="ADAL" clId="{70EBE32E-D786-43DC-AA27-849F4B469A0A}" dt="2026-08-22T16:39:20.486" v="541"/>
        <pc:sldMkLst>
          <pc:docMk/>
          <pc:sldMk cId="4206696292" sldId="404"/>
        </pc:sldMkLst>
        <pc:spChg chg="add mod">
          <ac:chgData name="Andreas Vogt" userId="8f2cb726-881e-407e-b2de-45ed121033e4" providerId="ADAL" clId="{70EBE32E-D786-43DC-AA27-849F4B469A0A}" dt="2026-08-22T16:28:50.993" v="262" actId="1035"/>
          <ac:spMkLst>
            <pc:docMk/>
            <pc:sldMk cId="4206696292" sldId="404"/>
            <ac:spMk id="7" creationId="{4E90E73C-61D3-3752-6D62-084A7110929E}"/>
          </ac:spMkLst>
        </pc:spChg>
        <pc:spChg chg="add mod">
          <ac:chgData name="Andreas Vogt" userId="8f2cb726-881e-407e-b2de-45ed121033e4" providerId="ADAL" clId="{70EBE32E-D786-43DC-AA27-849F4B469A0A}" dt="2026-08-22T16:31:53.998" v="383" actId="14100"/>
          <ac:spMkLst>
            <pc:docMk/>
            <pc:sldMk cId="4206696292" sldId="404"/>
            <ac:spMk id="9" creationId="{73CEA710-BBD3-EF72-F6FD-7BADA67BB1BB}"/>
          </ac:spMkLst>
        </pc:spChg>
      </pc:sldChg>
      <pc:sldChg chg="addSp modSp mod addAnim delAnim modAnim">
        <pc:chgData name="Andreas Vogt" userId="8f2cb726-881e-407e-b2de-45ed121033e4" providerId="ADAL" clId="{70EBE32E-D786-43DC-AA27-849F4B469A0A}" dt="2026-08-22T16:40:23.086" v="547"/>
        <pc:sldMkLst>
          <pc:docMk/>
          <pc:sldMk cId="4280968643" sldId="407"/>
        </pc:sldMkLst>
        <pc:spChg chg="add mod">
          <ac:chgData name="Andreas Vogt" userId="8f2cb726-881e-407e-b2de-45ed121033e4" providerId="ADAL" clId="{70EBE32E-D786-43DC-AA27-849F4B469A0A}" dt="2026-08-22T16:29:26.024" v="287" actId="1037"/>
          <ac:spMkLst>
            <pc:docMk/>
            <pc:sldMk cId="4280968643" sldId="407"/>
            <ac:spMk id="15" creationId="{73D56F46-8420-1DA4-35CD-77E8E7ACB3FD}"/>
          </ac:spMkLst>
        </pc:spChg>
        <pc:spChg chg="add mod">
          <ac:chgData name="Andreas Vogt" userId="8f2cb726-881e-407e-b2de-45ed121033e4" providerId="ADAL" clId="{70EBE32E-D786-43DC-AA27-849F4B469A0A}" dt="2026-08-22T16:32:46.309" v="407" actId="14100"/>
          <ac:spMkLst>
            <pc:docMk/>
            <pc:sldMk cId="4280968643" sldId="407"/>
            <ac:spMk id="16" creationId="{BE13298C-DDD0-5FC6-903F-B127EBA31CDA}"/>
          </ac:spMkLst>
        </pc:spChg>
        <pc:picChg chg="mod">
          <ac:chgData name="Andreas Vogt" userId="8f2cb726-881e-407e-b2de-45ed121033e4" providerId="ADAL" clId="{70EBE32E-D786-43DC-AA27-849F4B469A0A}" dt="2026-08-22T16:32:38.320" v="406" actId="1036"/>
          <ac:picMkLst>
            <pc:docMk/>
            <pc:sldMk cId="4280968643" sldId="407"/>
            <ac:picMk id="10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6:32:50.581" v="409" actId="1035"/>
          <ac:picMkLst>
            <pc:docMk/>
            <pc:sldMk cId="4280968643" sldId="407"/>
            <ac:picMk id="11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6:32:22.654" v="393" actId="1036"/>
          <ac:picMkLst>
            <pc:docMk/>
            <pc:sldMk cId="4280968643" sldId="407"/>
            <ac:picMk id="17" creationId="{00000000-0000-0000-0000-000000000000}"/>
          </ac:picMkLst>
        </pc:picChg>
      </pc:sldChg>
      <pc:sldChg chg="addSp modSp mod addAnim delAnim modAnim">
        <pc:chgData name="Andreas Vogt" userId="8f2cb726-881e-407e-b2de-45ed121033e4" providerId="ADAL" clId="{70EBE32E-D786-43DC-AA27-849F4B469A0A}" dt="2026-08-22T16:45:08.758" v="573"/>
        <pc:sldMkLst>
          <pc:docMk/>
          <pc:sldMk cId="2030591869" sldId="409"/>
        </pc:sldMkLst>
        <pc:spChg chg="add mod">
          <ac:chgData name="Andreas Vogt" userId="8f2cb726-881e-407e-b2de-45ed121033e4" providerId="ADAL" clId="{70EBE32E-D786-43DC-AA27-849F4B469A0A}" dt="2026-08-22T16:36:09.325" v="468" actId="208"/>
          <ac:spMkLst>
            <pc:docMk/>
            <pc:sldMk cId="2030591869" sldId="409"/>
            <ac:spMk id="15" creationId="{45FC82BB-E937-8E1D-868C-253867FD2B8C}"/>
          </ac:spMkLst>
        </pc:spChg>
        <pc:picChg chg="mod">
          <ac:chgData name="Andreas Vogt" userId="8f2cb726-881e-407e-b2de-45ed121033e4" providerId="ADAL" clId="{70EBE32E-D786-43DC-AA27-849F4B469A0A}" dt="2026-08-22T16:36:00.539" v="467" actId="1037"/>
          <ac:picMkLst>
            <pc:docMk/>
            <pc:sldMk cId="2030591869" sldId="409"/>
            <ac:picMk id="5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6:36:00.539" v="467" actId="1037"/>
          <ac:picMkLst>
            <pc:docMk/>
            <pc:sldMk cId="2030591869" sldId="409"/>
            <ac:picMk id="6" creationId="{00000000-0000-0000-0000-000000000000}"/>
          </ac:picMkLst>
        </pc:picChg>
      </pc:sldChg>
      <pc:sldChg chg="addSp modSp mod addAnim delAnim modAnim">
        <pc:chgData name="Andreas Vogt" userId="8f2cb726-881e-407e-b2de-45ed121033e4" providerId="ADAL" clId="{70EBE32E-D786-43DC-AA27-849F4B469A0A}" dt="2026-09-08T04:06:58.176" v="708"/>
        <pc:sldMkLst>
          <pc:docMk/>
          <pc:sldMk cId="643467329" sldId="410"/>
        </pc:sldMkLst>
        <pc:spChg chg="mod">
          <ac:chgData name="Andreas Vogt" userId="8f2cb726-881e-407e-b2de-45ed121033e4" providerId="ADAL" clId="{70EBE32E-D786-43DC-AA27-849F4B469A0A}" dt="2026-09-08T04:06:41.215" v="705" actId="208"/>
          <ac:spMkLst>
            <pc:docMk/>
            <pc:sldMk cId="643467329" sldId="410"/>
            <ac:spMk id="64" creationId="{00000000-0000-0000-0000-000000000000}"/>
          </ac:spMkLst>
        </pc:spChg>
        <pc:spChg chg="mod">
          <ac:chgData name="Andreas Vogt" userId="8f2cb726-881e-407e-b2de-45ed121033e4" providerId="ADAL" clId="{70EBE32E-D786-43DC-AA27-849F4B469A0A}" dt="2026-09-08T04:06:41.215" v="705" actId="208"/>
          <ac:spMkLst>
            <pc:docMk/>
            <pc:sldMk cId="643467329" sldId="410"/>
            <ac:spMk id="66" creationId="{00000000-0000-0000-0000-000000000000}"/>
          </ac:spMkLst>
        </pc:spChg>
        <pc:picChg chg="add mod">
          <ac:chgData name="Andreas Vogt" userId="8f2cb726-881e-407e-b2de-45ed121033e4" providerId="ADAL" clId="{70EBE32E-D786-43DC-AA27-849F4B469A0A}" dt="2026-09-08T04:06:29.192" v="702" actId="1076"/>
          <ac:picMkLst>
            <pc:docMk/>
            <pc:sldMk cId="643467329" sldId="410"/>
            <ac:picMk id="10" creationId="{5754B443-CB1B-EB54-4C87-6D51BD7AFC91}"/>
          </ac:picMkLst>
        </pc:picChg>
        <pc:picChg chg="add mod">
          <ac:chgData name="Andreas Vogt" userId="8f2cb726-881e-407e-b2de-45ed121033e4" providerId="ADAL" clId="{70EBE32E-D786-43DC-AA27-849F4B469A0A}" dt="2026-09-08T04:06:25.717" v="701" actId="1076"/>
          <ac:picMkLst>
            <pc:docMk/>
            <pc:sldMk cId="643467329" sldId="410"/>
            <ac:picMk id="12" creationId="{DD53615E-2582-A18D-11FA-08B44AE64AD7}"/>
          </ac:picMkLst>
        </pc:picChg>
      </pc:sldChg>
      <pc:sldChg chg="addSp modSp mod modAnim">
        <pc:chgData name="Andreas Vogt" userId="8f2cb726-881e-407e-b2de-45ed121033e4" providerId="ADAL" clId="{70EBE32E-D786-43DC-AA27-849F4B469A0A}" dt="2026-09-08T04:05:51.463" v="697" actId="14100"/>
        <pc:sldMkLst>
          <pc:docMk/>
          <pc:sldMk cId="3000681005" sldId="414"/>
        </pc:sldMkLst>
        <pc:spChg chg="add mod">
          <ac:chgData name="Andreas Vogt" userId="8f2cb726-881e-407e-b2de-45ed121033e4" providerId="ADAL" clId="{70EBE32E-D786-43DC-AA27-849F4B469A0A}" dt="2026-09-07T13:32:41.172" v="649" actId="1076"/>
          <ac:spMkLst>
            <pc:docMk/>
            <pc:sldMk cId="3000681005" sldId="414"/>
            <ac:spMk id="7" creationId="{DB3C152C-60AF-40F4-F3F6-2F155C1D78E7}"/>
          </ac:spMkLst>
        </pc:spChg>
        <pc:picChg chg="mod ord">
          <ac:chgData name="Andreas Vogt" userId="8f2cb726-881e-407e-b2de-45ed121033e4" providerId="ADAL" clId="{70EBE32E-D786-43DC-AA27-849F4B469A0A}" dt="2026-09-07T13:32:50.850" v="665" actId="1038"/>
          <ac:picMkLst>
            <pc:docMk/>
            <pc:sldMk cId="3000681005" sldId="414"/>
            <ac:picMk id="11" creationId="{EE0046FB-B362-2D4C-A1C2-A3C9161BE7F8}"/>
          </ac:picMkLst>
        </pc:picChg>
        <pc:picChg chg="mod">
          <ac:chgData name="Andreas Vogt" userId="8f2cb726-881e-407e-b2de-45ed121033e4" providerId="ADAL" clId="{70EBE32E-D786-43DC-AA27-849F4B469A0A}" dt="2026-08-22T16:36:28.142" v="481" actId="1038"/>
          <ac:picMkLst>
            <pc:docMk/>
            <pc:sldMk cId="3000681005" sldId="414"/>
            <ac:picMk id="12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9-07T13:33:11.034" v="682" actId="14100"/>
          <ac:picMkLst>
            <pc:docMk/>
            <pc:sldMk cId="3000681005" sldId="414"/>
            <ac:picMk id="14" creationId="{F243A1E0-9650-2B55-C34E-B5B1AF7BDBCE}"/>
          </ac:picMkLst>
        </pc:picChg>
        <pc:picChg chg="mod">
          <ac:chgData name="Andreas Vogt" userId="8f2cb726-881e-407e-b2de-45ed121033e4" providerId="ADAL" clId="{70EBE32E-D786-43DC-AA27-849F4B469A0A}" dt="2026-08-22T16:36:25.980" v="478" actId="1038"/>
          <ac:picMkLst>
            <pc:docMk/>
            <pc:sldMk cId="3000681005" sldId="414"/>
            <ac:picMk id="15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6:36:24.047" v="474" actId="1038"/>
          <ac:picMkLst>
            <pc:docMk/>
            <pc:sldMk cId="3000681005" sldId="414"/>
            <ac:picMk id="17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9-08T04:05:51.463" v="697" actId="14100"/>
          <ac:picMkLst>
            <pc:docMk/>
            <pc:sldMk cId="3000681005" sldId="414"/>
            <ac:picMk id="18" creationId="{95A97728-90CD-6D07-20E3-E87213C1098E}"/>
          </ac:picMkLst>
        </pc:picChg>
      </pc:sldChg>
      <pc:sldChg chg="addSp delSp modSp mod addAnim delAnim modAnim">
        <pc:chgData name="Andreas Vogt" userId="8f2cb726-881e-407e-b2de-45ed121033e4" providerId="ADAL" clId="{70EBE32E-D786-43DC-AA27-849F4B469A0A}" dt="2026-08-22T16:44:36.056" v="570"/>
        <pc:sldMkLst>
          <pc:docMk/>
          <pc:sldMk cId="2847724093" sldId="415"/>
        </pc:sldMkLst>
        <pc:spChg chg="add mod">
          <ac:chgData name="Andreas Vogt" userId="8f2cb726-881e-407e-b2de-45ed121033e4" providerId="ADAL" clId="{70EBE32E-D786-43DC-AA27-849F4B469A0A}" dt="2026-08-22T16:30:05.452" v="327" actId="1076"/>
          <ac:spMkLst>
            <pc:docMk/>
            <pc:sldMk cId="2847724093" sldId="415"/>
            <ac:spMk id="6" creationId="{F96D97F6-6B1B-FDCF-EB32-9223C5AF9CA0}"/>
          </ac:spMkLst>
        </pc:spChg>
        <pc:spChg chg="mod">
          <ac:chgData name="Andreas Vogt" userId="8f2cb726-881e-407e-b2de-45ed121033e4" providerId="ADAL" clId="{70EBE32E-D786-43DC-AA27-849F4B469A0A}" dt="2026-08-22T16:35:31.751" v="457" actId="208"/>
          <ac:spMkLst>
            <pc:docMk/>
            <pc:sldMk cId="2847724093" sldId="415"/>
            <ac:spMk id="7" creationId="{00000000-0000-0000-0000-000000000000}"/>
          </ac:spMkLst>
        </pc:spChg>
        <pc:spChg chg="add mod">
          <ac:chgData name="Andreas Vogt" userId="8f2cb726-881e-407e-b2de-45ed121033e4" providerId="ADAL" clId="{70EBE32E-D786-43DC-AA27-849F4B469A0A}" dt="2026-08-22T16:30:23.522" v="349" actId="1036"/>
          <ac:spMkLst>
            <pc:docMk/>
            <pc:sldMk cId="2847724093" sldId="415"/>
            <ac:spMk id="11" creationId="{48EA3239-860C-34E7-1FBD-96659CA0808D}"/>
          </ac:spMkLst>
        </pc:spChg>
        <pc:spChg chg="add mod">
          <ac:chgData name="Andreas Vogt" userId="8f2cb726-881e-407e-b2de-45ed121033e4" providerId="ADAL" clId="{70EBE32E-D786-43DC-AA27-849F4B469A0A}" dt="2026-08-22T16:33:50.179" v="439" actId="14100"/>
          <ac:spMkLst>
            <pc:docMk/>
            <pc:sldMk cId="2847724093" sldId="415"/>
            <ac:spMk id="12" creationId="{D2A7830E-E455-C841-85F0-DEE7C38B355B}"/>
          </ac:spMkLst>
        </pc:spChg>
        <pc:spChg chg="add mod">
          <ac:chgData name="Andreas Vogt" userId="8f2cb726-881e-407e-b2de-45ed121033e4" providerId="ADAL" clId="{70EBE32E-D786-43DC-AA27-849F4B469A0A}" dt="2026-08-22T16:34:05.408" v="443" actId="14100"/>
          <ac:spMkLst>
            <pc:docMk/>
            <pc:sldMk cId="2847724093" sldId="415"/>
            <ac:spMk id="14" creationId="{08CDFD27-4998-D4B8-B805-152A48F94EC3}"/>
          </ac:spMkLst>
        </pc:spChg>
        <pc:spChg chg="add mod">
          <ac:chgData name="Andreas Vogt" userId="8f2cb726-881e-407e-b2de-45ed121033e4" providerId="ADAL" clId="{70EBE32E-D786-43DC-AA27-849F4B469A0A}" dt="2026-08-22T16:35:31.751" v="457" actId="208"/>
          <ac:spMkLst>
            <pc:docMk/>
            <pc:sldMk cId="2847724093" sldId="415"/>
            <ac:spMk id="21" creationId="{2E6991A1-5ED9-6A8F-8D03-F796A88B9B12}"/>
          </ac:spMkLst>
        </pc:spChg>
        <pc:spChg chg="mod">
          <ac:chgData name="Andreas Vogt" userId="8f2cb726-881e-407e-b2de-45ed121033e4" providerId="ADAL" clId="{70EBE32E-D786-43DC-AA27-849F4B469A0A}" dt="2026-08-22T16:35:31.751" v="457" actId="208"/>
          <ac:spMkLst>
            <pc:docMk/>
            <pc:sldMk cId="2847724093" sldId="415"/>
            <ac:spMk id="23" creationId="{00000000-0000-0000-0000-000000000000}"/>
          </ac:spMkLst>
        </pc:spChg>
        <pc:picChg chg="mod">
          <ac:chgData name="Andreas Vogt" userId="8f2cb726-881e-407e-b2de-45ed121033e4" providerId="ADAL" clId="{70EBE32E-D786-43DC-AA27-849F4B469A0A}" dt="2026-08-17T12:16:20.399" v="168" actId="1036"/>
          <ac:picMkLst>
            <pc:docMk/>
            <pc:sldMk cId="2847724093" sldId="415"/>
            <ac:picMk id="3" creationId="{00000000-0000-0000-0000-000000000000}"/>
          </ac:picMkLst>
        </pc:picChg>
        <pc:picChg chg="mod ord">
          <ac:chgData name="Andreas Vogt" userId="8f2cb726-881e-407e-b2de-45ed121033e4" providerId="ADAL" clId="{70EBE32E-D786-43DC-AA27-849F4B469A0A}" dt="2026-08-17T12:16:20.399" v="168" actId="1036"/>
          <ac:picMkLst>
            <pc:docMk/>
            <pc:sldMk cId="2847724093" sldId="415"/>
            <ac:picMk id="9" creationId="{61F569BE-ED86-66C5-5545-2D6CD953B225}"/>
          </ac:picMkLst>
        </pc:picChg>
        <pc:picChg chg="add mod">
          <ac:chgData name="Andreas Vogt" userId="8f2cb726-881e-407e-b2de-45ed121033e4" providerId="ADAL" clId="{70EBE32E-D786-43DC-AA27-849F4B469A0A}" dt="2026-08-22T16:34:22.781" v="447" actId="554"/>
          <ac:picMkLst>
            <pc:docMk/>
            <pc:sldMk cId="2847724093" sldId="415"/>
            <ac:picMk id="17" creationId="{D1E8D7FE-68AB-B40C-8B83-5BD3F07351BA}"/>
          </ac:picMkLst>
        </pc:picChg>
        <pc:picChg chg="mod ord">
          <ac:chgData name="Andreas Vogt" userId="8f2cb726-881e-407e-b2de-45ed121033e4" providerId="ADAL" clId="{70EBE32E-D786-43DC-AA27-849F4B469A0A}" dt="2026-08-22T16:34:58.895" v="455" actId="554"/>
          <ac:picMkLst>
            <pc:docMk/>
            <pc:sldMk cId="2847724093" sldId="415"/>
            <ac:picMk id="18" creationId="{6785FA46-03A8-DBB6-ED10-880CA88FBD3B}"/>
          </ac:picMkLst>
        </pc:picChg>
        <pc:picChg chg="add mod">
          <ac:chgData name="Andreas Vogt" userId="8f2cb726-881e-407e-b2de-45ed121033e4" providerId="ADAL" clId="{70EBE32E-D786-43DC-AA27-849F4B469A0A}" dt="2026-08-22T16:34:44.105" v="451" actId="554"/>
          <ac:picMkLst>
            <pc:docMk/>
            <pc:sldMk cId="2847724093" sldId="415"/>
            <ac:picMk id="22" creationId="{1CE22187-1CAF-0B5D-D170-5BC29C99C21D}"/>
          </ac:picMkLst>
        </pc:picChg>
        <pc:picChg chg="add mod">
          <ac:chgData name="Andreas Vogt" userId="8f2cb726-881e-407e-b2de-45ed121033e4" providerId="ADAL" clId="{70EBE32E-D786-43DC-AA27-849F4B469A0A}" dt="2026-08-22T16:34:58.895" v="455" actId="554"/>
          <ac:picMkLst>
            <pc:docMk/>
            <pc:sldMk cId="2847724093" sldId="415"/>
            <ac:picMk id="27" creationId="{312BB2DD-EEC1-68BA-12C5-0D97A31D07A0}"/>
          </ac:picMkLst>
        </pc:picChg>
        <pc:picChg chg="mod">
          <ac:chgData name="Andreas Vogt" userId="8f2cb726-881e-407e-b2de-45ed121033e4" providerId="ADAL" clId="{70EBE32E-D786-43DC-AA27-849F4B469A0A}" dt="2026-08-22T16:34:22.781" v="447" actId="554"/>
          <ac:picMkLst>
            <pc:docMk/>
            <pc:sldMk cId="2847724093" sldId="415"/>
            <ac:picMk id="43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6:34:44.105" v="451" actId="554"/>
          <ac:picMkLst>
            <pc:docMk/>
            <pc:sldMk cId="2847724093" sldId="415"/>
            <ac:picMk id="45" creationId="{00000000-0000-0000-0000-000000000000}"/>
          </ac:picMkLst>
        </pc:picChg>
      </pc:sldChg>
      <pc:sldChg chg="addSp delSp modSp mod addAnim delAnim modAnim">
        <pc:chgData name="Andreas Vogt" userId="8f2cb726-881e-407e-b2de-45ed121033e4" providerId="ADAL" clId="{70EBE32E-D786-43DC-AA27-849F4B469A0A}" dt="2026-08-22T16:38:45.810" v="537" actId="962"/>
        <pc:sldMkLst>
          <pc:docMk/>
          <pc:sldMk cId="3167755442" sldId="422"/>
        </pc:sldMkLst>
        <pc:spChg chg="add mod">
          <ac:chgData name="Andreas Vogt" userId="8f2cb726-881e-407e-b2de-45ed121033e4" providerId="ADAL" clId="{70EBE32E-D786-43DC-AA27-849F4B469A0A}" dt="2026-08-22T16:31:43.094" v="380" actId="14100"/>
          <ac:spMkLst>
            <pc:docMk/>
            <pc:sldMk cId="3167755442" sldId="422"/>
            <ac:spMk id="2" creationId="{1291C35D-DC41-6D40-66C2-E6CB3A6A6346}"/>
          </ac:spMkLst>
        </pc:spChg>
        <pc:spChg chg="mod">
          <ac:chgData name="Andreas Vogt" userId="8f2cb726-881e-407e-b2de-45ed121033e4" providerId="ADAL" clId="{70EBE32E-D786-43DC-AA27-849F4B469A0A}" dt="2026-08-17T12:12:19.011" v="136" actId="1036"/>
          <ac:spMkLst>
            <pc:docMk/>
            <pc:sldMk cId="3167755442" sldId="422"/>
            <ac:spMk id="10" creationId="{00000000-0000-0000-0000-000000000000}"/>
          </ac:spMkLst>
        </pc:spChg>
        <pc:spChg chg="mod">
          <ac:chgData name="Andreas Vogt" userId="8f2cb726-881e-407e-b2de-45ed121033e4" providerId="ADAL" clId="{70EBE32E-D786-43DC-AA27-849F4B469A0A}" dt="2026-08-17T12:12:19.011" v="136" actId="1036"/>
          <ac:spMkLst>
            <pc:docMk/>
            <pc:sldMk cId="3167755442" sldId="422"/>
            <ac:spMk id="25" creationId="{00000000-0000-0000-0000-000000000000}"/>
          </ac:spMkLst>
        </pc:spChg>
        <pc:picChg chg="mod ord">
          <ac:chgData name="Andreas Vogt" userId="8f2cb726-881e-407e-b2de-45ed121033e4" providerId="ADAL" clId="{70EBE32E-D786-43DC-AA27-849F4B469A0A}" dt="2026-08-22T16:38:45.810" v="537" actId="962"/>
          <ac:picMkLst>
            <pc:docMk/>
            <pc:sldMk cId="3167755442" sldId="422"/>
            <ac:picMk id="5" creationId="{CF5AFD25-04EC-064C-319A-710DFFFF0B45}"/>
          </ac:picMkLst>
        </pc:picChg>
        <pc:picChg chg="mod">
          <ac:chgData name="Andreas Vogt" userId="8f2cb726-881e-407e-b2de-45ed121033e4" providerId="ADAL" clId="{70EBE32E-D786-43DC-AA27-849F4B469A0A}" dt="2026-08-17T12:12:19.011" v="136" actId="1036"/>
          <ac:picMkLst>
            <pc:docMk/>
            <pc:sldMk cId="3167755442" sldId="422"/>
            <ac:picMk id="8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7T12:12:19.011" v="136" actId="1036"/>
          <ac:picMkLst>
            <pc:docMk/>
            <pc:sldMk cId="3167755442" sldId="422"/>
            <ac:picMk id="17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7T12:12:19.011" v="136" actId="1036"/>
          <ac:picMkLst>
            <pc:docMk/>
            <pc:sldMk cId="3167755442" sldId="422"/>
            <ac:picMk id="23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7T12:12:19.011" v="136" actId="1036"/>
          <ac:picMkLst>
            <pc:docMk/>
            <pc:sldMk cId="3167755442" sldId="422"/>
            <ac:picMk id="24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17T12:12:19.011" v="136" actId="1036"/>
          <ac:picMkLst>
            <pc:docMk/>
            <pc:sldMk cId="3167755442" sldId="422"/>
            <ac:picMk id="27" creationId="{00000000-0000-0000-0000-000000000000}"/>
          </ac:picMkLst>
        </pc:picChg>
        <pc:cxnChg chg="mod">
          <ac:chgData name="Andreas Vogt" userId="8f2cb726-881e-407e-b2de-45ed121033e4" providerId="ADAL" clId="{70EBE32E-D786-43DC-AA27-849F4B469A0A}" dt="2026-08-17T12:12:19.011" v="136" actId="1036"/>
          <ac:cxnSpMkLst>
            <pc:docMk/>
            <pc:sldMk cId="3167755442" sldId="422"/>
            <ac:cxnSpMk id="19" creationId="{00000000-0000-0000-0000-000000000000}"/>
          </ac:cxnSpMkLst>
        </pc:cxnChg>
        <pc:cxnChg chg="mod">
          <ac:chgData name="Andreas Vogt" userId="8f2cb726-881e-407e-b2de-45ed121033e4" providerId="ADAL" clId="{70EBE32E-D786-43DC-AA27-849F4B469A0A}" dt="2026-08-17T12:12:19.011" v="136" actId="1036"/>
          <ac:cxnSpMkLst>
            <pc:docMk/>
            <pc:sldMk cId="3167755442" sldId="422"/>
            <ac:cxnSpMk id="22" creationId="{00000000-0000-0000-0000-000000000000}"/>
          </ac:cxnSpMkLst>
        </pc:cxnChg>
      </pc:sldChg>
      <pc:sldChg chg="addSp modSp mod addAnim delAnim modAnim">
        <pc:chgData name="Andreas Vogt" userId="8f2cb726-881e-407e-b2de-45ed121033e4" providerId="ADAL" clId="{70EBE32E-D786-43DC-AA27-849F4B469A0A}" dt="2026-08-22T16:39:51.637" v="545"/>
        <pc:sldMkLst>
          <pc:docMk/>
          <pc:sldMk cId="1075035545" sldId="423"/>
        </pc:sldMkLst>
        <pc:spChg chg="add">
          <ac:chgData name="Andreas Vogt" userId="8f2cb726-881e-407e-b2de-45ed121033e4" providerId="ADAL" clId="{70EBE32E-D786-43DC-AA27-849F4B469A0A}" dt="2026-08-22T16:28:53.106" v="263" actId="22"/>
          <ac:spMkLst>
            <pc:docMk/>
            <pc:sldMk cId="1075035545" sldId="423"/>
            <ac:spMk id="6" creationId="{CE17053F-09D4-108F-106B-1E60E3AD011B}"/>
          </ac:spMkLst>
        </pc:spChg>
        <pc:spChg chg="add mod">
          <ac:chgData name="Andreas Vogt" userId="8f2cb726-881e-407e-b2de-45ed121033e4" providerId="ADAL" clId="{70EBE32E-D786-43DC-AA27-849F4B469A0A}" dt="2026-08-22T16:31:58.857" v="386" actId="1038"/>
          <ac:spMkLst>
            <pc:docMk/>
            <pc:sldMk cId="1075035545" sldId="423"/>
            <ac:spMk id="7" creationId="{1DA46605-A8DF-BAAB-393F-689CD883D275}"/>
          </ac:spMkLst>
        </pc:spChg>
      </pc:sldChg>
      <pc:sldChg chg="addSp mod">
        <pc:chgData name="Andreas Vogt" userId="8f2cb726-881e-407e-b2de-45ed121033e4" providerId="ADAL" clId="{70EBE32E-D786-43DC-AA27-849F4B469A0A}" dt="2026-08-22T16:28:55.008" v="264" actId="22"/>
        <pc:sldMkLst>
          <pc:docMk/>
          <pc:sldMk cId="4215906139" sldId="424"/>
        </pc:sldMkLst>
        <pc:spChg chg="add">
          <ac:chgData name="Andreas Vogt" userId="8f2cb726-881e-407e-b2de-45ed121033e4" providerId="ADAL" clId="{70EBE32E-D786-43DC-AA27-849F4B469A0A}" dt="2026-08-22T16:28:55.008" v="264" actId="22"/>
          <ac:spMkLst>
            <pc:docMk/>
            <pc:sldMk cId="4215906139" sldId="424"/>
            <ac:spMk id="10" creationId="{37362464-EBA9-A439-316E-ABF809F3D2C0}"/>
          </ac:spMkLst>
        </pc:spChg>
      </pc:sldChg>
      <pc:sldChg chg="addSp modSp mod addAnim delAnim modAnim">
        <pc:chgData name="Andreas Vogt" userId="8f2cb726-881e-407e-b2de-45ed121033e4" providerId="ADAL" clId="{70EBE32E-D786-43DC-AA27-849F4B469A0A}" dt="2026-08-22T16:40:39.134" v="549"/>
        <pc:sldMkLst>
          <pc:docMk/>
          <pc:sldMk cId="1675634556" sldId="425"/>
        </pc:sldMkLst>
        <pc:spChg chg="add mod">
          <ac:chgData name="Andreas Vogt" userId="8f2cb726-881e-407e-b2de-45ed121033e4" providerId="ADAL" clId="{70EBE32E-D786-43DC-AA27-849F4B469A0A}" dt="2026-08-22T16:29:46.871" v="319" actId="1036"/>
          <ac:spMkLst>
            <pc:docMk/>
            <pc:sldMk cId="1675634556" sldId="425"/>
            <ac:spMk id="3" creationId="{E5347176-6CED-0365-AF6D-1A55C2D1F465}"/>
          </ac:spMkLst>
        </pc:spChg>
        <pc:spChg chg="add mod">
          <ac:chgData name="Andreas Vogt" userId="8f2cb726-881e-407e-b2de-45ed121033e4" providerId="ADAL" clId="{70EBE32E-D786-43DC-AA27-849F4B469A0A}" dt="2026-08-22T16:33:00.063" v="412" actId="14100"/>
          <ac:spMkLst>
            <pc:docMk/>
            <pc:sldMk cId="1675634556" sldId="425"/>
            <ac:spMk id="4" creationId="{081AA361-2C8A-99BB-4594-062D04581A5B}"/>
          </ac:spMkLst>
        </pc:spChg>
        <pc:picChg chg="mod">
          <ac:chgData name="Andreas Vogt" userId="8f2cb726-881e-407e-b2de-45ed121033e4" providerId="ADAL" clId="{70EBE32E-D786-43DC-AA27-849F4B469A0A}" dt="2026-08-22T16:33:03.338" v="414" actId="1038"/>
          <ac:picMkLst>
            <pc:docMk/>
            <pc:sldMk cId="1675634556" sldId="425"/>
            <ac:picMk id="20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6:33:32.472" v="431" actId="1037"/>
          <ac:picMkLst>
            <pc:docMk/>
            <pc:sldMk cId="1675634556" sldId="425"/>
            <ac:picMk id="23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6:33:20.690" v="427" actId="14100"/>
          <ac:picMkLst>
            <pc:docMk/>
            <pc:sldMk cId="1675634556" sldId="425"/>
            <ac:picMk id="26" creationId="{00000000-0000-0000-0000-000000000000}"/>
          </ac:picMkLst>
        </pc:picChg>
        <pc:picChg chg="mod">
          <ac:chgData name="Andreas Vogt" userId="8f2cb726-881e-407e-b2de-45ed121033e4" providerId="ADAL" clId="{70EBE32E-D786-43DC-AA27-849F4B469A0A}" dt="2026-08-22T16:33:11.778" v="421" actId="1076"/>
          <ac:picMkLst>
            <pc:docMk/>
            <pc:sldMk cId="1675634556" sldId="425"/>
            <ac:picMk id="2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Textmasterformate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282AB56-C17C-470D-9097-07F2A0CA55F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241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1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34FE2-C0F7-4D0B-9B23-A8220BE3A02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3746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BED9E7-F95B-4AC0-BBE3-1B7999C42C6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4771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0A6E06-C094-436D-9308-840DD1A3465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5907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90DC96-1CEC-494B-8A72-2EB362E29DA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976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7687E5-3E33-4603-B320-9A1D9FF0DA8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3043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"/>
          <p:cNvSpPr txBox="1">
            <a:spLocks noChangeArrowheads="1"/>
          </p:cNvSpPr>
          <p:nvPr userDrawn="1"/>
        </p:nvSpPr>
        <p:spPr bwMode="auto">
          <a:xfrm>
            <a:off x="8596698" y="6592170"/>
            <a:ext cx="54854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sz="1000" dirty="0"/>
              <a:t>3.</a:t>
            </a:r>
            <a:fld id="{BE08BF3F-C4D2-4DAC-B8A3-1C3D9AE816B5}" type="slidenum">
              <a:rPr lang="en-US" sz="1000" smtClean="0"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27190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F4287-8105-4391-9CB9-8A63F77FEB0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9247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CH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41F505-3D96-44C8-BD0F-717611F20BF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9033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4D429-1A61-4D5A-9C8A-49B10F93EF9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713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04444A-6CD6-4C43-8C9E-BC148899277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535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"/>
          <p:cNvSpPr>
            <a:spLocks noChangeShapeType="1"/>
          </p:cNvSpPr>
          <p:nvPr/>
        </p:nvSpPr>
        <p:spPr bwMode="auto">
          <a:xfrm>
            <a:off x="0" y="6553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  <p:sp>
        <p:nvSpPr>
          <p:cNvPr id="1027" name="Text Box 8"/>
          <p:cNvSpPr txBox="1">
            <a:spLocks noChangeArrowheads="1"/>
          </p:cNvSpPr>
          <p:nvPr/>
        </p:nvSpPr>
        <p:spPr bwMode="auto">
          <a:xfrm>
            <a:off x="4362641" y="6613525"/>
            <a:ext cx="4203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sz="1000" dirty="0" err="1"/>
              <a:t>mgli</a:t>
            </a:r>
            <a:endParaRPr lang="en-US" sz="1000" dirty="0"/>
          </a:p>
        </p:txBody>
      </p:sp>
      <p:sp>
        <p:nvSpPr>
          <p:cNvPr id="1028" name="Text Box 9"/>
          <p:cNvSpPr txBox="1">
            <a:spLocks noChangeArrowheads="1"/>
          </p:cNvSpPr>
          <p:nvPr/>
        </p:nvSpPr>
        <p:spPr bwMode="auto">
          <a:xfrm>
            <a:off x="33338" y="6613525"/>
            <a:ext cx="1467069" cy="244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sz="1000" dirty="0"/>
              <a:t>Prof. Dr. Andreas Vogt</a:t>
            </a:r>
          </a:p>
        </p:txBody>
      </p:sp>
      <p:sp>
        <p:nvSpPr>
          <p:cNvPr id="2049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75425"/>
            <a:ext cx="21336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A70F8C9F-584B-4311-802F-0E6D167AC34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030" name="Line 12"/>
          <p:cNvSpPr>
            <a:spLocks noChangeShapeType="1"/>
          </p:cNvSpPr>
          <p:nvPr/>
        </p:nvSpPr>
        <p:spPr bwMode="auto">
          <a:xfrm>
            <a:off x="4763" y="757238"/>
            <a:ext cx="914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de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7.xml"/><Relationship Id="rId18" Type="http://schemas.openxmlformats.org/officeDocument/2006/relationships/image" Target="../media/image5.png"/><Relationship Id="rId26" Type="http://schemas.openxmlformats.org/officeDocument/2006/relationships/image" Target="../media/image13.png"/><Relationship Id="rId3" Type="http://schemas.openxmlformats.org/officeDocument/2006/relationships/tags" Target="../tags/tag7.xml"/><Relationship Id="rId21" Type="http://schemas.openxmlformats.org/officeDocument/2006/relationships/image" Target="../media/image8.png"/><Relationship Id="rId34" Type="http://schemas.openxmlformats.org/officeDocument/2006/relationships/image" Target="../media/image21.png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slideLayout" Target="../slideLayouts/slideLayout7.xml"/><Relationship Id="rId25" Type="http://schemas.openxmlformats.org/officeDocument/2006/relationships/image" Target="../media/image12.png"/><Relationship Id="rId33" Type="http://schemas.openxmlformats.org/officeDocument/2006/relationships/image" Target="../media/image20.png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image" Target="../media/image7.png"/><Relationship Id="rId29" Type="http://schemas.openxmlformats.org/officeDocument/2006/relationships/image" Target="../media/image16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image" Target="../media/image11.png"/><Relationship Id="rId32" Type="http://schemas.openxmlformats.org/officeDocument/2006/relationships/image" Target="../media/image19.png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image" Target="../media/image10.png"/><Relationship Id="rId28" Type="http://schemas.openxmlformats.org/officeDocument/2006/relationships/image" Target="../media/image15.png"/><Relationship Id="rId10" Type="http://schemas.openxmlformats.org/officeDocument/2006/relationships/tags" Target="../tags/tag14.xml"/><Relationship Id="rId19" Type="http://schemas.openxmlformats.org/officeDocument/2006/relationships/image" Target="../media/image6.png"/><Relationship Id="rId31" Type="http://schemas.openxmlformats.org/officeDocument/2006/relationships/image" Target="../media/image18.png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image" Target="../media/image9.png"/><Relationship Id="rId27" Type="http://schemas.openxmlformats.org/officeDocument/2006/relationships/image" Target="../media/image14.png"/><Relationship Id="rId30" Type="http://schemas.openxmlformats.org/officeDocument/2006/relationships/image" Target="../media/image17.png"/><Relationship Id="rId8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image" Target="../media/image23.png"/><Relationship Id="rId18" Type="http://schemas.openxmlformats.org/officeDocument/2006/relationships/image" Target="../media/image27.png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22.png"/><Relationship Id="rId17" Type="http://schemas.openxmlformats.org/officeDocument/2006/relationships/image" Target="../media/image26.png"/><Relationship Id="rId2" Type="http://schemas.openxmlformats.org/officeDocument/2006/relationships/tags" Target="../tags/tag22.xml"/><Relationship Id="rId16" Type="http://schemas.openxmlformats.org/officeDocument/2006/relationships/image" Target="../media/image10.png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25.xml"/><Relationship Id="rId15" Type="http://schemas.openxmlformats.org/officeDocument/2006/relationships/image" Target="../media/image25.png"/><Relationship Id="rId10" Type="http://schemas.openxmlformats.org/officeDocument/2006/relationships/tags" Target="../tags/tag30.xml"/><Relationship Id="rId19" Type="http://schemas.openxmlformats.org/officeDocument/2006/relationships/image" Target="../media/image28.png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image" Target="../media/image31.png"/><Relationship Id="rId26" Type="http://schemas.openxmlformats.org/officeDocument/2006/relationships/image" Target="../media/image38.png"/><Relationship Id="rId3" Type="http://schemas.openxmlformats.org/officeDocument/2006/relationships/tags" Target="../tags/tag33.xml"/><Relationship Id="rId21" Type="http://schemas.openxmlformats.org/officeDocument/2006/relationships/image" Target="../media/image34.png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image" Target="../media/image30.png"/><Relationship Id="rId25" Type="http://schemas.openxmlformats.org/officeDocument/2006/relationships/image" Target="../media/image37.png"/><Relationship Id="rId2" Type="http://schemas.openxmlformats.org/officeDocument/2006/relationships/tags" Target="../tags/tag32.xml"/><Relationship Id="rId16" Type="http://schemas.openxmlformats.org/officeDocument/2006/relationships/image" Target="../media/image5.png"/><Relationship Id="rId20" Type="http://schemas.openxmlformats.org/officeDocument/2006/relationships/image" Target="../media/image33.png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24" Type="http://schemas.openxmlformats.org/officeDocument/2006/relationships/image" Target="../media/image36.png"/><Relationship Id="rId5" Type="http://schemas.openxmlformats.org/officeDocument/2006/relationships/tags" Target="../tags/tag35.xml"/><Relationship Id="rId15" Type="http://schemas.openxmlformats.org/officeDocument/2006/relationships/image" Target="../media/image29.png"/><Relationship Id="rId23" Type="http://schemas.openxmlformats.org/officeDocument/2006/relationships/image" Target="../media/image35.png"/><Relationship Id="rId10" Type="http://schemas.openxmlformats.org/officeDocument/2006/relationships/tags" Target="../tags/tag40.xml"/><Relationship Id="rId19" Type="http://schemas.openxmlformats.org/officeDocument/2006/relationships/image" Target="../media/image32.png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slideLayout" Target="../slideLayouts/slideLayout7.xml"/><Relationship Id="rId22" Type="http://schemas.openxmlformats.org/officeDocument/2006/relationships/image" Target="../media/image10.png"/><Relationship Id="rId27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tags" Target="../tags/tag56.xml"/><Relationship Id="rId18" Type="http://schemas.openxmlformats.org/officeDocument/2006/relationships/image" Target="../media/image31.png"/><Relationship Id="rId26" Type="http://schemas.openxmlformats.org/officeDocument/2006/relationships/image" Target="../media/image42.png"/><Relationship Id="rId3" Type="http://schemas.openxmlformats.org/officeDocument/2006/relationships/tags" Target="../tags/tag46.xml"/><Relationship Id="rId21" Type="http://schemas.openxmlformats.org/officeDocument/2006/relationships/image" Target="../media/image34.png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17" Type="http://schemas.openxmlformats.org/officeDocument/2006/relationships/image" Target="../media/image30.png"/><Relationship Id="rId25" Type="http://schemas.openxmlformats.org/officeDocument/2006/relationships/image" Target="../media/image41.png"/><Relationship Id="rId2" Type="http://schemas.openxmlformats.org/officeDocument/2006/relationships/tags" Target="../tags/tag45.xml"/><Relationship Id="rId16" Type="http://schemas.openxmlformats.org/officeDocument/2006/relationships/image" Target="../media/image5.png"/><Relationship Id="rId20" Type="http://schemas.openxmlformats.org/officeDocument/2006/relationships/image" Target="../media/image33.png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24" Type="http://schemas.openxmlformats.org/officeDocument/2006/relationships/image" Target="../media/image40.png"/><Relationship Id="rId5" Type="http://schemas.openxmlformats.org/officeDocument/2006/relationships/tags" Target="../tags/tag48.xml"/><Relationship Id="rId15" Type="http://schemas.openxmlformats.org/officeDocument/2006/relationships/image" Target="../media/image29.png"/><Relationship Id="rId23" Type="http://schemas.openxmlformats.org/officeDocument/2006/relationships/image" Target="../media/image27.png"/><Relationship Id="rId10" Type="http://schemas.openxmlformats.org/officeDocument/2006/relationships/tags" Target="../tags/tag53.xml"/><Relationship Id="rId19" Type="http://schemas.openxmlformats.org/officeDocument/2006/relationships/image" Target="../media/image32.png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slideLayout" Target="../slideLayouts/slideLayout7.xml"/><Relationship Id="rId22" Type="http://schemas.openxmlformats.org/officeDocument/2006/relationships/image" Target="../media/image10.png"/><Relationship Id="rId27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tags" Target="../tags/tag69.xml"/><Relationship Id="rId18" Type="http://schemas.openxmlformats.org/officeDocument/2006/relationships/image" Target="../media/image5.png"/><Relationship Id="rId26" Type="http://schemas.openxmlformats.org/officeDocument/2006/relationships/image" Target="../media/image46.png"/><Relationship Id="rId3" Type="http://schemas.openxmlformats.org/officeDocument/2006/relationships/tags" Target="../tags/tag59.xml"/><Relationship Id="rId21" Type="http://schemas.openxmlformats.org/officeDocument/2006/relationships/image" Target="../media/image32.png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image" Target="../media/image29.png"/><Relationship Id="rId25" Type="http://schemas.openxmlformats.org/officeDocument/2006/relationships/image" Target="../media/image45.png"/><Relationship Id="rId2" Type="http://schemas.openxmlformats.org/officeDocument/2006/relationships/tags" Target="../tags/tag58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31.png"/><Relationship Id="rId29" Type="http://schemas.openxmlformats.org/officeDocument/2006/relationships/image" Target="../media/image49.png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24" Type="http://schemas.openxmlformats.org/officeDocument/2006/relationships/image" Target="../media/image44.png"/><Relationship Id="rId5" Type="http://schemas.openxmlformats.org/officeDocument/2006/relationships/tags" Target="../tags/tag61.xml"/><Relationship Id="rId15" Type="http://schemas.openxmlformats.org/officeDocument/2006/relationships/tags" Target="../tags/tag71.xml"/><Relationship Id="rId23" Type="http://schemas.openxmlformats.org/officeDocument/2006/relationships/image" Target="../media/image34.png"/><Relationship Id="rId28" Type="http://schemas.openxmlformats.org/officeDocument/2006/relationships/image" Target="../media/image48.png"/><Relationship Id="rId10" Type="http://schemas.openxmlformats.org/officeDocument/2006/relationships/tags" Target="../tags/tag66.xml"/><Relationship Id="rId19" Type="http://schemas.openxmlformats.org/officeDocument/2006/relationships/image" Target="../media/image30.png"/><Relationship Id="rId31" Type="http://schemas.openxmlformats.org/officeDocument/2006/relationships/image" Target="../media/image51.png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tags" Target="../tags/tag70.xml"/><Relationship Id="rId22" Type="http://schemas.openxmlformats.org/officeDocument/2006/relationships/image" Target="../media/image33.png"/><Relationship Id="rId27" Type="http://schemas.openxmlformats.org/officeDocument/2006/relationships/image" Target="../media/image47.png"/><Relationship Id="rId30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tags" Target="../tags/tag84.xml"/><Relationship Id="rId18" Type="http://schemas.openxmlformats.org/officeDocument/2006/relationships/image" Target="../media/image5.png"/><Relationship Id="rId26" Type="http://schemas.openxmlformats.org/officeDocument/2006/relationships/image" Target="../media/image60.png"/><Relationship Id="rId3" Type="http://schemas.openxmlformats.org/officeDocument/2006/relationships/tags" Target="../tags/tag74.xml"/><Relationship Id="rId21" Type="http://schemas.openxmlformats.org/officeDocument/2006/relationships/image" Target="../media/image55.png"/><Relationship Id="rId7" Type="http://schemas.openxmlformats.org/officeDocument/2006/relationships/tags" Target="../tags/tag78.xml"/><Relationship Id="rId12" Type="http://schemas.openxmlformats.org/officeDocument/2006/relationships/tags" Target="../tags/tag83.xml"/><Relationship Id="rId17" Type="http://schemas.openxmlformats.org/officeDocument/2006/relationships/image" Target="../media/image52.png"/><Relationship Id="rId25" Type="http://schemas.openxmlformats.org/officeDocument/2006/relationships/image" Target="../media/image59.png"/><Relationship Id="rId2" Type="http://schemas.openxmlformats.org/officeDocument/2006/relationships/tags" Target="../tags/tag73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tags" Target="../tags/tag82.xml"/><Relationship Id="rId24" Type="http://schemas.openxmlformats.org/officeDocument/2006/relationships/image" Target="../media/image58.png"/><Relationship Id="rId5" Type="http://schemas.openxmlformats.org/officeDocument/2006/relationships/tags" Target="../tags/tag76.xml"/><Relationship Id="rId15" Type="http://schemas.openxmlformats.org/officeDocument/2006/relationships/tags" Target="../tags/tag86.xml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10" Type="http://schemas.openxmlformats.org/officeDocument/2006/relationships/tags" Target="../tags/tag81.xml"/><Relationship Id="rId19" Type="http://schemas.openxmlformats.org/officeDocument/2006/relationships/image" Target="../media/image53.png"/><Relationship Id="rId31" Type="http://schemas.openxmlformats.org/officeDocument/2006/relationships/image" Target="../media/image65.png"/><Relationship Id="rId4" Type="http://schemas.openxmlformats.org/officeDocument/2006/relationships/tags" Target="../tags/tag75.xml"/><Relationship Id="rId9" Type="http://schemas.openxmlformats.org/officeDocument/2006/relationships/tags" Target="../tags/tag80.xml"/><Relationship Id="rId14" Type="http://schemas.openxmlformats.org/officeDocument/2006/relationships/tags" Target="../tags/tag85.xml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image" Target="../media/image66.png"/><Relationship Id="rId18" Type="http://schemas.openxmlformats.org/officeDocument/2006/relationships/image" Target="../media/image69.png"/><Relationship Id="rId3" Type="http://schemas.openxmlformats.org/officeDocument/2006/relationships/tags" Target="../tags/tag89.xml"/><Relationship Id="rId21" Type="http://schemas.openxmlformats.org/officeDocument/2006/relationships/image" Target="../media/image71.png"/><Relationship Id="rId7" Type="http://schemas.openxmlformats.org/officeDocument/2006/relationships/tags" Target="../tags/tag93.xml"/><Relationship Id="rId12" Type="http://schemas.openxmlformats.org/officeDocument/2006/relationships/slideLayout" Target="../slideLayouts/slideLayout7.xml"/><Relationship Id="rId17" Type="http://schemas.openxmlformats.org/officeDocument/2006/relationships/image" Target="../media/image56.png"/><Relationship Id="rId2" Type="http://schemas.openxmlformats.org/officeDocument/2006/relationships/tags" Target="../tags/tag88.xml"/><Relationship Id="rId16" Type="http://schemas.openxmlformats.org/officeDocument/2006/relationships/image" Target="../media/image68.png"/><Relationship Id="rId20" Type="http://schemas.openxmlformats.org/officeDocument/2006/relationships/image" Target="../media/image58.png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5" Type="http://schemas.openxmlformats.org/officeDocument/2006/relationships/tags" Target="../tags/tag91.xml"/><Relationship Id="rId15" Type="http://schemas.openxmlformats.org/officeDocument/2006/relationships/image" Target="../media/image67.png"/><Relationship Id="rId23" Type="http://schemas.openxmlformats.org/officeDocument/2006/relationships/image" Target="../media/image73.png"/><Relationship Id="rId10" Type="http://schemas.openxmlformats.org/officeDocument/2006/relationships/tags" Target="../tags/tag96.xml"/><Relationship Id="rId19" Type="http://schemas.openxmlformats.org/officeDocument/2006/relationships/image" Target="../media/image70.png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image" Target="../media/image5.png"/><Relationship Id="rId22" Type="http://schemas.openxmlformats.org/officeDocument/2006/relationships/image" Target="../media/image72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110.xml"/><Relationship Id="rId18" Type="http://schemas.openxmlformats.org/officeDocument/2006/relationships/tags" Target="../tags/tag115.xml"/><Relationship Id="rId26" Type="http://schemas.openxmlformats.org/officeDocument/2006/relationships/image" Target="../media/image76.png"/><Relationship Id="rId39" Type="http://schemas.openxmlformats.org/officeDocument/2006/relationships/image" Target="../media/image88.png"/><Relationship Id="rId21" Type="http://schemas.openxmlformats.org/officeDocument/2006/relationships/tags" Target="../tags/tag118.xml"/><Relationship Id="rId34" Type="http://schemas.openxmlformats.org/officeDocument/2006/relationships/image" Target="../media/image83.png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17" Type="http://schemas.openxmlformats.org/officeDocument/2006/relationships/tags" Target="../tags/tag114.xml"/><Relationship Id="rId25" Type="http://schemas.openxmlformats.org/officeDocument/2006/relationships/image" Target="../media/image75.png"/><Relationship Id="rId33" Type="http://schemas.openxmlformats.org/officeDocument/2006/relationships/image" Target="../media/image10.png"/><Relationship Id="rId38" Type="http://schemas.openxmlformats.org/officeDocument/2006/relationships/image" Target="../media/image87.png"/><Relationship Id="rId2" Type="http://schemas.openxmlformats.org/officeDocument/2006/relationships/tags" Target="../tags/tag99.xml"/><Relationship Id="rId16" Type="http://schemas.openxmlformats.org/officeDocument/2006/relationships/tags" Target="../tags/tag113.xml"/><Relationship Id="rId20" Type="http://schemas.openxmlformats.org/officeDocument/2006/relationships/tags" Target="../tags/tag117.xml"/><Relationship Id="rId29" Type="http://schemas.openxmlformats.org/officeDocument/2006/relationships/image" Target="../media/image79.png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24" Type="http://schemas.openxmlformats.org/officeDocument/2006/relationships/image" Target="../media/image5.png"/><Relationship Id="rId32" Type="http://schemas.openxmlformats.org/officeDocument/2006/relationships/image" Target="../media/image82.png"/><Relationship Id="rId37" Type="http://schemas.openxmlformats.org/officeDocument/2006/relationships/image" Target="../media/image86.png"/><Relationship Id="rId5" Type="http://schemas.openxmlformats.org/officeDocument/2006/relationships/tags" Target="../tags/tag102.xml"/><Relationship Id="rId15" Type="http://schemas.openxmlformats.org/officeDocument/2006/relationships/tags" Target="../tags/tag112.xml"/><Relationship Id="rId23" Type="http://schemas.openxmlformats.org/officeDocument/2006/relationships/image" Target="../media/image74.png"/><Relationship Id="rId28" Type="http://schemas.openxmlformats.org/officeDocument/2006/relationships/image" Target="../media/image78.png"/><Relationship Id="rId36" Type="http://schemas.openxmlformats.org/officeDocument/2006/relationships/image" Target="../media/image85.png"/><Relationship Id="rId10" Type="http://schemas.openxmlformats.org/officeDocument/2006/relationships/tags" Target="../tags/tag107.xml"/><Relationship Id="rId19" Type="http://schemas.openxmlformats.org/officeDocument/2006/relationships/tags" Target="../tags/tag116.xml"/><Relationship Id="rId31" Type="http://schemas.openxmlformats.org/officeDocument/2006/relationships/image" Target="../media/image81.png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Relationship Id="rId22" Type="http://schemas.openxmlformats.org/officeDocument/2006/relationships/slideLayout" Target="../slideLayouts/slideLayout7.xml"/><Relationship Id="rId27" Type="http://schemas.openxmlformats.org/officeDocument/2006/relationships/image" Target="../media/image77.png"/><Relationship Id="rId30" Type="http://schemas.openxmlformats.org/officeDocument/2006/relationships/image" Target="../media/image80.png"/><Relationship Id="rId35" Type="http://schemas.openxmlformats.org/officeDocument/2006/relationships/image" Target="../media/image84.png"/><Relationship Id="rId8" Type="http://schemas.openxmlformats.org/officeDocument/2006/relationships/tags" Target="../tags/tag105.xml"/><Relationship Id="rId3" Type="http://schemas.openxmlformats.org/officeDocument/2006/relationships/tags" Target="../tags/tag10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26.xml"/><Relationship Id="rId13" Type="http://schemas.openxmlformats.org/officeDocument/2006/relationships/image" Target="../media/image74.png"/><Relationship Id="rId18" Type="http://schemas.openxmlformats.org/officeDocument/2006/relationships/image" Target="../media/image91.png"/><Relationship Id="rId3" Type="http://schemas.openxmlformats.org/officeDocument/2006/relationships/tags" Target="../tags/tag121.xml"/><Relationship Id="rId21" Type="http://schemas.openxmlformats.org/officeDocument/2006/relationships/image" Target="../media/image94.png"/><Relationship Id="rId7" Type="http://schemas.openxmlformats.org/officeDocument/2006/relationships/tags" Target="../tags/tag125.xml"/><Relationship Id="rId12" Type="http://schemas.openxmlformats.org/officeDocument/2006/relationships/slideLayout" Target="../slideLayouts/slideLayout7.xml"/><Relationship Id="rId17" Type="http://schemas.openxmlformats.org/officeDocument/2006/relationships/image" Target="../media/image90.png"/><Relationship Id="rId2" Type="http://schemas.openxmlformats.org/officeDocument/2006/relationships/tags" Target="../tags/tag120.xml"/><Relationship Id="rId16" Type="http://schemas.openxmlformats.org/officeDocument/2006/relationships/image" Target="../media/image85.png"/><Relationship Id="rId20" Type="http://schemas.openxmlformats.org/officeDocument/2006/relationships/image" Target="../media/image93.png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tags" Target="../tags/tag129.xml"/><Relationship Id="rId5" Type="http://schemas.openxmlformats.org/officeDocument/2006/relationships/tags" Target="../tags/tag123.xml"/><Relationship Id="rId15" Type="http://schemas.openxmlformats.org/officeDocument/2006/relationships/image" Target="../media/image89.png"/><Relationship Id="rId23" Type="http://schemas.openxmlformats.org/officeDocument/2006/relationships/image" Target="../media/image96.png"/><Relationship Id="rId10" Type="http://schemas.openxmlformats.org/officeDocument/2006/relationships/tags" Target="../tags/tag128.xml"/><Relationship Id="rId19" Type="http://schemas.openxmlformats.org/officeDocument/2006/relationships/image" Target="../media/image92.png"/><Relationship Id="rId4" Type="http://schemas.openxmlformats.org/officeDocument/2006/relationships/tags" Target="../tags/tag122.xml"/><Relationship Id="rId9" Type="http://schemas.openxmlformats.org/officeDocument/2006/relationships/tags" Target="../tags/tag127.xml"/><Relationship Id="rId14" Type="http://schemas.openxmlformats.org/officeDocument/2006/relationships/image" Target="../media/image84.png"/><Relationship Id="rId22" Type="http://schemas.openxmlformats.org/officeDocument/2006/relationships/image" Target="../media/image95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142.xml"/><Relationship Id="rId18" Type="http://schemas.openxmlformats.org/officeDocument/2006/relationships/tags" Target="../tags/tag147.xml"/><Relationship Id="rId26" Type="http://schemas.openxmlformats.org/officeDocument/2006/relationships/image" Target="../media/image100.png"/><Relationship Id="rId39" Type="http://schemas.openxmlformats.org/officeDocument/2006/relationships/image" Target="../media/image113.png"/><Relationship Id="rId21" Type="http://schemas.openxmlformats.org/officeDocument/2006/relationships/slideLayout" Target="../slideLayouts/slideLayout7.xml"/><Relationship Id="rId34" Type="http://schemas.openxmlformats.org/officeDocument/2006/relationships/image" Target="../media/image108.png"/><Relationship Id="rId7" Type="http://schemas.openxmlformats.org/officeDocument/2006/relationships/tags" Target="../tags/tag136.xml"/><Relationship Id="rId2" Type="http://schemas.openxmlformats.org/officeDocument/2006/relationships/tags" Target="../tags/tag131.xml"/><Relationship Id="rId16" Type="http://schemas.openxmlformats.org/officeDocument/2006/relationships/tags" Target="../tags/tag145.xml"/><Relationship Id="rId20" Type="http://schemas.openxmlformats.org/officeDocument/2006/relationships/tags" Target="../tags/tag149.xml"/><Relationship Id="rId29" Type="http://schemas.openxmlformats.org/officeDocument/2006/relationships/image" Target="../media/image103.png"/><Relationship Id="rId41" Type="http://schemas.openxmlformats.org/officeDocument/2006/relationships/image" Target="../media/image115.png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11" Type="http://schemas.openxmlformats.org/officeDocument/2006/relationships/tags" Target="../tags/tag140.xml"/><Relationship Id="rId24" Type="http://schemas.openxmlformats.org/officeDocument/2006/relationships/image" Target="../media/image98.png"/><Relationship Id="rId32" Type="http://schemas.openxmlformats.org/officeDocument/2006/relationships/image" Target="../media/image106.png"/><Relationship Id="rId37" Type="http://schemas.openxmlformats.org/officeDocument/2006/relationships/image" Target="../media/image111.png"/><Relationship Id="rId40" Type="http://schemas.openxmlformats.org/officeDocument/2006/relationships/image" Target="../media/image114.png"/><Relationship Id="rId5" Type="http://schemas.openxmlformats.org/officeDocument/2006/relationships/tags" Target="../tags/tag134.xml"/><Relationship Id="rId15" Type="http://schemas.openxmlformats.org/officeDocument/2006/relationships/tags" Target="../tags/tag144.xml"/><Relationship Id="rId23" Type="http://schemas.openxmlformats.org/officeDocument/2006/relationships/image" Target="../media/image97.png"/><Relationship Id="rId28" Type="http://schemas.openxmlformats.org/officeDocument/2006/relationships/image" Target="../media/image102.png"/><Relationship Id="rId36" Type="http://schemas.openxmlformats.org/officeDocument/2006/relationships/image" Target="../media/image110.png"/><Relationship Id="rId10" Type="http://schemas.openxmlformats.org/officeDocument/2006/relationships/tags" Target="../tags/tag139.xml"/><Relationship Id="rId19" Type="http://schemas.openxmlformats.org/officeDocument/2006/relationships/tags" Target="../tags/tag148.xml"/><Relationship Id="rId31" Type="http://schemas.openxmlformats.org/officeDocument/2006/relationships/image" Target="../media/image105.png"/><Relationship Id="rId4" Type="http://schemas.openxmlformats.org/officeDocument/2006/relationships/tags" Target="../tags/tag133.xml"/><Relationship Id="rId9" Type="http://schemas.openxmlformats.org/officeDocument/2006/relationships/tags" Target="../tags/tag138.xml"/><Relationship Id="rId14" Type="http://schemas.openxmlformats.org/officeDocument/2006/relationships/tags" Target="../tags/tag143.xml"/><Relationship Id="rId22" Type="http://schemas.openxmlformats.org/officeDocument/2006/relationships/image" Target="../media/image74.png"/><Relationship Id="rId27" Type="http://schemas.openxmlformats.org/officeDocument/2006/relationships/image" Target="../media/image101.png"/><Relationship Id="rId30" Type="http://schemas.openxmlformats.org/officeDocument/2006/relationships/image" Target="../media/image104.png"/><Relationship Id="rId35" Type="http://schemas.openxmlformats.org/officeDocument/2006/relationships/image" Target="../media/image109.png"/><Relationship Id="rId8" Type="http://schemas.openxmlformats.org/officeDocument/2006/relationships/tags" Target="../tags/tag137.xml"/><Relationship Id="rId3" Type="http://schemas.openxmlformats.org/officeDocument/2006/relationships/tags" Target="../tags/tag132.xml"/><Relationship Id="rId12" Type="http://schemas.openxmlformats.org/officeDocument/2006/relationships/tags" Target="../tags/tag141.xml"/><Relationship Id="rId17" Type="http://schemas.openxmlformats.org/officeDocument/2006/relationships/tags" Target="../tags/tag146.xml"/><Relationship Id="rId25" Type="http://schemas.openxmlformats.org/officeDocument/2006/relationships/image" Target="../media/image99.png"/><Relationship Id="rId33" Type="http://schemas.openxmlformats.org/officeDocument/2006/relationships/image" Target="../media/image107.png"/><Relationship Id="rId38" Type="http://schemas.openxmlformats.org/officeDocument/2006/relationships/image" Target="../media/image1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tags" Target="../tags/tag152.xml"/><Relationship Id="rId7" Type="http://schemas.openxmlformats.org/officeDocument/2006/relationships/image" Target="../media/image74.png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19.png"/><Relationship Id="rId5" Type="http://schemas.openxmlformats.org/officeDocument/2006/relationships/tags" Target="../tags/tag154.xml"/><Relationship Id="rId10" Type="http://schemas.openxmlformats.org/officeDocument/2006/relationships/image" Target="../media/image118.png"/><Relationship Id="rId4" Type="http://schemas.openxmlformats.org/officeDocument/2006/relationships/tags" Target="../tags/tag153.xml"/><Relationship Id="rId9" Type="http://schemas.openxmlformats.org/officeDocument/2006/relationships/image" Target="../media/image1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62.xml"/><Relationship Id="rId13" Type="http://schemas.openxmlformats.org/officeDocument/2006/relationships/image" Target="../media/image97.png"/><Relationship Id="rId18" Type="http://schemas.openxmlformats.org/officeDocument/2006/relationships/image" Target="../media/image124.png"/><Relationship Id="rId3" Type="http://schemas.openxmlformats.org/officeDocument/2006/relationships/tags" Target="../tags/tag157.xml"/><Relationship Id="rId21" Type="http://schemas.openxmlformats.org/officeDocument/2006/relationships/image" Target="../media/image115.png"/><Relationship Id="rId7" Type="http://schemas.openxmlformats.org/officeDocument/2006/relationships/tags" Target="../tags/tag161.xml"/><Relationship Id="rId12" Type="http://schemas.openxmlformats.org/officeDocument/2006/relationships/image" Target="../media/image74.png"/><Relationship Id="rId17" Type="http://schemas.openxmlformats.org/officeDocument/2006/relationships/image" Target="../media/image123.png"/><Relationship Id="rId2" Type="http://schemas.openxmlformats.org/officeDocument/2006/relationships/tags" Target="../tags/tag156.xml"/><Relationship Id="rId16" Type="http://schemas.openxmlformats.org/officeDocument/2006/relationships/image" Target="../media/image122.png"/><Relationship Id="rId20" Type="http://schemas.openxmlformats.org/officeDocument/2006/relationships/image" Target="../media/image126.png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59.xml"/><Relationship Id="rId15" Type="http://schemas.openxmlformats.org/officeDocument/2006/relationships/image" Target="../media/image121.png"/><Relationship Id="rId10" Type="http://schemas.openxmlformats.org/officeDocument/2006/relationships/tags" Target="../tags/tag164.xml"/><Relationship Id="rId19" Type="http://schemas.openxmlformats.org/officeDocument/2006/relationships/image" Target="../media/image125.png"/><Relationship Id="rId4" Type="http://schemas.openxmlformats.org/officeDocument/2006/relationships/tags" Target="../tags/tag158.xml"/><Relationship Id="rId9" Type="http://schemas.openxmlformats.org/officeDocument/2006/relationships/tags" Target="../tags/tag163.xml"/><Relationship Id="rId14" Type="http://schemas.openxmlformats.org/officeDocument/2006/relationships/image" Target="../media/image1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13" Type="http://schemas.openxmlformats.org/officeDocument/2006/relationships/tags" Target="../tags/tag177.xml"/><Relationship Id="rId18" Type="http://schemas.openxmlformats.org/officeDocument/2006/relationships/image" Target="../media/image127.png"/><Relationship Id="rId26" Type="http://schemas.openxmlformats.org/officeDocument/2006/relationships/image" Target="../media/image135.png"/><Relationship Id="rId3" Type="http://schemas.openxmlformats.org/officeDocument/2006/relationships/tags" Target="../tags/tag167.xml"/><Relationship Id="rId21" Type="http://schemas.openxmlformats.org/officeDocument/2006/relationships/image" Target="../media/image130.png"/><Relationship Id="rId7" Type="http://schemas.openxmlformats.org/officeDocument/2006/relationships/tags" Target="../tags/tag171.xml"/><Relationship Id="rId12" Type="http://schemas.openxmlformats.org/officeDocument/2006/relationships/tags" Target="../tags/tag176.xml"/><Relationship Id="rId17" Type="http://schemas.openxmlformats.org/officeDocument/2006/relationships/image" Target="../media/image74.png"/><Relationship Id="rId25" Type="http://schemas.openxmlformats.org/officeDocument/2006/relationships/image" Target="../media/image134.png"/><Relationship Id="rId2" Type="http://schemas.openxmlformats.org/officeDocument/2006/relationships/tags" Target="../tags/tag166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129.png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tags" Target="../tags/tag175.xml"/><Relationship Id="rId24" Type="http://schemas.openxmlformats.org/officeDocument/2006/relationships/image" Target="../media/image133.png"/><Relationship Id="rId5" Type="http://schemas.openxmlformats.org/officeDocument/2006/relationships/tags" Target="../tags/tag169.xml"/><Relationship Id="rId15" Type="http://schemas.openxmlformats.org/officeDocument/2006/relationships/tags" Target="../tags/tag179.xml"/><Relationship Id="rId23" Type="http://schemas.openxmlformats.org/officeDocument/2006/relationships/image" Target="../media/image132.png"/><Relationship Id="rId10" Type="http://schemas.openxmlformats.org/officeDocument/2006/relationships/tags" Target="../tags/tag174.xml"/><Relationship Id="rId19" Type="http://schemas.openxmlformats.org/officeDocument/2006/relationships/image" Target="../media/image128.png"/><Relationship Id="rId4" Type="http://schemas.openxmlformats.org/officeDocument/2006/relationships/tags" Target="../tags/tag168.xml"/><Relationship Id="rId9" Type="http://schemas.openxmlformats.org/officeDocument/2006/relationships/tags" Target="../tags/tag173.xml"/><Relationship Id="rId14" Type="http://schemas.openxmlformats.org/officeDocument/2006/relationships/tags" Target="../tags/tag178.xml"/><Relationship Id="rId22" Type="http://schemas.openxmlformats.org/officeDocument/2006/relationships/image" Target="../media/image131.png"/><Relationship Id="rId27" Type="http://schemas.openxmlformats.org/officeDocument/2006/relationships/image" Target="../media/image1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539750" y="1152525"/>
            <a:ext cx="8064500" cy="15398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CH"/>
          </a:p>
        </p:txBody>
      </p:sp>
      <p:pic>
        <p:nvPicPr>
          <p:cNvPr id="4" name="Grafik 3" descr="\documentclass[10pt]{slides}&#10;\usepackage{pstricks}&#10;%Layout&#10;\textwidth297mm&#10;%Macros&#10;\newcommand{\myitemi}{$\bullet$\hspace*{1ex}}&#10;\newcommand{\myenumi}[1]{#1\hspace*{1ex}}&#10;\newcommand{\mytitle}[1]{\bf\large #1}&#10;\pagestyle{empty}&#10;\begin{document}&#10; \begin{center}&#10; \bf &#10; {\large Kapitel 5: Relationen}&#10;  \end{center}&#10;\end{document}&#10;" title="IguanaTex Bitmap Display">
            <a:extLst>
              <a:ext uri="{FF2B5EF4-FFF2-40B4-BE49-F238E27FC236}">
                <a16:creationId xmlns:a16="http://schemas.microsoft.com/office/drawing/2014/main" id="{B5651D25-5030-C964-9C2D-75B333CE8E7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173" y="1886445"/>
            <a:ext cx="3073654" cy="21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6" name="Grafik 5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64687" y="5168507"/>
            <a:ext cx="2414627" cy="18329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54" name="Picture 14" descr="FHNW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4"/>
          <a:stretch>
            <a:fillRect/>
          </a:stretch>
        </p:blipFill>
        <p:spPr bwMode="auto">
          <a:xfrm>
            <a:off x="3567113" y="5721350"/>
            <a:ext cx="20097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afik 6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0689" y="4621213"/>
            <a:ext cx="6862624" cy="26394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8178" y="869133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63251" y="296652"/>
            <a:ext cx="1417498" cy="17503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516" y="1138181"/>
            <a:ext cx="8534418" cy="4364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Grafik 13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9746" y="1436166"/>
            <a:ext cx="2306731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 descr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df}{\blue Definition:}&#10;\begin{document}&#10;&#10;Anstelle von $(a,b)\in R$ schreibt man oft $aRb$ uns sagt: $a$ steht bzgl.~$R$ zu $b$&#10;in Relation.&#10;&#10;&#10;&#10;\end{document}&#10;" title="IguanaTex Bitmap Display">
            <a:extLst>
              <a:ext uri="{FF2B5EF4-FFF2-40B4-BE49-F238E27FC236}">
                <a16:creationId xmlns:a16="http://schemas.microsoft.com/office/drawing/2014/main" id="{C220739D-5FBC-590A-B87D-4CB2FA876AC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15" y="2326512"/>
            <a:ext cx="8640000" cy="4457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42" name="Grafik 41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508" y="2958088"/>
            <a:ext cx="924155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7" name="Grafik 56" descr="txp_fi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417" y="4578268"/>
            <a:ext cx="5354738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8" name="Grafik 47" descr="txp_fi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417" y="4902304"/>
            <a:ext cx="4164796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0" name="Grafik 49" descr="txp_fi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417" y="5226340"/>
            <a:ext cx="6990907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 1" descr="txp_fi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8183" y="5613693"/>
            <a:ext cx="5955985" cy="21245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Grafik 1" descr="txp_fi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6213" y="3276957"/>
            <a:ext cx="8904086" cy="46851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Wenn $A=B$ sagt man, dass $R$ eine \gr{Relation auf $A$} ist. Dann heisst $R$ \gr{homogen}, andernfalls \gr{heterogen}.&#10;&#10;&#10;&#10;\end{document}&#10;" title="IguanaTex Bitmap Display">
            <a:extLst>
              <a:ext uri="{FF2B5EF4-FFF2-40B4-BE49-F238E27FC236}">
                <a16:creationId xmlns:a16="http://schemas.microsoft.com/office/drawing/2014/main" id="{F030331E-FA2A-6403-FDC4-5BDCBEFECEB5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16" y="1763308"/>
            <a:ext cx="8640000" cy="46538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59" name="Grafik 58" descr="txp_fi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417" y="5936464"/>
            <a:ext cx="3850242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Grafik 3" descr="txp_fi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417" y="6296706"/>
            <a:ext cx="5335230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26" name="Picture 2 2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454" y="3466263"/>
            <a:ext cx="3472295" cy="147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fik 4" descr="txp_fi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16348" y="4938308"/>
            <a:ext cx="2671976" cy="16334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Grafik 6" descr="txp_fi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2180" y="5641898"/>
            <a:ext cx="2589486" cy="16336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A36B3534-AB96-C03C-86E6-5CB8429108AB}"/>
              </a:ext>
            </a:extLst>
          </p:cNvPr>
          <p:cNvSpPr/>
          <p:nvPr/>
        </p:nvSpPr>
        <p:spPr bwMode="auto">
          <a:xfrm>
            <a:off x="66575" y="842904"/>
            <a:ext cx="8979493" cy="2004558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7647342-2BFA-D464-7D04-7CB570E57EAB}"/>
              </a:ext>
            </a:extLst>
          </p:cNvPr>
          <p:cNvSpPr/>
          <p:nvPr/>
        </p:nvSpPr>
        <p:spPr bwMode="auto">
          <a:xfrm>
            <a:off x="71500" y="2907734"/>
            <a:ext cx="8979493" cy="3599425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81494" y="296652"/>
            <a:ext cx="4181011" cy="2169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\documentclass{slides} &#10;&#10;\include{macros}&#10;&#10;\begin{document}&#10;&#10;&#10;Binäre Relationen werden häufig so dargestellt, dass man &#10;einen Pfeil von jedem Element $a\in A$ &#10;zu jedem Element $b\in B$ mit $aRb$ zeichnet. Es entsteht ein sogenannter \gr{bipartiter Graph}.&#10;&#10;&#10;&#10;\end{document}&#10;" title="IguanaTex Bitmap Display">
            <a:extLst>
              <a:ext uri="{FF2B5EF4-FFF2-40B4-BE49-F238E27FC236}">
                <a16:creationId xmlns:a16="http://schemas.microsoft.com/office/drawing/2014/main" id="{CF5AFD25-04EC-064C-319A-710DFFFF0B4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83" y="944724"/>
            <a:ext cx="8636073" cy="7460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7" name="Grafik 16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27684" y="2277995"/>
            <a:ext cx="3586894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7" name="Grafik 26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5636" y="1934651"/>
            <a:ext cx="6725121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Grafik 22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184" y="1944654"/>
            <a:ext cx="924155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25839" y="2830821"/>
            <a:ext cx="656928" cy="16689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Ellipse 9"/>
          <p:cNvSpPr/>
          <p:nvPr/>
        </p:nvSpPr>
        <p:spPr bwMode="auto">
          <a:xfrm>
            <a:off x="2498042" y="2677407"/>
            <a:ext cx="1283674" cy="194287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4" name="Grafik 23" descr="txp_fi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64227" y="2863672"/>
            <a:ext cx="656928" cy="16689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5" name="Ellipse 24"/>
          <p:cNvSpPr/>
          <p:nvPr/>
        </p:nvSpPr>
        <p:spPr bwMode="auto">
          <a:xfrm>
            <a:off x="4836430" y="2710258"/>
            <a:ext cx="1283674" cy="194287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" name="Gerade Verbindung mit Pfeil 18"/>
          <p:cNvCxnSpPr/>
          <p:nvPr/>
        </p:nvCxnSpPr>
        <p:spPr bwMode="auto">
          <a:xfrm>
            <a:off x="3413970" y="3093738"/>
            <a:ext cx="1750257" cy="11379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Gerade Verbindung mit Pfeil 21"/>
          <p:cNvCxnSpPr/>
          <p:nvPr/>
        </p:nvCxnSpPr>
        <p:spPr bwMode="auto">
          <a:xfrm>
            <a:off x="3413970" y="3093738"/>
            <a:ext cx="1876311" cy="13600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29" name="Grafik 28" descr="txp_fi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5636" y="4833156"/>
            <a:ext cx="5271831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35" name="Grafik 1034" descr="txp_fi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45058" y="5277957"/>
            <a:ext cx="94987" cy="10049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5" name="Ellipse 44"/>
          <p:cNvSpPr/>
          <p:nvPr/>
        </p:nvSpPr>
        <p:spPr bwMode="auto">
          <a:xfrm>
            <a:off x="3467408" y="5219925"/>
            <a:ext cx="754212" cy="1114853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7" name="Ellipse 46"/>
          <p:cNvSpPr/>
          <p:nvPr/>
        </p:nvSpPr>
        <p:spPr bwMode="auto">
          <a:xfrm>
            <a:off x="5733788" y="5252776"/>
            <a:ext cx="754212" cy="1114853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" name="Gerade Verbindung mit Pfeil 34"/>
          <p:cNvCxnSpPr/>
          <p:nvPr/>
        </p:nvCxnSpPr>
        <p:spPr bwMode="auto">
          <a:xfrm>
            <a:off x="3852745" y="5350648"/>
            <a:ext cx="2217474" cy="264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4" name="Gerade Verbindung mit Pfeil 53"/>
          <p:cNvCxnSpPr/>
          <p:nvPr/>
        </p:nvCxnSpPr>
        <p:spPr bwMode="auto">
          <a:xfrm flipV="1">
            <a:off x="3852745" y="5377055"/>
            <a:ext cx="2217474" cy="1624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6" name="Gerade Verbindung mit Pfeil 55"/>
          <p:cNvCxnSpPr/>
          <p:nvPr/>
        </p:nvCxnSpPr>
        <p:spPr bwMode="auto">
          <a:xfrm>
            <a:off x="3852745" y="5539537"/>
            <a:ext cx="2217474" cy="360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24" name="Gerade Verbindung mit Pfeil 1023"/>
          <p:cNvCxnSpPr/>
          <p:nvPr/>
        </p:nvCxnSpPr>
        <p:spPr bwMode="auto">
          <a:xfrm flipV="1">
            <a:off x="3852745" y="5377055"/>
            <a:ext cx="2217474" cy="3785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27" name="Gerade Verbindung mit Pfeil 1026"/>
          <p:cNvCxnSpPr/>
          <p:nvPr/>
        </p:nvCxnSpPr>
        <p:spPr bwMode="auto">
          <a:xfrm flipV="1">
            <a:off x="3852745" y="5575541"/>
            <a:ext cx="2217474" cy="1800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29" name="Gerade Verbindung mit Pfeil 1028"/>
          <p:cNvCxnSpPr/>
          <p:nvPr/>
        </p:nvCxnSpPr>
        <p:spPr bwMode="auto">
          <a:xfrm>
            <a:off x="3852745" y="5755561"/>
            <a:ext cx="221747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77" name="Grafik 76" descr="txp_fi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71631" y="5269680"/>
            <a:ext cx="94987" cy="10049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79" name="Gerade Verbindung mit Pfeil 78"/>
          <p:cNvCxnSpPr/>
          <p:nvPr/>
        </p:nvCxnSpPr>
        <p:spPr bwMode="auto">
          <a:xfrm>
            <a:off x="3854157" y="5991714"/>
            <a:ext cx="221747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38" name="Gerade Verbindung mit Pfeil 1037"/>
          <p:cNvCxnSpPr/>
          <p:nvPr/>
        </p:nvCxnSpPr>
        <p:spPr bwMode="auto">
          <a:xfrm flipV="1">
            <a:off x="3854157" y="5377055"/>
            <a:ext cx="2203667" cy="6146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40" name="Gerade Verbindung mit Pfeil 1039"/>
          <p:cNvCxnSpPr/>
          <p:nvPr/>
        </p:nvCxnSpPr>
        <p:spPr bwMode="auto">
          <a:xfrm flipV="1">
            <a:off x="3852745" y="5566308"/>
            <a:ext cx="2205079" cy="4254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42" name="Gerade Verbindung mit Pfeil 1041"/>
          <p:cNvCxnSpPr/>
          <p:nvPr/>
        </p:nvCxnSpPr>
        <p:spPr bwMode="auto">
          <a:xfrm flipV="1">
            <a:off x="3844514" y="5755561"/>
            <a:ext cx="2213310" cy="2361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1291C35D-DC41-6D40-66C2-E6CB3A6A6346}"/>
              </a:ext>
            </a:extLst>
          </p:cNvPr>
          <p:cNvSpPr/>
          <p:nvPr/>
        </p:nvSpPr>
        <p:spPr bwMode="auto">
          <a:xfrm>
            <a:off x="71500" y="1784108"/>
            <a:ext cx="8979493" cy="4705232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75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5" grpId="0" animBg="1"/>
      <p:bldP spid="45" grpId="0" animBg="1"/>
      <p:bldP spid="47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84716" y="296652"/>
            <a:ext cx="3574567" cy="2169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Grafik 2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520" y="1016733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07763" y="1016733"/>
            <a:ext cx="4337922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Grafik 18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540" y="1373122"/>
            <a:ext cx="3089459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Grafik 19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540" y="1859581"/>
            <a:ext cx="4572010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Grafik 22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540" y="2346040"/>
            <a:ext cx="6269139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Grafik 21" descr="txp_fi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540" y="2832500"/>
            <a:ext cx="6808026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Grafik 23" descr="txp_fi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520" y="3320988"/>
            <a:ext cx="924155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5" name="Grafik 24" descr="txp_fi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540" y="3646468"/>
            <a:ext cx="5040183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Grafik 3" descr="txp_fi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3304" y="4041068"/>
            <a:ext cx="5679045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4" name="Grafik 33" descr="txp_fi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3304" y="4439279"/>
            <a:ext cx="8402743" cy="4364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txp_fi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3304" y="5081330"/>
            <a:ext cx="8402743" cy="4364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6" name="Grafik 35" descr="txp_fi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3304" y="5723381"/>
            <a:ext cx="8402743" cy="4779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4E90E73C-61D3-3752-6D62-084A7110929E}"/>
              </a:ext>
            </a:extLst>
          </p:cNvPr>
          <p:cNvSpPr/>
          <p:nvPr/>
        </p:nvSpPr>
        <p:spPr bwMode="auto">
          <a:xfrm>
            <a:off x="66575" y="963476"/>
            <a:ext cx="8979493" cy="2205014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3CEA710-BBD3-EF72-F6FD-7BADA67BB1BB}"/>
              </a:ext>
            </a:extLst>
          </p:cNvPr>
          <p:cNvSpPr/>
          <p:nvPr/>
        </p:nvSpPr>
        <p:spPr bwMode="auto">
          <a:xfrm>
            <a:off x="71500" y="3240464"/>
            <a:ext cx="8979493" cy="3032851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69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84716" y="296652"/>
            <a:ext cx="3574567" cy="2169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Grafik 2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520" y="1016733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07763" y="1016733"/>
            <a:ext cx="4337922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Grafik 18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540" y="1373122"/>
            <a:ext cx="3089459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Grafik 19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540" y="1859581"/>
            <a:ext cx="4572010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Grafik 22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540" y="2346040"/>
            <a:ext cx="6269139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Grafik 21" descr="txp_fi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540" y="2832500"/>
            <a:ext cx="6808026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Grafik 23" descr="txp_fi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520" y="3320988"/>
            <a:ext cx="924155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Grafik 14" descr="txp_fi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0912" y="3665691"/>
            <a:ext cx="5324773" cy="21673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Grafik 15" descr="txp_fi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0337" y="4128098"/>
            <a:ext cx="4750928" cy="1945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Grafik 16" descr="txp_fi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0337" y="4602828"/>
            <a:ext cx="5479483" cy="2044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Grafik 17" descr="txp_fi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0337" y="5087394"/>
            <a:ext cx="7388067" cy="1973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Grafik 3" descr="txp_fi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4848" y="5564856"/>
            <a:ext cx="5390009" cy="19461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CE17053F-09D4-108F-106B-1E60E3AD011B}"/>
              </a:ext>
            </a:extLst>
          </p:cNvPr>
          <p:cNvSpPr/>
          <p:nvPr/>
        </p:nvSpPr>
        <p:spPr bwMode="auto">
          <a:xfrm>
            <a:off x="66575" y="963476"/>
            <a:ext cx="8979493" cy="2205014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DA46605-A8DF-BAAB-393F-689CD883D275}"/>
              </a:ext>
            </a:extLst>
          </p:cNvPr>
          <p:cNvSpPr/>
          <p:nvPr/>
        </p:nvSpPr>
        <p:spPr bwMode="auto">
          <a:xfrm>
            <a:off x="71500" y="3240464"/>
            <a:ext cx="8979493" cy="3032851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035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84716" y="296652"/>
            <a:ext cx="3574567" cy="2169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Grafik 2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520" y="1016733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07763" y="1016733"/>
            <a:ext cx="4337922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Grafik 18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540" y="1373122"/>
            <a:ext cx="3089459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Grafik 19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540" y="1859581"/>
            <a:ext cx="4572010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Grafik 22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540" y="2346040"/>
            <a:ext cx="6269139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Grafik 21" descr="txp_fi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540" y="2832500"/>
            <a:ext cx="6808026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Grafik 20" descr="txp_fi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520" y="3396154"/>
            <a:ext cx="904648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 descr="txp_fi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544" y="5769260"/>
            <a:ext cx="3800028" cy="21463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txp_fi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0548" y="4786733"/>
            <a:ext cx="8585624" cy="47847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7" name="Grafik 26" descr="txp_fi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540" y="3763772"/>
            <a:ext cx="8300330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txp_fi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3353" y="5445224"/>
            <a:ext cx="5370282" cy="1600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txp_fi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3353" y="6197953"/>
            <a:ext cx="4329084" cy="16002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hteck 6"/>
          <p:cNvSpPr/>
          <p:nvPr/>
        </p:nvSpPr>
        <p:spPr bwMode="auto">
          <a:xfrm>
            <a:off x="939017" y="5337212"/>
            <a:ext cx="6729325" cy="3240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hteck 17"/>
          <p:cNvSpPr/>
          <p:nvPr/>
        </p:nvSpPr>
        <p:spPr bwMode="auto">
          <a:xfrm>
            <a:off x="939018" y="6093296"/>
            <a:ext cx="6729324" cy="3240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3" name="Grafik 12" descr="txp_fi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0548" y="4041765"/>
            <a:ext cx="5651085" cy="21462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Grafik 13" descr="txp_fi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3353" y="4437112"/>
            <a:ext cx="6401660" cy="1598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8" name="Rechteck 27"/>
          <p:cNvSpPr/>
          <p:nvPr/>
        </p:nvSpPr>
        <p:spPr bwMode="auto">
          <a:xfrm>
            <a:off x="939018" y="4355008"/>
            <a:ext cx="6729325" cy="3240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7362464-EBA9-A439-316E-ABF809F3D2C0}"/>
              </a:ext>
            </a:extLst>
          </p:cNvPr>
          <p:cNvSpPr/>
          <p:nvPr/>
        </p:nvSpPr>
        <p:spPr bwMode="auto">
          <a:xfrm>
            <a:off x="66575" y="963476"/>
            <a:ext cx="8979493" cy="2205014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90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8281" y="296652"/>
            <a:ext cx="3687437" cy="2169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619" y="836712"/>
            <a:ext cx="980696" cy="1417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Grafik 21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01" y="1052736"/>
            <a:ext cx="8839980" cy="1805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Grafik 3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01" y="1340266"/>
            <a:ext cx="8001017" cy="4389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Grafik 6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0473" y="1866835"/>
            <a:ext cx="8506223" cy="18973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Grafik 16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344" y="2717490"/>
            <a:ext cx="761240" cy="1714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txp_fi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9477" y="2710628"/>
            <a:ext cx="6133351" cy="4663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Grafik 22" descr="txp_fi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669" y="3358699"/>
            <a:ext cx="8410211" cy="68580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Grafik 2" descr="txp_fi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669" y="4193637"/>
            <a:ext cx="8229617" cy="7132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3" name="Grafik 32" descr="txp_fi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669" y="5041741"/>
            <a:ext cx="6972314" cy="15316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txp_fi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044" y="5374923"/>
            <a:ext cx="5446799" cy="15314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fik 9" descr="txp_fi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6228" y="5649584"/>
            <a:ext cx="8628445" cy="4437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 descr="txp_fi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669" y="6237312"/>
            <a:ext cx="7077470" cy="1714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 descr="txp_fi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205" y="2132856"/>
            <a:ext cx="4620407" cy="20118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Grafik 11" descr="txp_fi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8337" y="2484436"/>
            <a:ext cx="5251143" cy="12660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4" name="Gerade Verbindung mit Pfeil 13"/>
          <p:cNvCxnSpPr/>
          <p:nvPr/>
        </p:nvCxnSpPr>
        <p:spPr bwMode="auto">
          <a:xfrm flipH="1" flipV="1">
            <a:off x="1109477" y="2420888"/>
            <a:ext cx="222163" cy="1268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73D56F46-8420-1DA4-35CD-77E8E7ACB3FD}"/>
              </a:ext>
            </a:extLst>
          </p:cNvPr>
          <p:cNvSpPr/>
          <p:nvPr/>
        </p:nvSpPr>
        <p:spPr bwMode="auto">
          <a:xfrm>
            <a:off x="28516" y="799176"/>
            <a:ext cx="8979493" cy="1847121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E13298C-DDD0-5FC6-903F-B127EBA31CDA}"/>
              </a:ext>
            </a:extLst>
          </p:cNvPr>
          <p:cNvSpPr/>
          <p:nvPr/>
        </p:nvSpPr>
        <p:spPr bwMode="auto">
          <a:xfrm>
            <a:off x="28516" y="2698132"/>
            <a:ext cx="8979493" cy="3767936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96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8429" y="296652"/>
            <a:ext cx="2147140" cy="1750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690" y="901556"/>
            <a:ext cx="1046076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Grafik 11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3628" y="901556"/>
            <a:ext cx="5922886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Grafik 18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4263" y="1860079"/>
            <a:ext cx="5608331" cy="2243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Grafik 19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284" y="2708920"/>
            <a:ext cx="811989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9305" y="1238171"/>
            <a:ext cx="8524664" cy="4779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Grafik 20" descr="txp_fi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1291" y="2699166"/>
            <a:ext cx="6603201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Grafik 22" descr="txp_fi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512" y="3110668"/>
            <a:ext cx="8794130" cy="7171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8" name="Grafik 27" descr="txp_fi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8289" y="3985820"/>
            <a:ext cx="8709894" cy="2343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6" name="Grafik 25" descr="txp_fi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3715" y="4354109"/>
            <a:ext cx="8629613" cy="44083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9" name="Grafik 28" descr="txp_fi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9305" y="2228394"/>
            <a:ext cx="3443028" cy="24384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E5347176-6CED-0365-AF6D-1A55C2D1F465}"/>
              </a:ext>
            </a:extLst>
          </p:cNvPr>
          <p:cNvSpPr/>
          <p:nvPr/>
        </p:nvSpPr>
        <p:spPr bwMode="auto">
          <a:xfrm>
            <a:off x="26787" y="819670"/>
            <a:ext cx="8979493" cy="1673226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81AA361-2C8A-99BB-4594-062D04581A5B}"/>
              </a:ext>
            </a:extLst>
          </p:cNvPr>
          <p:cNvSpPr/>
          <p:nvPr/>
        </p:nvSpPr>
        <p:spPr bwMode="auto">
          <a:xfrm>
            <a:off x="46690" y="2574782"/>
            <a:ext cx="9004303" cy="3698533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63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80381" y="296652"/>
            <a:ext cx="2783237" cy="25638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Grafik 2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152" y="872432"/>
            <a:ext cx="993772" cy="1436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\documentclass{slides} &#10;\include{macros}&#10;\begin{document}&#10;&#10;&#10;Eine Relation $R$ auf einer Menge $M$ heisst&#10;\gr{\&quot;Aquivalenzrelation}, falls $R$ reflexiv, symmetrisch und transitiv ist. F\&quot;ur $xRy$ heisst $x$ \gr{\&quot;aquivalent} zu $y$.&#10;&#10;&#10;\end{document}&#10;" title="IguanaTex Bitmap Display">
            <a:extLst>
              <a:ext uri="{FF2B5EF4-FFF2-40B4-BE49-F238E27FC236}">
                <a16:creationId xmlns:a16="http://schemas.microsoft.com/office/drawing/2014/main" id="{61F569BE-ED86-66C5-5545-2D6CD953B22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75" y="1124262"/>
            <a:ext cx="8640000" cy="50453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" name="Grafik 1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152" y="1700808"/>
            <a:ext cx="3500989" cy="21302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152" y="3104964"/>
            <a:ext cx="8976378" cy="472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6" name="Grafik 25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8420" y="1988840"/>
            <a:ext cx="8147077" cy="4239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Grafik 15" descr="txp_fi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152" y="4257486"/>
            <a:ext cx="993772" cy="1436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fik 9" descr="txp_fi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81881" y="4232994"/>
            <a:ext cx="6235977" cy="2038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Grafik 14" descr="txp_fi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63679" y="4495149"/>
            <a:ext cx="2036190" cy="2038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Grafik 23" descr="txp_fi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8633" y="4762355"/>
            <a:ext cx="2508753" cy="2038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5" name="Grafik 24" descr="txp_fi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5519" y="5052087"/>
            <a:ext cx="8068317" cy="21311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5" name="Grafik 34" descr="txp_fi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152" y="5379500"/>
            <a:ext cx="877947" cy="17373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1" name="Grafik 40" descr="txp_fi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8392" y="5368385"/>
            <a:ext cx="3078608" cy="19226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3" name="Grafik 42" descr="txp_fi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346" y="5654112"/>
            <a:ext cx="8735464" cy="23164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5" name="Grafik 44" descr="txp_fi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346" y="5945712"/>
            <a:ext cx="7741692" cy="23164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Grafik 19" descr="txp_fi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152" y="3661393"/>
            <a:ext cx="8107697" cy="472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Grafik 18" descr="txp_fi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8420" y="2531493"/>
            <a:ext cx="8262901" cy="42945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hteck 6"/>
          <p:cNvSpPr/>
          <p:nvPr/>
        </p:nvSpPr>
        <p:spPr bwMode="auto">
          <a:xfrm>
            <a:off x="1252985" y="5574305"/>
            <a:ext cx="7630895" cy="32510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hteck 22"/>
          <p:cNvSpPr/>
          <p:nvPr/>
        </p:nvSpPr>
        <p:spPr bwMode="auto">
          <a:xfrm>
            <a:off x="1251915" y="5912205"/>
            <a:ext cx="7630895" cy="32510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8" name="Grafik 17" descr="\documentclass{slides}&#10;\include{macros}&#10;\begin{document}&#10;&#10;&#10;$[$Basel$]_{R_1}=\set{\mbox{Basel, Zürich, Genf, Lausanne\ldots}}=\set{x\in S\mid x\mbox{ ist eine Stadt&#10;in der Schweiz}}$&#10;&#10;\end{document}&#10;" title="IguanaTex Bitmap Display">
            <a:extLst>
              <a:ext uri="{FF2B5EF4-FFF2-40B4-BE49-F238E27FC236}">
                <a16:creationId xmlns:a16="http://schemas.microsoft.com/office/drawing/2014/main" id="{6785FA46-03A8-DBB6-ED10-880CA88FBD3B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46" y="6229712"/>
            <a:ext cx="8862384" cy="2236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2E6991A1-5ED9-6A8F-8D03-F796A88B9B12}"/>
              </a:ext>
            </a:extLst>
          </p:cNvPr>
          <p:cNvSpPr/>
          <p:nvPr/>
        </p:nvSpPr>
        <p:spPr bwMode="auto">
          <a:xfrm>
            <a:off x="1239477" y="6212201"/>
            <a:ext cx="7741692" cy="32510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96D97F6-6B1B-FDCF-EB32-9223C5AF9CA0}"/>
              </a:ext>
            </a:extLst>
          </p:cNvPr>
          <p:cNvSpPr/>
          <p:nvPr/>
        </p:nvSpPr>
        <p:spPr bwMode="auto">
          <a:xfrm>
            <a:off x="66575" y="836712"/>
            <a:ext cx="8979493" cy="805792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8EA3239-860C-34E7-1FBD-96659CA0808D}"/>
              </a:ext>
            </a:extLst>
          </p:cNvPr>
          <p:cNvSpPr/>
          <p:nvPr/>
        </p:nvSpPr>
        <p:spPr bwMode="auto">
          <a:xfrm>
            <a:off x="66575" y="4208506"/>
            <a:ext cx="8979493" cy="1099314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2A7830E-E455-C841-85F0-DEE7C38B355B}"/>
              </a:ext>
            </a:extLst>
          </p:cNvPr>
          <p:cNvSpPr/>
          <p:nvPr/>
        </p:nvSpPr>
        <p:spPr bwMode="auto">
          <a:xfrm>
            <a:off x="71500" y="1695540"/>
            <a:ext cx="8979493" cy="1308548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8CDFD27-4998-D4B8-B805-152A48F94EC3}"/>
              </a:ext>
            </a:extLst>
          </p:cNvPr>
          <p:cNvSpPr/>
          <p:nvPr/>
        </p:nvSpPr>
        <p:spPr bwMode="auto">
          <a:xfrm>
            <a:off x="71500" y="5338864"/>
            <a:ext cx="8979493" cy="1173374"/>
          </a:xfrm>
          <a:prstGeom prst="rect">
            <a:avLst/>
          </a:prstGeom>
          <a:noFill/>
          <a:ln w="9525" cap="flat" cmpd="sng" algn="ctr">
            <a:solidFill>
              <a:srgbClr val="3333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7" name="Grafik 16" descr="txp_fig">
            <a:extLst>
              <a:ext uri="{FF2B5EF4-FFF2-40B4-BE49-F238E27FC236}">
                <a16:creationId xmlns:a16="http://schemas.microsoft.com/office/drawing/2014/main" id="{D1E8D7FE-68AB-B40C-8B83-5BD3F07351BA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346" y="5654112"/>
            <a:ext cx="8735464" cy="23164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Grafik 21" descr="txp_fig">
            <a:extLst>
              <a:ext uri="{FF2B5EF4-FFF2-40B4-BE49-F238E27FC236}">
                <a16:creationId xmlns:a16="http://schemas.microsoft.com/office/drawing/2014/main" id="{1CE22187-1CAF-0B5D-D170-5BC29C99C21D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346" y="5945712"/>
            <a:ext cx="7741692" cy="23164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7" name="Grafik 26" descr="\documentclass{slides}&#10;\include{macros}&#10;\begin{document}&#10;&#10;&#10;$[$Basel$]_{R_1}=\set{\mbox{Basel, Zürich, Genf, Lausanne\ldots}}=\set{x\in S\mid x\mbox{ ist eine Stadt&#10;in der Schweiz}}$&#10;&#10;\end{document}&#10;" title="IguanaTex Bitmap Display">
            <a:extLst>
              <a:ext uri="{FF2B5EF4-FFF2-40B4-BE49-F238E27FC236}">
                <a16:creationId xmlns:a16="http://schemas.microsoft.com/office/drawing/2014/main" id="{312BB2DD-EEC1-68BA-12C5-0D97A31D07A0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46" y="6229712"/>
            <a:ext cx="8862384" cy="2236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284772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23" grpId="0" animBg="1"/>
      <p:bldP spid="23" grpId="1" animBg="1"/>
      <p:bldP spid="21" grpId="0" animBg="1"/>
      <p:bldP spid="21" grpId="1" animBg="1"/>
      <p:bldP spid="11" grpId="0" animBg="1"/>
      <p:bldP spid="12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80381" y="296652"/>
            <a:ext cx="2783237" cy="25638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7" name="Gruppieren 6"/>
          <p:cNvGrpSpPr/>
          <p:nvPr/>
        </p:nvGrpSpPr>
        <p:grpSpPr>
          <a:xfrm>
            <a:off x="251520" y="1016732"/>
            <a:ext cx="8793376" cy="814849"/>
            <a:chOff x="251520" y="5654112"/>
            <a:chExt cx="8793376" cy="814849"/>
          </a:xfrm>
        </p:grpSpPr>
        <p:pic>
          <p:nvPicPr>
            <p:cNvPr id="8" name="Grafik 7" descr="txp_fig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51520" y="5654112"/>
              <a:ext cx="8735464" cy="23164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7357" dir="2700000" rotWithShape="0">
                      <a:scrgbClr r="0" g="0" b="0"/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>
                    <a:rot lat="0" lon="0" rev="0"/>
                  </a:camera>
                  <a:lightRig rig="threePt" dir="t">
                    <a:rot lat="0" lon="0" rev="0"/>
                  </a:lightRig>
                </a14:hiddenScene3d>
              </a:ext>
              <a:ext uri="{E45631CC-5BF2-4C18-A39C-3461C7D3F71A}">
                <a14:hiddenSp3d xmlns:a14="http://schemas.microsoft.com/office/drawing/2010/main" extrusionH="457200">
                  <a:contourClr>
                    <a:srgbClr val="000000"/>
                  </a:contourClr>
                </a14:hiddenSp3d>
              </a:ex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9" name="Grafik 8" descr="txp_fig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51520" y="6237312"/>
              <a:ext cx="8793376" cy="23164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7357" dir="2700000" rotWithShape="0">
                      <a:scrgbClr r="0" g="0" b="0"/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>
                    <a:rot lat="0" lon="0" rev="0"/>
                  </a:camera>
                  <a:lightRig rig="threePt" dir="t">
                    <a:rot lat="0" lon="0" rev="0"/>
                  </a:lightRig>
                </a14:hiddenScene3d>
              </a:ext>
              <a:ext uri="{E45631CC-5BF2-4C18-A39C-3461C7D3F71A}">
                <a14:hiddenSp3d xmlns:a14="http://schemas.microsoft.com/office/drawing/2010/main" extrusionH="457200">
                  <a:contourClr>
                    <a:srgbClr val="000000"/>
                  </a:contourClr>
                </a14:hiddenSp3d>
              </a:ex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0" name="Grafik 9" descr="txp_fig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51520" y="5945712"/>
              <a:ext cx="7741692" cy="23164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7357" dir="2700000" rotWithShape="0">
                      <a:scrgbClr r="0" g="0" b="0"/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>
                    <a:rot lat="0" lon="0" rev="0"/>
                  </a:camera>
                  <a:lightRig rig="threePt" dir="t">
                    <a:rot lat="0" lon="0" rev="0"/>
                  </a:lightRig>
                </a14:hiddenScene3d>
              </a:ext>
              <a:ext uri="{E45631CC-5BF2-4C18-A39C-3461C7D3F71A}">
                <a14:hiddenSp3d xmlns:a14="http://schemas.microsoft.com/office/drawing/2010/main" extrusionH="457200">
                  <a:contourClr>
                    <a:srgbClr val="000000"/>
                  </a:contourClr>
                </a14:hiddenSp3d>
              </a:ex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pic>
        <p:nvPicPr>
          <p:cNvPr id="11" name="Grafik 10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616" y="2168860"/>
            <a:ext cx="5881433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Grafik 11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616" y="2684645"/>
            <a:ext cx="8249124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Grafik 16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616" y="3200430"/>
            <a:ext cx="8524664" cy="4974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Grafik 13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616" y="3969809"/>
            <a:ext cx="6786081" cy="2535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Grafik 1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616" y="4524608"/>
            <a:ext cx="5740429" cy="19264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Grafik 2" descr="txp_fi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6589" y="4973570"/>
            <a:ext cx="8276251" cy="28377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txp_fi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5075" y="5445630"/>
            <a:ext cx="2649937" cy="1770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96969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80381" y="296652"/>
            <a:ext cx="2783237" cy="25638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Grafik 16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508" y="925367"/>
            <a:ext cx="497434" cy="1633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Grafik 2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43608" y="1263785"/>
            <a:ext cx="1138735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5536" y="1574319"/>
            <a:ext cx="8563678" cy="4974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Grafik 5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5536" y="2176266"/>
            <a:ext cx="5505918" cy="2243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Grafik 6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508" y="2506532"/>
            <a:ext cx="2723698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Grafik 7" descr="txp_fi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317" y="2852936"/>
            <a:ext cx="3108966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Grafik 9" descr="txp_fi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7720" y="2852936"/>
            <a:ext cx="2672492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Grafik 11" descr="txp_fi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317" y="3244426"/>
            <a:ext cx="7507849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Grafik 15" descr="txp_fi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317" y="3635916"/>
            <a:ext cx="6076505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6" name="Grafik 25" descr="txp_fi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317" y="4027406"/>
            <a:ext cx="2701753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1" name="Grafik 30" descr="txp_fi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317" y="4418896"/>
            <a:ext cx="5293777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9" name="Grafik 28" descr="txp_fi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51920" y="4724991"/>
            <a:ext cx="2153111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2" name="Grafik 31" descr="txp_fi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317" y="5064900"/>
            <a:ext cx="4286716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4" name="Grafik 33" descr="txp_fi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317" y="5333733"/>
            <a:ext cx="4774397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6" name="Grafik 35" descr="txp_fi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317" y="5612320"/>
            <a:ext cx="4725629" cy="1926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txp_fi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317" y="5890908"/>
            <a:ext cx="4530557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 descr="txp_fi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508" y="6192998"/>
            <a:ext cx="8210110" cy="2243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Grafik 12" descr="txp_fi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5030" y="910164"/>
            <a:ext cx="8117450" cy="2083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Grafik 13" descr="txp_fi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508" y="1268146"/>
            <a:ext cx="740671" cy="15105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45FC82BB-E937-8E1D-868C-253867FD2B8C}"/>
              </a:ext>
            </a:extLst>
          </p:cNvPr>
          <p:cNvSpPr/>
          <p:nvPr/>
        </p:nvSpPr>
        <p:spPr bwMode="auto">
          <a:xfrm>
            <a:off x="71500" y="872716"/>
            <a:ext cx="8979493" cy="5544616"/>
          </a:xfrm>
          <a:prstGeom prst="rect">
            <a:avLst/>
          </a:prstGeom>
          <a:noFill/>
          <a:ln w="9525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591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80381" y="296652"/>
            <a:ext cx="2783237" cy="25638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2" name="Gruppieren 1"/>
          <p:cNvGrpSpPr/>
          <p:nvPr/>
        </p:nvGrpSpPr>
        <p:grpSpPr>
          <a:xfrm>
            <a:off x="2478340" y="2871359"/>
            <a:ext cx="3675469" cy="2882117"/>
            <a:chOff x="2478340" y="2871359"/>
            <a:chExt cx="3675469" cy="2882117"/>
          </a:xfrm>
        </p:grpSpPr>
        <p:sp>
          <p:nvSpPr>
            <p:cNvPr id="18" name="Rechteck 17"/>
            <p:cNvSpPr/>
            <p:nvPr/>
          </p:nvSpPr>
          <p:spPr bwMode="auto">
            <a:xfrm>
              <a:off x="3138473" y="3053341"/>
              <a:ext cx="396044" cy="396044"/>
            </a:xfrm>
            <a:prstGeom prst="rect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8" name="Rechteck 27"/>
            <p:cNvSpPr/>
            <p:nvPr/>
          </p:nvSpPr>
          <p:spPr bwMode="auto">
            <a:xfrm>
              <a:off x="2841440" y="3685130"/>
              <a:ext cx="594066" cy="564143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Rechteck 29"/>
            <p:cNvSpPr/>
            <p:nvPr/>
          </p:nvSpPr>
          <p:spPr bwMode="auto">
            <a:xfrm>
              <a:off x="3862563" y="3251197"/>
              <a:ext cx="297034" cy="282072"/>
            </a:xfrm>
            <a:prstGeom prst="rect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Ellipse 18"/>
            <p:cNvSpPr/>
            <p:nvPr/>
          </p:nvSpPr>
          <p:spPr bwMode="auto">
            <a:xfrm>
              <a:off x="4853033" y="3167313"/>
              <a:ext cx="282072" cy="282072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3" name="Ellipse 32"/>
            <p:cNvSpPr/>
            <p:nvPr/>
          </p:nvSpPr>
          <p:spPr bwMode="auto">
            <a:xfrm>
              <a:off x="5583703" y="4416546"/>
              <a:ext cx="282072" cy="282072"/>
            </a:xfrm>
            <a:prstGeom prst="ellipse">
              <a:avLst/>
            </a:prstGeom>
            <a:solidFill>
              <a:srgbClr val="00206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5" name="Ellipse 34"/>
            <p:cNvSpPr/>
            <p:nvPr/>
          </p:nvSpPr>
          <p:spPr bwMode="auto">
            <a:xfrm>
              <a:off x="4517044" y="3705017"/>
              <a:ext cx="524370" cy="524370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Stern mit 5 Zacken 19"/>
            <p:cNvSpPr/>
            <p:nvPr/>
          </p:nvSpPr>
          <p:spPr bwMode="auto">
            <a:xfrm>
              <a:off x="3840172" y="5125161"/>
              <a:ext cx="269540" cy="269540"/>
            </a:xfrm>
            <a:prstGeom prst="star5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7" name="Stern mit 5 Zacken 36"/>
            <p:cNvSpPr/>
            <p:nvPr/>
          </p:nvSpPr>
          <p:spPr bwMode="auto">
            <a:xfrm>
              <a:off x="4273563" y="4610594"/>
              <a:ext cx="269540" cy="269540"/>
            </a:xfrm>
            <a:prstGeom prst="star5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8" name="Stern mit 5 Zacken 37"/>
            <p:cNvSpPr/>
            <p:nvPr/>
          </p:nvSpPr>
          <p:spPr bwMode="auto">
            <a:xfrm>
              <a:off x="4723237" y="5006940"/>
              <a:ext cx="541664" cy="541664"/>
            </a:xfrm>
            <a:prstGeom prst="star5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Rechteck 20"/>
            <p:cNvSpPr/>
            <p:nvPr/>
          </p:nvSpPr>
          <p:spPr bwMode="auto">
            <a:xfrm>
              <a:off x="2481400" y="2873156"/>
              <a:ext cx="3672408" cy="288032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3" name="Freihandform 22"/>
            <p:cNvSpPr/>
            <p:nvPr/>
          </p:nvSpPr>
          <p:spPr bwMode="auto">
            <a:xfrm>
              <a:off x="2478340" y="2871359"/>
              <a:ext cx="1939989" cy="1803891"/>
            </a:xfrm>
            <a:custGeom>
              <a:avLst/>
              <a:gdLst>
                <a:gd name="connsiteX0" fmla="*/ 1870363 w 1939989"/>
                <a:gd name="connsiteY0" fmla="*/ 0 h 1803891"/>
                <a:gd name="connsiteX1" fmla="*/ 1839191 w 1939989"/>
                <a:gd name="connsiteY1" fmla="*/ 987136 h 1803891"/>
                <a:gd name="connsiteX2" fmla="*/ 904009 w 1939989"/>
                <a:gd name="connsiteY2" fmla="*/ 1714500 h 1803891"/>
                <a:gd name="connsiteX3" fmla="*/ 0 w 1939989"/>
                <a:gd name="connsiteY3" fmla="*/ 1766454 h 1803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89" h="1803891">
                  <a:moveTo>
                    <a:pt x="1870363" y="0"/>
                  </a:moveTo>
                  <a:cubicBezTo>
                    <a:pt x="1935306" y="350693"/>
                    <a:pt x="2000250" y="701386"/>
                    <a:pt x="1839191" y="987136"/>
                  </a:cubicBezTo>
                  <a:cubicBezTo>
                    <a:pt x="1678132" y="1272886"/>
                    <a:pt x="1210541" y="1584614"/>
                    <a:pt x="904009" y="1714500"/>
                  </a:cubicBezTo>
                  <a:cubicBezTo>
                    <a:pt x="597477" y="1844386"/>
                    <a:pt x="298738" y="1805420"/>
                    <a:pt x="0" y="1766454"/>
                  </a:cubicBezTo>
                </a:path>
              </a:pathLst>
            </a:custGeom>
            <a:noFill/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4" name="Freihandform 23"/>
            <p:cNvSpPr/>
            <p:nvPr/>
          </p:nvSpPr>
          <p:spPr bwMode="auto">
            <a:xfrm>
              <a:off x="4109713" y="4118268"/>
              <a:ext cx="2044096" cy="1402866"/>
            </a:xfrm>
            <a:custGeom>
              <a:avLst/>
              <a:gdLst>
                <a:gd name="connsiteX0" fmla="*/ 0 w 2067791"/>
                <a:gd name="connsiteY0" fmla="*/ 0 h 1288472"/>
                <a:gd name="connsiteX1" fmla="*/ 2067791 w 2067791"/>
                <a:gd name="connsiteY1" fmla="*/ 1288472 h 128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67791" h="1288472">
                  <a:moveTo>
                    <a:pt x="0" y="0"/>
                  </a:moveTo>
                  <a:lnTo>
                    <a:pt x="2067791" y="1288472"/>
                  </a:ln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" name="Ellipse 41"/>
            <p:cNvSpPr/>
            <p:nvPr/>
          </p:nvSpPr>
          <p:spPr bwMode="auto">
            <a:xfrm>
              <a:off x="5264901" y="3392233"/>
              <a:ext cx="688967" cy="688967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" name="Stern mit 5 Zacken 42"/>
            <p:cNvSpPr/>
            <p:nvPr/>
          </p:nvSpPr>
          <p:spPr bwMode="auto">
            <a:xfrm>
              <a:off x="3138473" y="5116824"/>
              <a:ext cx="404310" cy="404310"/>
            </a:xfrm>
            <a:prstGeom prst="star5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3" name="Gruppieren 2"/>
          <p:cNvGrpSpPr/>
          <p:nvPr/>
        </p:nvGrpSpPr>
        <p:grpSpPr>
          <a:xfrm>
            <a:off x="539552" y="1331495"/>
            <a:ext cx="8208609" cy="919712"/>
            <a:chOff x="539552" y="1331495"/>
            <a:chExt cx="8208609" cy="919712"/>
          </a:xfrm>
        </p:grpSpPr>
        <p:pic>
          <p:nvPicPr>
            <p:cNvPr id="40" name="Grafik 39" descr="txp_fig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9552" y="1719610"/>
              <a:ext cx="474977" cy="14348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7357" dir="2700000" rotWithShape="0">
                      <a:scrgbClr r="0" g="0" b="0"/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>
                    <a:rot lat="0" lon="0" rev="0"/>
                  </a:camera>
                  <a:lightRig rig="threePt" dir="t">
                    <a:rot lat="0" lon="0" rev="0"/>
                  </a:lightRig>
                </a14:hiddenScene3d>
              </a:ext>
              <a:ext uri="{E45631CC-5BF2-4C18-A39C-3461C7D3F71A}">
                <a14:hiddenSp3d xmlns:a14="http://schemas.microsoft.com/office/drawing/2010/main" extrusionH="457200">
                  <a:contourClr>
                    <a:srgbClr val="000000"/>
                  </a:contourClr>
                </a14:hiddenSp3d>
              </a:ex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46" name="Rechteck 45"/>
            <p:cNvSpPr/>
            <p:nvPr/>
          </p:nvSpPr>
          <p:spPr bwMode="auto">
            <a:xfrm>
              <a:off x="2332571" y="1593329"/>
              <a:ext cx="396044" cy="396044"/>
            </a:xfrm>
            <a:prstGeom prst="rect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7" name="Rechteck 46"/>
            <p:cNvSpPr/>
            <p:nvPr/>
          </p:nvSpPr>
          <p:spPr bwMode="auto">
            <a:xfrm>
              <a:off x="1489908" y="1509280"/>
              <a:ext cx="594066" cy="564143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8" name="Rechteck 47"/>
            <p:cNvSpPr/>
            <p:nvPr/>
          </p:nvSpPr>
          <p:spPr bwMode="auto">
            <a:xfrm>
              <a:off x="2977212" y="1650315"/>
              <a:ext cx="297034" cy="282072"/>
            </a:xfrm>
            <a:prstGeom prst="rect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9" name="Ellipse 48"/>
            <p:cNvSpPr/>
            <p:nvPr/>
          </p:nvSpPr>
          <p:spPr bwMode="auto">
            <a:xfrm>
              <a:off x="8243486" y="1650315"/>
              <a:ext cx="282072" cy="282072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0" name="Ellipse 49"/>
            <p:cNvSpPr/>
            <p:nvPr/>
          </p:nvSpPr>
          <p:spPr bwMode="auto">
            <a:xfrm>
              <a:off x="6002285" y="1650315"/>
              <a:ext cx="282072" cy="282072"/>
            </a:xfrm>
            <a:prstGeom prst="ellipse">
              <a:avLst/>
            </a:prstGeom>
            <a:solidFill>
              <a:srgbClr val="00206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1" name="Ellipse 50"/>
            <p:cNvSpPr/>
            <p:nvPr/>
          </p:nvSpPr>
          <p:spPr bwMode="auto">
            <a:xfrm>
              <a:off x="6532954" y="1529166"/>
              <a:ext cx="524370" cy="524370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2" name="Stern mit 5 Zacken 51"/>
            <p:cNvSpPr/>
            <p:nvPr/>
          </p:nvSpPr>
          <p:spPr bwMode="auto">
            <a:xfrm>
              <a:off x="4175750" y="1656581"/>
              <a:ext cx="269540" cy="269540"/>
            </a:xfrm>
            <a:prstGeom prst="star5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3" name="Stern mit 5 Zacken 52"/>
            <p:cNvSpPr/>
            <p:nvPr/>
          </p:nvSpPr>
          <p:spPr bwMode="auto">
            <a:xfrm>
              <a:off x="4693887" y="1656581"/>
              <a:ext cx="269540" cy="269540"/>
            </a:xfrm>
            <a:prstGeom prst="star5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4" name="Stern mit 5 Zacken 53"/>
            <p:cNvSpPr/>
            <p:nvPr/>
          </p:nvSpPr>
          <p:spPr bwMode="auto">
            <a:xfrm>
              <a:off x="5212024" y="1520519"/>
              <a:ext cx="541664" cy="541664"/>
            </a:xfrm>
            <a:prstGeom prst="star5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5" name="Ellipse 54"/>
            <p:cNvSpPr/>
            <p:nvPr/>
          </p:nvSpPr>
          <p:spPr bwMode="auto">
            <a:xfrm>
              <a:off x="7305921" y="1446868"/>
              <a:ext cx="688967" cy="688967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6" name="Stern mit 5 Zacken 55"/>
            <p:cNvSpPr/>
            <p:nvPr/>
          </p:nvSpPr>
          <p:spPr bwMode="auto">
            <a:xfrm>
              <a:off x="3522843" y="1589196"/>
              <a:ext cx="404310" cy="404310"/>
            </a:xfrm>
            <a:prstGeom prst="star5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5" name="Geschweifte Klammer links 44"/>
            <p:cNvSpPr/>
            <p:nvPr/>
          </p:nvSpPr>
          <p:spPr bwMode="auto">
            <a:xfrm>
              <a:off x="1212400" y="1331495"/>
              <a:ext cx="277507" cy="919712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8" name="Geschweifte Klammer links 57"/>
            <p:cNvSpPr/>
            <p:nvPr/>
          </p:nvSpPr>
          <p:spPr bwMode="auto">
            <a:xfrm flipH="1">
              <a:off x="8470654" y="1331495"/>
              <a:ext cx="277507" cy="919712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pic>
        <p:nvPicPr>
          <p:cNvPr id="57" name="Grafik 56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699" y="980727"/>
            <a:ext cx="2823673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0" name="Grafik 59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700" y="2420888"/>
            <a:ext cx="4145289" cy="1828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2" name="Grafik 61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8784" y="5956646"/>
            <a:ext cx="8534418" cy="4681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2603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80381" y="296652"/>
            <a:ext cx="2783237" cy="25638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Grafik 16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126" y="932029"/>
            <a:ext cx="497434" cy="1633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fik 10" descr="\documentclass{slides} \include{macros}&#10;\begin{document}&#10;Eine Partition  $P$ einer Menge $M$ induziert eine Äquivalenzrelation auf dieser Menge.&#10;&#10;&#10;\end{document}&#10;" title="IguanaTex Bitmap Display">
            <a:extLst>
              <a:ext uri="{FF2B5EF4-FFF2-40B4-BE49-F238E27FC236}">
                <a16:creationId xmlns:a16="http://schemas.microsoft.com/office/drawing/2014/main" id="{EE0046FB-B362-2D4C-A1C2-A3C9161BE7F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20" y="925972"/>
            <a:ext cx="8248732" cy="19871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2" name="Grafik 11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792" y="1556792"/>
            <a:ext cx="8524664" cy="4681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Grafik 2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640" y="2132856"/>
            <a:ext cx="3606401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7290" y="2506532"/>
            <a:ext cx="8563678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Grafik 13" descr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2)}{$R$ ist symmetrisch, da wenn $xRy$, also wenn $x$ und $y$ in der selben Menge von &#10;$P$ liegen, dann liegen auch $y$ und $x$ in derselben Menge von $P$, also &#10;$yRx$.}&#10;&#10;&#10;\end{document}&#10;" title="IguanaTex Bitmap Display">
            <a:extLst>
              <a:ext uri="{FF2B5EF4-FFF2-40B4-BE49-F238E27FC236}">
                <a16:creationId xmlns:a16="http://schemas.microsoft.com/office/drawing/2014/main" id="{F243A1E0-9650-2B55-C34E-B5B1AF7BDBC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90" y="2881067"/>
            <a:ext cx="8640000" cy="48316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ED0FCFF-8100-4CF0-9748-C992AA055E02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89" y="3550648"/>
            <a:ext cx="8575200" cy="75457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8" name="Grafik 17" descr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\red \&quot;Aquivalenzrelationen induzieren eine Partition der zu Grunde liegenden Menge -- und umgekehrt!&#10;&#10;&#10;\end{document}&#10;" title="IguanaTex Bitmap Display">
            <a:extLst>
              <a:ext uri="{FF2B5EF4-FFF2-40B4-BE49-F238E27FC236}">
                <a16:creationId xmlns:a16="http://schemas.microsoft.com/office/drawing/2014/main" id="{95A97728-90CD-6D07-20E3-E87213C1098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90" y="5227469"/>
            <a:ext cx="8640000" cy="49483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1" name="Rechteck 20"/>
          <p:cNvSpPr/>
          <p:nvPr/>
        </p:nvSpPr>
        <p:spPr bwMode="auto">
          <a:xfrm>
            <a:off x="209716" y="5119966"/>
            <a:ext cx="8718768" cy="72008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5" name="Grafik 14" descr="txp_fi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917" y="1268146"/>
            <a:ext cx="740671" cy="15105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DB3C152C-60AF-40F4-F3F6-2F155C1D78E7}"/>
              </a:ext>
            </a:extLst>
          </p:cNvPr>
          <p:cNvSpPr/>
          <p:nvPr/>
        </p:nvSpPr>
        <p:spPr bwMode="auto">
          <a:xfrm>
            <a:off x="71500" y="872716"/>
            <a:ext cx="8979493" cy="3679100"/>
          </a:xfrm>
          <a:prstGeom prst="rect">
            <a:avLst/>
          </a:prstGeom>
          <a:noFill/>
          <a:ln w="9525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68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80381" y="296652"/>
            <a:ext cx="2783237" cy="25638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Grafik 1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00" y="925587"/>
            <a:ext cx="1047568" cy="1848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Grafik 15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9382" y="1340768"/>
            <a:ext cx="8197918" cy="21458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Grafik 17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9382" y="3731079"/>
            <a:ext cx="1809297" cy="2023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21" name="Gruppieren 20"/>
          <p:cNvGrpSpPr/>
          <p:nvPr/>
        </p:nvGrpSpPr>
        <p:grpSpPr>
          <a:xfrm>
            <a:off x="2021022" y="3571676"/>
            <a:ext cx="4270456" cy="521193"/>
            <a:chOff x="2795515" y="2417397"/>
            <a:chExt cx="7535761" cy="919712"/>
          </a:xfrm>
        </p:grpSpPr>
        <p:sp>
          <p:nvSpPr>
            <p:cNvPr id="22" name="Rechteck 21"/>
            <p:cNvSpPr/>
            <p:nvPr/>
          </p:nvSpPr>
          <p:spPr bwMode="auto">
            <a:xfrm>
              <a:off x="3915686" y="2679231"/>
              <a:ext cx="396044" cy="396044"/>
            </a:xfrm>
            <a:prstGeom prst="rect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3" name="Rechteck 22"/>
            <p:cNvSpPr/>
            <p:nvPr/>
          </p:nvSpPr>
          <p:spPr bwMode="auto">
            <a:xfrm>
              <a:off x="3073023" y="2595182"/>
              <a:ext cx="594066" cy="564143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4" name="Rechteck 23"/>
            <p:cNvSpPr/>
            <p:nvPr/>
          </p:nvSpPr>
          <p:spPr bwMode="auto">
            <a:xfrm>
              <a:off x="4560327" y="2736217"/>
              <a:ext cx="297034" cy="282072"/>
            </a:xfrm>
            <a:prstGeom prst="rect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5" name="Ellipse 24"/>
            <p:cNvSpPr/>
            <p:nvPr/>
          </p:nvSpPr>
          <p:spPr bwMode="auto">
            <a:xfrm>
              <a:off x="9826601" y="2736217"/>
              <a:ext cx="282072" cy="282072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Ellipse 25"/>
            <p:cNvSpPr/>
            <p:nvPr/>
          </p:nvSpPr>
          <p:spPr bwMode="auto">
            <a:xfrm>
              <a:off x="7585400" y="2736217"/>
              <a:ext cx="282072" cy="282072"/>
            </a:xfrm>
            <a:prstGeom prst="ellipse">
              <a:avLst/>
            </a:prstGeom>
            <a:solidFill>
              <a:srgbClr val="00206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" name="Ellipse 26"/>
            <p:cNvSpPr/>
            <p:nvPr/>
          </p:nvSpPr>
          <p:spPr bwMode="auto">
            <a:xfrm>
              <a:off x="8116069" y="2615068"/>
              <a:ext cx="524370" cy="524370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8" name="Stern mit 5 Zacken 27"/>
            <p:cNvSpPr/>
            <p:nvPr/>
          </p:nvSpPr>
          <p:spPr bwMode="auto">
            <a:xfrm>
              <a:off x="5758865" y="2742483"/>
              <a:ext cx="269540" cy="269540"/>
            </a:xfrm>
            <a:prstGeom prst="star5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Stern mit 5 Zacken 28"/>
            <p:cNvSpPr/>
            <p:nvPr/>
          </p:nvSpPr>
          <p:spPr bwMode="auto">
            <a:xfrm>
              <a:off x="6277002" y="2742483"/>
              <a:ext cx="269540" cy="269540"/>
            </a:xfrm>
            <a:prstGeom prst="star5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Stern mit 5 Zacken 29"/>
            <p:cNvSpPr/>
            <p:nvPr/>
          </p:nvSpPr>
          <p:spPr bwMode="auto">
            <a:xfrm>
              <a:off x="6795139" y="2606421"/>
              <a:ext cx="541664" cy="541664"/>
            </a:xfrm>
            <a:prstGeom prst="star5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1" name="Ellipse 30"/>
            <p:cNvSpPr/>
            <p:nvPr/>
          </p:nvSpPr>
          <p:spPr bwMode="auto">
            <a:xfrm>
              <a:off x="8889036" y="2532770"/>
              <a:ext cx="688967" cy="688967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2" name="Stern mit 5 Zacken 31"/>
            <p:cNvSpPr/>
            <p:nvPr/>
          </p:nvSpPr>
          <p:spPr bwMode="auto">
            <a:xfrm>
              <a:off x="5105958" y="2675098"/>
              <a:ext cx="404310" cy="404310"/>
            </a:xfrm>
            <a:prstGeom prst="star5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3" name="Geschweifte Klammer links 32"/>
            <p:cNvSpPr/>
            <p:nvPr/>
          </p:nvSpPr>
          <p:spPr bwMode="auto">
            <a:xfrm>
              <a:off x="2795515" y="2417397"/>
              <a:ext cx="277507" cy="919712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Geschweifte Klammer links 33"/>
            <p:cNvSpPr/>
            <p:nvPr/>
          </p:nvSpPr>
          <p:spPr bwMode="auto">
            <a:xfrm flipH="1">
              <a:off x="10053769" y="2417397"/>
              <a:ext cx="277507" cy="919712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pic>
        <p:nvPicPr>
          <p:cNvPr id="35" name="Grafik 34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54127" y="4688818"/>
            <a:ext cx="853442" cy="15118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5556" y="1694594"/>
            <a:ext cx="7680976" cy="75102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7" name="Gruppieren 6"/>
          <p:cNvGrpSpPr/>
          <p:nvPr/>
        </p:nvGrpSpPr>
        <p:grpSpPr>
          <a:xfrm>
            <a:off x="2021433" y="4427481"/>
            <a:ext cx="5004713" cy="693707"/>
            <a:chOff x="2300042" y="3868070"/>
            <a:chExt cx="5004713" cy="693707"/>
          </a:xfrm>
        </p:grpSpPr>
        <p:sp>
          <p:nvSpPr>
            <p:cNvPr id="39" name="Rechteck 38"/>
            <p:cNvSpPr/>
            <p:nvPr/>
          </p:nvSpPr>
          <p:spPr bwMode="auto">
            <a:xfrm>
              <a:off x="2624235" y="4102706"/>
              <a:ext cx="224435" cy="224435"/>
            </a:xfrm>
            <a:prstGeom prst="rect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" name="Rechteck 39"/>
            <p:cNvSpPr/>
            <p:nvPr/>
          </p:nvSpPr>
          <p:spPr bwMode="auto">
            <a:xfrm>
              <a:off x="5288531" y="4055076"/>
              <a:ext cx="336652" cy="319695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Rechteck 40"/>
            <p:cNvSpPr/>
            <p:nvPr/>
          </p:nvSpPr>
          <p:spPr bwMode="auto">
            <a:xfrm>
              <a:off x="2912541" y="4134999"/>
              <a:ext cx="168327" cy="159848"/>
            </a:xfrm>
            <a:prstGeom prst="rect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" name="Ellipse 41"/>
            <p:cNvSpPr/>
            <p:nvPr/>
          </p:nvSpPr>
          <p:spPr bwMode="auto">
            <a:xfrm>
              <a:off x="6781350" y="4134999"/>
              <a:ext cx="159848" cy="159848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" name="Ellipse 42"/>
            <p:cNvSpPr/>
            <p:nvPr/>
          </p:nvSpPr>
          <p:spPr bwMode="auto">
            <a:xfrm>
              <a:off x="4231296" y="4134999"/>
              <a:ext cx="159848" cy="159848"/>
            </a:xfrm>
            <a:prstGeom prst="ellipse">
              <a:avLst/>
            </a:prstGeom>
            <a:solidFill>
              <a:srgbClr val="00206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4" name="Ellipse 43"/>
            <p:cNvSpPr/>
            <p:nvPr/>
          </p:nvSpPr>
          <p:spPr bwMode="auto">
            <a:xfrm>
              <a:off x="5681184" y="4066345"/>
              <a:ext cx="297156" cy="297156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5" name="Stern mit 5 Zacken 44"/>
            <p:cNvSpPr/>
            <p:nvPr/>
          </p:nvSpPr>
          <p:spPr bwMode="auto">
            <a:xfrm>
              <a:off x="4779208" y="4138550"/>
              <a:ext cx="152746" cy="152746"/>
            </a:xfrm>
            <a:prstGeom prst="star5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6" name="Stern mit 5 Zacken 45"/>
            <p:cNvSpPr/>
            <p:nvPr/>
          </p:nvSpPr>
          <p:spPr bwMode="auto">
            <a:xfrm>
              <a:off x="3359015" y="4138550"/>
              <a:ext cx="152746" cy="152746"/>
            </a:xfrm>
            <a:prstGeom prst="star5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7" name="Stern mit 5 Zacken 46"/>
            <p:cNvSpPr/>
            <p:nvPr/>
          </p:nvSpPr>
          <p:spPr bwMode="auto">
            <a:xfrm>
              <a:off x="3577418" y="4061445"/>
              <a:ext cx="306957" cy="306956"/>
            </a:xfrm>
            <a:prstGeom prst="star5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8" name="Ellipse 47"/>
            <p:cNvSpPr/>
            <p:nvPr/>
          </p:nvSpPr>
          <p:spPr bwMode="auto">
            <a:xfrm>
              <a:off x="6014223" y="4019707"/>
              <a:ext cx="390432" cy="39043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9" name="Stern mit 5 Zacken 48"/>
            <p:cNvSpPr/>
            <p:nvPr/>
          </p:nvSpPr>
          <p:spPr bwMode="auto">
            <a:xfrm>
              <a:off x="3105382" y="4100364"/>
              <a:ext cx="229119" cy="229119"/>
            </a:xfrm>
            <a:prstGeom prst="star5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0" name="Geschweifte Klammer links 49"/>
            <p:cNvSpPr/>
            <p:nvPr/>
          </p:nvSpPr>
          <p:spPr bwMode="auto">
            <a:xfrm>
              <a:off x="2300042" y="3868070"/>
              <a:ext cx="157261" cy="693707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1" name="Geschweifte Klammer links 50"/>
            <p:cNvSpPr/>
            <p:nvPr/>
          </p:nvSpPr>
          <p:spPr bwMode="auto">
            <a:xfrm flipH="1">
              <a:off x="7147494" y="3868070"/>
              <a:ext cx="157261" cy="693707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2" name="Geschweifte Klammer links 51"/>
            <p:cNvSpPr/>
            <p:nvPr/>
          </p:nvSpPr>
          <p:spPr bwMode="auto">
            <a:xfrm>
              <a:off x="2481817" y="3954327"/>
              <a:ext cx="157261" cy="521193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3" name="Geschweifte Klammer links 52"/>
            <p:cNvSpPr/>
            <p:nvPr/>
          </p:nvSpPr>
          <p:spPr bwMode="auto">
            <a:xfrm flipH="1">
              <a:off x="6908711" y="3954327"/>
              <a:ext cx="157261" cy="521193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4" name="Geschweifte Klammer links 53"/>
            <p:cNvSpPr/>
            <p:nvPr/>
          </p:nvSpPr>
          <p:spPr bwMode="auto">
            <a:xfrm flipH="1">
              <a:off x="3867746" y="3954327"/>
              <a:ext cx="157261" cy="521193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5" name="Geschweifte Klammer links 54"/>
            <p:cNvSpPr/>
            <p:nvPr/>
          </p:nvSpPr>
          <p:spPr bwMode="auto">
            <a:xfrm>
              <a:off x="4123158" y="3954327"/>
              <a:ext cx="157261" cy="521193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6" name="Geschweifte Klammer links 55"/>
            <p:cNvSpPr/>
            <p:nvPr/>
          </p:nvSpPr>
          <p:spPr bwMode="auto">
            <a:xfrm flipH="1">
              <a:off x="4352427" y="3954327"/>
              <a:ext cx="157261" cy="521193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7" name="Geschweifte Klammer links 56"/>
            <p:cNvSpPr/>
            <p:nvPr/>
          </p:nvSpPr>
          <p:spPr bwMode="auto">
            <a:xfrm>
              <a:off x="4663218" y="3954327"/>
              <a:ext cx="157261" cy="521193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8" name="Geschweifte Klammer links 57"/>
            <p:cNvSpPr/>
            <p:nvPr/>
          </p:nvSpPr>
          <p:spPr bwMode="auto">
            <a:xfrm>
              <a:off x="5138243" y="3954327"/>
              <a:ext cx="157261" cy="521193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9" name="Geschweifte Klammer links 58"/>
            <p:cNvSpPr/>
            <p:nvPr/>
          </p:nvSpPr>
          <p:spPr bwMode="auto">
            <a:xfrm>
              <a:off x="6679442" y="3954327"/>
              <a:ext cx="157261" cy="521193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0" name="Geschweifte Klammer links 59"/>
            <p:cNvSpPr/>
            <p:nvPr/>
          </p:nvSpPr>
          <p:spPr bwMode="auto">
            <a:xfrm flipH="1">
              <a:off x="6417800" y="3954327"/>
              <a:ext cx="157261" cy="521193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1" name="Geschweifte Klammer links 60"/>
            <p:cNvSpPr/>
            <p:nvPr/>
          </p:nvSpPr>
          <p:spPr bwMode="auto">
            <a:xfrm flipH="1">
              <a:off x="4892487" y="3954327"/>
              <a:ext cx="157261" cy="521193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CH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37" name="Grafik 36" descr="txp_fig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992387" y="4454937"/>
              <a:ext cx="50800" cy="105833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7357" dir="2700000" rotWithShape="0">
                      <a:scrgbClr r="0" g="0" b="0"/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>
                    <a:rot lat="0" lon="0" rev="0"/>
                  </a:camera>
                  <a:lightRig rig="threePt" dir="t">
                    <a:rot lat="0" lon="0" rev="0"/>
                  </a:lightRig>
                </a14:hiddenScene3d>
              </a:ext>
              <a:ext uri="{E45631CC-5BF2-4C18-A39C-3461C7D3F71A}">
                <a14:hiddenSp3d xmlns:a14="http://schemas.microsoft.com/office/drawing/2010/main" extrusionH="457200">
                  <a:contourClr>
                    <a:srgbClr val="000000"/>
                  </a:contourClr>
                </a14:hiddenSp3d>
              </a:ex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77" name="Grafik 76" descr="txp_fig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496443" y="4454937"/>
              <a:ext cx="50800" cy="105833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7357" dir="2700000" rotWithShape="0">
                      <a:scrgbClr r="0" g="0" b="0"/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>
                    <a:rot lat="0" lon="0" rev="0"/>
                  </a:camera>
                  <a:lightRig rig="threePt" dir="t">
                    <a:rot lat="0" lon="0" rev="0"/>
                  </a:lightRig>
                </a14:hiddenScene3d>
              </a:ext>
              <a:ext uri="{E45631CC-5BF2-4C18-A39C-3461C7D3F71A}">
                <a14:hiddenSp3d xmlns:a14="http://schemas.microsoft.com/office/drawing/2010/main" extrusionH="457200">
                  <a:contourClr>
                    <a:srgbClr val="000000"/>
                  </a:contourClr>
                </a14:hiddenSp3d>
              </a:ex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78" name="Grafik 77" descr="txp_fig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021707" y="4454937"/>
              <a:ext cx="50800" cy="105833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7357" dir="2700000" rotWithShape="0">
                      <a:scrgbClr r="0" g="0" b="0"/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>
                    <a:rot lat="0" lon="0" rev="0"/>
                  </a:camera>
                  <a:lightRig rig="threePt" dir="t">
                    <a:rot lat="0" lon="0" rev="0"/>
                  </a:lightRig>
                </a14:hiddenScene3d>
              </a:ext>
              <a:ext uri="{E45631CC-5BF2-4C18-A39C-3461C7D3F71A}">
                <a14:hiddenSp3d xmlns:a14="http://schemas.microsoft.com/office/drawing/2010/main" extrusionH="457200">
                  <a:contourClr>
                    <a:srgbClr val="000000"/>
                  </a:contourClr>
                </a14:hiddenSp3d>
              </a:ex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79" name="Grafik 78" descr="txp_fig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548671" y="4454937"/>
              <a:ext cx="50800" cy="105833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7357" dir="2700000" rotWithShape="0">
                      <a:scrgbClr r="0" g="0" b="0"/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>
                    <a:rot lat="0" lon="0" rev="0"/>
                  </a:camera>
                  <a:lightRig rig="threePt" dir="t">
                    <a:rot lat="0" lon="0" rev="0"/>
                  </a:lightRig>
                </a14:hiddenScene3d>
              </a:ext>
              <a:ext uri="{E45631CC-5BF2-4C18-A39C-3461C7D3F71A}">
                <a14:hiddenSp3d xmlns:a14="http://schemas.microsoft.com/office/drawing/2010/main" extrusionH="457200">
                  <a:contourClr>
                    <a:srgbClr val="000000"/>
                  </a:contourClr>
                </a14:hiddenSp3d>
              </a:ex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pic>
        <p:nvPicPr>
          <p:cNvPr id="6" name="Grafik 5" descr="txp_fi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0720" y="5356326"/>
            <a:ext cx="7985776" cy="77297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Grafik 2" descr="txp_fi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33076" y="6237312"/>
            <a:ext cx="6498631" cy="19359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rafik 8" descr="txp_fi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37856" y="2673962"/>
            <a:ext cx="5661714" cy="65895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4" name="Rechteck 63"/>
          <p:cNvSpPr/>
          <p:nvPr/>
        </p:nvSpPr>
        <p:spPr bwMode="auto">
          <a:xfrm>
            <a:off x="760724" y="2560551"/>
            <a:ext cx="7706307" cy="79860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6" name="Rechteck 65"/>
          <p:cNvSpPr/>
          <p:nvPr/>
        </p:nvSpPr>
        <p:spPr bwMode="auto">
          <a:xfrm>
            <a:off x="1085109" y="6183095"/>
            <a:ext cx="7706307" cy="30789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" name="Grafik 9" descr="txp_fig">
            <a:extLst>
              <a:ext uri="{FF2B5EF4-FFF2-40B4-BE49-F238E27FC236}">
                <a16:creationId xmlns:a16="http://schemas.microsoft.com/office/drawing/2014/main" id="{5754B443-CB1B-EB54-4C87-6D51BD7AFC91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88948" y="6250288"/>
            <a:ext cx="6498631" cy="19359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Grafik 11" descr="txp_fig">
            <a:extLst>
              <a:ext uri="{FF2B5EF4-FFF2-40B4-BE49-F238E27FC236}">
                <a16:creationId xmlns:a16="http://schemas.microsoft.com/office/drawing/2014/main" id="{DD53615E-2582-A18D-11FA-08B44AE64AD7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1013" y="2688778"/>
            <a:ext cx="5661714" cy="65895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4346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Wahr"/>
  <p:tag name="EMBEDFONTS" val="Falsch"/>
  <p:tag name="USEBOLDAMS" val="Falsch"/>
  <p:tag name="DEFAULTDISPLAYSOURCE" val="\documentclass{slides}&#10;\usepackage[ngerman]{babel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256"/>
  <p:tag name="DEFAULTBLEND" val="Falsch"/>
  <p:tag name="DEFAULTTRANSPARENT" val="Falsch"/>
  <p:tag name="DEFAULTWORKAROUNDTRANSPARENCYBUG" val="Falsch"/>
  <p:tag name="DEFAULTRESOLUTION" val="300"/>
  <p:tag name="DEFAULTMAGNIFICATION" val="0,8"/>
  <p:tag name="DEFAULTFONTSIZE" val="10"/>
  <p:tag name="DEFAULTWIDTH" val="526"/>
  <p:tag name="DEFAULTHEIGHT" val="34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7.41882"/>
  <p:tag name="ORIGINALWIDTH" val="959.3548"/>
  <p:tag name="LATEXADDIN" val="\documentclass[10pt]{slides}&#10;\usepackage{pstricks}&#10;%Layout&#10;\textwidth297mm&#10;%Macros&#10;\newcommand{\myitemi}{$\bullet$\hspace*{1ex}}&#10;\newcommand{\myenumi}[1]{#1\hspace*{1ex}}&#10;\newcommand{\mytitle}[1]{\bf\large #1}&#10;\pagestyle{empty}&#10;\begin{document}&#10; \begin{center}&#10; \bf &#10; {\large Kapitel 5: Relationen}&#10;  \end{center}&#10;\end{document}&#10;"/>
  <p:tag name="IGUANATEXSIZE" val="20"/>
  <p:tag name="IGUANATEXCURSOR" val="286"/>
  <p:tag name="TRANSPARENCY" val="Wahr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Prof.~Dr.~Andreas Vogt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37"/>
  <p:tag name="PICTUREFILESIZE" val="350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%layout&#10;\textwidth297mm&#10;%Macros&#10;\newcommand{\myitemi}{$\bullet$\hspace*{1ex}}&#10;\newcommand{\myenumi}[1]{{#1}\hspace*{1ex}}&#10;\newcommand{\mytitle}[1]{\bf\large #1}&#10;\newrgbcolor{mydarkblue}{0.0 0.0 0.4}&#10;\newrgbcolor{mydarkgreen}{0.0 0.4 0.0}&#10;\pagestyle{empty}&#10;\begin{document}&#10;{\bf\Large Mathematische Grundlagen der Informatik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74"/>
  <p:tag name="PICTUREFILESIZE" val="925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df}{\blue Definition:}&#10;\begin{document}&#10;&#10;&#10;\df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\mytitle{Relation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38"/>
  <p:tag name="PICTUREFILESIZE" val="243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df}{\blue Definition:}&#10;\begin{document}&#10;&#10;&#10;Es seien $A,B$ Mengen. Eine \gr{binäre Relation $R$ von $A$ nach $B$} ist eine Teilmenge von &#10;$A\times B$. 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350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df}{\blue Definition:}&#10;\begin{document}&#10;&#10;&#10;Es gilt also $R\subseteq A\times B$.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27"/>
  <p:tag name="PICTUREFILESIZE" val="326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.52772"/>
  <p:tag name="ORIGINALWIDTH" val="960.0093"/>
  <p:tag name="LATEXADDIN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df}{\blue Definition:}&#10;\begin{document}&#10;&#10;Anstelle von $(a,b)\in R$ schreibt man oft $aRb$ uns sagt: $a$ steht bzgl.~$R$ zu $b$&#10;in Relation.&#10;&#10;&#10;&#10;\end{document}&#10;"/>
  <p:tag name="IGUANATEXSIZE" val="20"/>
  <p:tag name="IGUANATEXCURSOR" val="49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bspe}{\blue Beispiele:}&#10;\newcommand{\df}{\blue Definition:}&#10;\begin{document}&#10;&#10;&#10;\bspe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1"/>
  <p:tag name="PICTUREFILESIZE" val="194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bspe}{\blue Beispiele:}&#10;\newcommand{\df}{\blue Definition:}&#10;\newcommand{\set}[1]{\left\{#1\right\}}&#10;\begin{document}&#10;&#10;&#10;Es sei $R=\set{(x,y)\in M\times M\mid x\mbox{ ist Grossvater von }y}$.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27"/>
  <p:tag name="PICTUREFILESIZE" val="685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bspe}{\blue Beispiele:}&#10;\newcommand{\df}{\blue Definition:}&#10;\newcommand{\set}[1]{\left\{#1\right\}}&#10;\begin{document}&#10;&#10;&#10;Also $R=\set{\mbox{(Peter, Fritz), (Peter, Julia)}}$.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10"/>
  <p:tag name="PICTUREFILESIZE" val="520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bspe}{\blue Beispiele:}&#10;\newcommand{\df}{\blue Definition:}&#10;\newcommand{\set}[1]{\left\{#1\right\}}&#10;\begin{document}&#10;&#10;&#10;Peter steht z.B.~bzgl.~$R$ in Relation mit Fritz, aber nicht mit Laura.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88"/>
  <p:tag name="PICTUREFILESIZE" val="769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itm{(2)}{Es sei $R=\set{(x,y)\in\mN\times\mN&#10;\mid x\mbox{ ist grösser oder gleich  }y}$.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92"/>
  <p:tag name="PICTUREFILESIZE" val="759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1)}{Gegeben sei die Menge&#10;$M=\set{\mbox{Suzanne, Peter, Lisa, Nicole, Hans, Laura, Fritz, Julia}}$&#10;und folgender Stammbaum: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435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.70961"/>
  <p:tag name="ORIGINALWIDTH" val="960.0093"/>
  <p:tag name="LATEXADDIN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Wenn $A=B$ sagt man, dass $R$ eine \gr{Relation auf $A$} ist. Dann heisst $R$ \gr{homogen}, andernfalls \gr{heterogen}.&#10;&#10;&#10;&#10;\end{document}&#10;"/>
  <p:tag name="IGUANATEXSIZE" val="20"/>
  <p:tag name="IGUANATEXCURSOR" val="734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Dann gilt z.B.~$(17,4)\in R$, also $17R4$.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79"/>
  <p:tag name="PICTUREFILESIZE" val="492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Anstelle $xRy$ schreibt man bei dieser Relation $x\geq y$.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25"/>
  <p:tag name="PICTUREFILESIZE" val="655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bspe}{\blue Beispiele:}&#10;\newcommand{\df}{\blue Definition:}&#10;\newcommand{\set}[1]{\left\{#1\right\}}&#10;\begin{document}&#10;&#10;&#10; $R$ ist eine Relation auf $M$.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63"/>
  <p:tag name="PICTUREFILESIZE" val="372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bspe}{\blue Beispiele:}&#10;\newcommand{\df}{\blue Definition:}&#10;\newcommand{\set}[1]{\left\{#1\right\}}&#10;\begin{document}&#10;&#10;&#10; $R$ ist eine Relation auf $\mathbb{N}$.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55"/>
  <p:tag name="PICTUREFILESIZE" val="370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\mytitle{Relationen: Veranschaulichung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07"/>
  <p:tag name="PICTUREFILESIZE" val="527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.90992"/>
  <p:tag name="ORIGINALWIDTH" val="959.7911"/>
  <p:tag name="LATEXADDIN" val="\documentclass{slides} &#10;&#10;\include{macros}&#10;&#10;\begin{document}&#10;&#10;&#10;Binäre Relationen werden häufig so dargestellt, dass man &#10;einen Pfeil von jedem Element $a\in A$ &#10;zu jedem Element $b\in B$ mit $aRb$ zeichnet. Es entsteht ein sogenannter \gr{bipartiter Graph}.&#10;&#10;&#10;&#10;\end{document}&#10;"/>
  <p:tag name="IGUANATEXSIZE" val="20"/>
  <p:tag name="IGUANATEXCURSOR" val="4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bspe}{\blue Beispiele:}&#10;\newcommand{\df}{\blue Definition:}&#10;\newcommand{\set}[1]{\left\{#1\right\}}&#10;\begin{document}&#10;&#10;&#10;$R=\set{\mbox{(Peter, Fritz), (Peter, Julia)}}$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53"/>
  <p:tag name="PICTUREFILESIZE" val="455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itm{(1)}{$M=\set{\mbox{Suzanne, Peter, Lisa, Nicole, Hans, Laura, Fritz, Julia}}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62"/>
  <p:tag name="PICTUREFILESIZE" val="791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bspe}{\blue Beispiele:}&#10;\newcommand{\df}{\blue Definition:}&#10;\newcommand{\set}[1]{\left\{#1\right\}}&#10;\begin{document}&#10;\bspe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1"/>
  <p:tag name="PICTUREFILESIZE" val="194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center{Suzanne\\ Peter\\ Lisa\\ Nicole\\ Hans\\ Laura\\ Fritz\\ Julia}&#10;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83"/>
  <p:tag name="PICTUREFILESIZE" val="670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center{Suzanne\\ Peter\\ Lisa\\ Nicole\\ Hans\\ Laura\\ Fritz\\ Julia}&#10;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83"/>
  <p:tag name="PICTUREFILESIZE" val="670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itm{(2)}{ $R=\set{(x,y)\in\mN\times\mN&#10;\mid x\mbox{ ist grösser oder gleich  }y}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19"/>
  <p:tag name="PICTUREFILESIZE" val="700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center{1\\2\\3\\4\\ $\vdots$}&#10;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2"/>
  <p:tag name="PICTUREFILESIZE" val="155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center{1\\2\\3\\4\\ $\vdots$}&#10;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2"/>
  <p:tag name="PICTUREFILESIZE" val="155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\mytitle{Relationen: Eigenschaft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48"/>
  <p:tag name="PICTUREFILESIZE" val="469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df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Eine Relation $R$ auf einer Menge $M$ heisst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27"/>
  <p:tag name="PICTUREFILESIZE" val="540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1)}{\gr{reflexiv}, falls $\forall x\in M:xRx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04"/>
  <p:tag name="PICTUREFILESIZE" val="508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2)}{\gr{symmetrisch}, falls $\forall x,y\in M:xRy\Rightarrow yRx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50"/>
  <p:tag name="PICTUREFILESIZE" val="712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3)}{\gr{antisymmetrisch}, falls $\forall x,y\in M: xRy\Rightarrow \left(\neg(yRx)\vee x=y\right)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17"/>
  <p:tag name="PICTUREFILESIZE" val="946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4)}{\gr{transitiv}, falls $\forall x,y,z\in M:\left(&#10;(x,y)\in R\wedge (y,z)\in R\right)\Rightarrow (x,z)\in R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70"/>
  <p:tag name="PICTUREFILESIZE" val="894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\bspe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1"/>
  <p:tag name="PICTUREFILESIZE" val="194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bspe}{\blue Beispiele:}&#10;\newcommand{\df}{\blue Definition:}&#10;\newcommand{\set}[1]{\left\{#1\right\}}&#10;\begin{document}&#10;&#10;&#10;\itm{(1)}{ $R=\set{(x,y)\in M\times M\mid x\mbox{ ist Grossvater von }y}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96"/>
  <p:tag name="PICTUREFILESIZE" val="666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bspe}{\blue Beispiele:}&#10;\newcommand{\df}{\blue Definition:}&#10;\newcommand{\set}[1]{\left\{#1\right\}}&#10;\begin{document}&#10;&#10;&#10;\itm{--}{nicht reflexiv, da niemand sein eigener Grossvater ist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59"/>
  <p:tag name="PICTUREFILESIZE" val="640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bspe}{\blue Beispiele:}&#10;\newcommand{\df}{\blue Definition:}&#10;\newcommand{\set}[1]{\left\{#1\right\}}&#10;\begin{document}&#10;&#10;&#10;\itm{--}{nicht symmetrisch: wenn $x$ der Grossvater von $y$ ist, &#10;dann kann nicht $y$ der Grossvater von $x$ sein}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145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bspe}{\blue Beispiele:}&#10;\newcommand{\df}{\blue Definition:}&#10;\newcommand{\set}[1]{\left\{#1\right\}}&#10;\begin{document}&#10;&#10;&#10;\itm{--}{antisymmetrisch: wenn $x$ der Grossvater von $y$ ist, &#10;dann ist sicher nicht $y$ der Grossvater von $x$}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158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&#10;\newcommand{\bspe}{\blue Beispiele:}&#10;\newcommand{\df}{\blue Definition:}&#10;\newcommand{\set}[1]{\left\{#1\right\}}&#10;\begin{document}&#10;&#10;&#10;\itm{--}{nicht transitiv: wenn $x$ der Grossvater von $y$ ist, &#10;und $y$ der von $z$, dann ist nicht $x$ Grossvater von $z$ (sondern&#10;Ururgrossvater)}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429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\mytitle{Relationen: Eigenschaft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48"/>
  <p:tag name="PICTUREFILESIZE" val="469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df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Eine Relation $R$ auf einer Menge $M$ heisst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27"/>
  <p:tag name="PICTUREFILESIZE" val="540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1)}{\gr{reflexiv}, falls $\forall x\in M:xRx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04"/>
  <p:tag name="PICTUREFILESIZE" val="508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2)}{\gr{symmetrisch}, falls $\forall x,y\in M:xRy\Rightarrow yRx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50"/>
  <p:tag name="PICTUREFILESIZE" val="712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3)}{\gr{antisymmetrisch}, falls $\forall x,y\in M: xRy\Rightarrow \left(\neg(yRx)\vee x=y\right)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17"/>
  <p:tag name="PICTUREFILESIZE" val="946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4)}{\gr{transitiv}, falls $\forall x,y,z\in M:\left(&#10;(x,y)\in R\wedge (y,z)\in R\right)\Rightarrow (x,z)\in R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70"/>
  <p:tag name="PICTUREFILESIZE" val="894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\bspe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1"/>
  <p:tag name="PICTUREFILESIZE" val="194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itm{(2)}{$R=\set{(x,y)\in\mN\times\mN&#10;\mid x\mbox{ ist grösser oder gleich }y}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19"/>
  <p:tag name="PICTUREFILESIZE" val="700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itm{--}{reflexiv, da jedes $x$ grösser oder gleich $x$ ist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63"/>
  <p:tag name="PICTUREFILESIZE" val="56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itm{--}{nicht symmetrisch, da z.B.~$17\geq 4$, aber $\neg(4\geq 17)$}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34"/>
  <p:tag name="PICTUREFILESIZE" val="610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itm{--}{antisymmetrisch, da $x\geq y$ bedeutet, dass entweder $x=y$ oder&#10;$\neg(y\geq x)$}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820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itm{--}{transitiv, da $x\geq y$ und $y\geq z$ impliziert, dass &#10;$x\geq z$}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25"/>
  <p:tag name="PICTUREFILESIZE" val="6199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\mytitle{Relationen: Eigenschaft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48"/>
  <p:tag name="PICTUREFILESIZE" val="469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df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Eine Relation $R$ auf einer Menge $M$ heisst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27"/>
  <p:tag name="PICTUREFILESIZE" val="540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1)}{\gr{reflexiv}, falls $\forall x\in M:xRx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04"/>
  <p:tag name="PICTUREFILESIZE" val="508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2)}{\gr{symmetrisch}, falls $\forall x,y\in M:xRy\Rightarrow yRx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50"/>
  <p:tag name="PICTUREFILESIZE" val="712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3)}{\gr{antisymmetrisch}, falls $\forall x,y\in M: xRy\Rightarrow \left(\neg(yRx)\vee x=y\right)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17"/>
  <p:tag name="PICTUREFILESIZE" val="946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4)}{\gr{transitiv}, falls $\forall x,y,z\in M:\left(&#10;(x,y)\in R\wedge (y,z)\in R\right)\Rightarrow (x,z)\in R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70"/>
  <p:tag name="PICTUREFILESIZE" val="89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blue Aufgabe: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89"/>
  <p:tag name="PICTUREFILESIZE" val="200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itm{(3)}{$R=\set{(x,y)\in\mN\times\mN&#10;\mid x=y}$ auf $\mathbb{N}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74"/>
  <p:tag name="PICTUREFILESIZE" val="519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itm{(2)}{$R=\set{(x,y)\in M\times M\mid x\mbox{ und } y  \mbox{ haben &#10;eine gemeinsame Grossmutter}}$,&#10;wobei $M$ die Menge aller Menschen bezeichne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468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Untersuchen Sie  bei den folgenden Relationen, welche Eigenschaften erfüllt sind: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865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reflexiv, symmetrisch, nicht antisymmetrisch, nicht transitiv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04"/>
  <p:tag name="PICTUREFILESIZE" val="634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reflexiv, symmetrisch, antisymmetrisch, transitiv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87"/>
  <p:tag name="PICTUREFILESIZE" val="540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itm{(1)}{$R=\set{(a,b),(b,a),(a,c), (b,b), (b,c)}$ auf $M=\set{a,b,c}$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56"/>
  <p:tag name="PICTUREFILESIZE" val="6449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nicht reflexiv, nicht symmetrisch, nicht antisymmetrisch, nicht transitiv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708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\mytitle{Verknüpfen von Relation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59"/>
  <p:tag name="PICTUREFILESIZE" val="496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df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330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Es seien $A,B,C$ Mengen, $R$ eine Relation von $A$ nach $B$ und&#10;$S$ eine Relation von $B$ nach $C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947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Dann ist $S\circ R$, die sogenannte \gr{Verknüpfung von &#10;$R$ und $S$}, eine Relation von $A$ nach $C$, die so definiert ist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4987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3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Für $a\in A$ und $c\in C$ gilt&#10;$a(S\circ R)c$ genau dann, wenn ein $b\in B$ existiert mit&#10;$aRb$ und $bSc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021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bsp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80"/>
  <p:tag name="PICTUREFILESIZE" val="185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&#10;\include{macros}&#10;\begin{document}&#10;&#10;Es seien $A=\set{\mbox{Peter, Klaus, Hans}}$, $B=\set{\mbox{Fortran, Java, C}}$ und\\&#10;$C=\set{\mbox{Buchhaltungssoftware, Online-Shop, Steuersoftware}}.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44"/>
  <p:tag name="PICTUREFILESIZE" val="1448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Es sei $R=\set{\mbox{(Peter, Fortran), (Peter, Java), (Klaus, Fortran), (Hans, Java), (Hans, C)}}$&#10;die Relation, welche angibt, welcher Mitarbeiter welche Prorammiersprache beherrscht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9586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Es sei $S=\{\mbox{(Fortran, Buchhaltungssoftware), (Java, Online-Shop), (C, Online-Shop)},$\\&#10;$\mbox{ &#10;(C, Steuersoftware)}\}$&#10;die Relation, welche angibt, welche Programmiersprache in welchen Anwendungen &#10;verwendet wird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2376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$R$ ist eine Relation von $A$ nach $B$ und $S$ ist eine Relation von $B$ nach $C$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7355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Wir können also die Relation $S\circ R$ von $A$ nach $C$ bilden: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72"/>
  <p:tag name="PICTUREFILESIZE" val="6847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$S\circ R=\{&#10;\mbox{(Peter, Buchhaltungssoftware), (Peter, Online-Shop),&#10;(Klaus, Buchhaltungssoftware),}$ \\ $\mbox{(Hans, Online-Shop), (Hans, Steuersofware)}&#10;\}$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737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$S\circ R$ gibt an, welcher Mitarbeiter zu welcher Anwendung beitragen kann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832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Also: &#10;$S\circ R=\set{(a,c)\in A\times C\mid \exists b\in B: aRb\wedge b Sc}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85"/>
  <p:tag name="PICTUREFILESIZE" val="641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red Machmal findet man in der Literatur die Schreibweise $R\circ S$ dafür!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67"/>
  <p:tag name="PICTUREFILESIZE" val="757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\mytitle{inverse Relatio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09"/>
  <p:tag name="PICTUREFILESIZE" val="3177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df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Es seien $A,B$ Mengen und $R$ eine Relation von $A$ nach $B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83"/>
  <p:tag name="PICTUREFILESIZE" val="646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Für $b\in B$ und $a\in A$ gilt&#10;$b R^{-1} a$ genau dann, wenn  $aRb$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52"/>
  <p:tag name="PICTUREFILESIZE" val="6696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\bsp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80"/>
  <p:tag name="PICTUREFILESIZE" val="185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Dann ist $R^{-1}$, die sogenannte \gr{inverse Relation von $R$},&#10; eine Relation von $B$ nach $A$, &#10;die so definiert ist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4436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Es seien $A=\set{\mbox{Peter, Klaus, Hans}}$ und $B=\set{\mbox{Fortran, Java, C}}$ 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50"/>
  <p:tag name="PICTUREFILESIZE" val="745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Es sei $R=\set{\mbox{(Peter, Fortran), (Peter, Java), (Klaus, Fortran), (Hans, Java), (Hans, C)}}$&#10;die Relation, welche angibt, welcher Mitarbeiter welche Prorammiersprache beherrscht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9586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Dann ist  $R^{-1}=\set{\mbox{(Fortran,Peter), (Java,Peter), (Fortran,Klaus),&#10; (Java,Hans), (C,Hans)}}$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9658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die Relation, welche angibt, welche Prorammiersprache von welchem Mitarbeiter &#10;beherrscht wird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155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Also:&#10;$R^{-1} =\set{(b,a)\in B\times A\mid aRb}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39"/>
  <p:tag name="PICTUREFILESIZE" val="4797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\mytitle{Äquivalenzrelation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71"/>
  <p:tag name="PICTUREFILESIZE" val="4239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df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07331"/>
  <p:tag name="ORIGINALWIDTH" val="960.2275"/>
  <p:tag name="LATEXADDIN" val="\documentclass{slides} &#10;\include{macros}&#10;\begin{document}&#10;&#10;&#10;Eine Relation $R$ auf einer Menge $M$ heisst&#10;\gr{\&quot;Aquivalenzrelation}, falls $R$ reflexiv, symmetrisch und transitiv ist. F\&quot;ur $xRy$ heisst $x$ \gr{\&quot;aquivalent} zu $y$.&#10;&#10;&#10;\end{document}&#10;"/>
  <p:tag name="IGUANATEXSIZE" val="20"/>
  <p:tag name="IGUANATEXCURSOR" val="23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blue Beispiele (für Äquivalenzrelationen):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63"/>
  <p:tag name="PICTUREFILESIZE" val="511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Äquivalenzrelationen zerlegen die zu Grunde liegende Menge in sogenannte&#10;\gr{Äquivalenzklassen}, die jeweils alle Elemente enthalten, die&#10;bzgl.~eines Merkmals äquivalent sind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20733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itm{(1)}{$R_1=\set{(x,y)\in S\times S\mid x\mbox{ und } y  \mbox{ liegen im selben Land}}$,&#10;wobei $S$ die Menge aller Städte bezeichne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274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df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3"/>
  <p:tag name="PICTUREFILESIZE" val="1837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Es sei $R$ eine Äquivalenzrelation auf der Menge $M$. Dann heisst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46"/>
  <p:tag name="PICTUREFILESIZE" val="7829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$[x]_R:=\set{y\in M\mid xRy}$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11"/>
  <p:tag name="PICTUREFILESIZE" val="324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gr{$R$-Äquivalenzklasse von $x$}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60"/>
  <p:tag name="PICTUREFILESIZE" val="5616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Wenn der Kontext klar ist, sagt man kurz \gr{Äquivalenzklasse von $x$} und schreibt&#10;$[x]$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220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bspe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91"/>
  <p:tag name="PICTUREFILESIZE" val="1947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In obigem Beispiel (1) gilt etwa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19"/>
  <p:tag name="PICTUREFILESIZE" val="458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$[$Bern$]_{R_1}=\set{\mbox{Basel, Zürich, Genf, Lausanne\ldots}}=\set{x\in S\mid x\mbox{ ist eine Stadt&#10;in der Schweiz}}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0516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$[$Paris$]_{R_1}=\set{\mbox{Paris, Lyon, Marseille\ldots}}=\set{x\in S\mid x\mbox{ ist eine Stadt&#10;in Frankreich}}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9429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Äquivalenzklassen gruppieren also Elemente, die von einem gewissen &#10;Blickwinkel ``gleich'' sind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1903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\itm{(2)}{$R_2=\set{(x,y)\in M\times M\mid x\mbox{ und } y  \mbox{ &#10;sind gleich gross}}$,&#10;wobei $M$ die Menge aller Menschen bezeichne}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310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.21843"/>
  <p:tag name="ORIGINALWIDTH" val="959.7911"/>
  <p:tag name="LATEXADDIN" val="\documentclass{slides}&#10;\include{macros}&#10;\begin{document}&#10;&#10;&#10;$[$Basel$]_{R_1}=\set{\mbox{Basel, Zürich, Genf, Lausanne\ldots}}=\set{x\in S\mid x\mbox{ ist eine Stadt&#10;in der Schweiz}}$&#10;&#10;\end{document}&#10;"/>
  <p:tag name="IGUANATEXSIZE" val="20"/>
  <p:tag name="IGUANATEXCURSOR" val="3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$[$Bern$]_{R_1}=\set{\mbox{Basel, Zürich, Genf, Lausanne\ldots}}=\set{x\in S\mid x\mbox{ ist eine Stadt&#10;in der Schweiz}}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0516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$[$Paris$]_{R_1}=\set{\mbox{Paris, Lyon, Marseille\ldots}}=\set{x\in S\mid x\mbox{ ist eine Stadt&#10;in Frankreich}}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9429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.21843"/>
  <p:tag name="ORIGINALWIDTH" val="959.7911"/>
  <p:tag name="LATEXADDIN" val="\documentclass{slides}&#10;\include{macros}&#10;\begin{document}&#10;&#10;&#10;$[$Basel$]_{R_1}=\set{\mbox{Basel, Zürich, Genf, Lausanne\ldots}}=\set{x\in S\mid x\mbox{ ist eine Stadt&#10;in der Schweiz}}$&#10;&#10;\end{document}&#10;"/>
  <p:tag name="IGUANATEXSIZE" val="20"/>
  <p:tag name="IGUANATEXCURSOR" val="39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\mytitle{Äquivalenzrelation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71"/>
  <p:tag name="PICTUREFILESIZE" val="4239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Die Äquivalenzklassen von Bern und Basel sind identisch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79"/>
  <p:tag name="PICTUREFILESIZE" val="7098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Die Äquivalenzklassen von Paris und Bern enthalten kein gemeinsames Element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915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Für ein solches Element $x$ würde nämlich gelten, dass sowohl (Bern $R_1$ $x$) als auch&#10;(Paris $R_1$ $x$), also würde $x$ im selben Land liegen wie Bern und Paris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7347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Zudem liegt jede Stadt $x$ in seiner eigenen Äquivalenzklasse $[x]_{R_1}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68"/>
  <p:tag name="PICTUREFILESIZE" val="8169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$R_1$ induziert also eine {\bf Partition} der Menge $S$, und zwar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65"/>
  <p:tag name="PICTUREFILESIZE" val="71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$P=\{ \set{\mbox{alle Städte von Afghanistan}}, \set{\mbox{alle Städte von Ägypten}},&#10;\set{\mbox{alle Städte von Albanien}},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1238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$\ldots,\set{\mbox{alle Städte von Zypern}} \}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98"/>
  <p:tag name="PICTUREFILESIZE" val="415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&#10;$[$Bern$]_{R_1}=\set{\mbox{Basel, Zürich, Genf, Lausanne\ldots}}=\set{x\in S\mid x\mbox{ ist eine Stadt&#10;in der Schweiz}}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0516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$[$Basel$]_{R_1}=\set{\mbox{Basel, Zürich, Genf, Lausanne\ldots}}=\set{x\in S\mid x\mbox{ ist eine Stadt&#10;in der Schweiz}}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041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$[$Paris$]_{R_1}=\set{\mbox{Paris, Lyon, Marseille\ldots}}=\set{x\in S\mid x\mbox{ ist eine Stadt&#10;in Frankreich}}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9429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\mytitle{Äquivalenzrelation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71"/>
  <p:tag name="PICTUREFILESIZE" val="4239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\blue Satz: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9"/>
  <p:tag name="PICTUREFILESIZE" val="1516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Wir zeigen: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12"/>
  <p:tag name="PICTUREFILESIZE" val="226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\itm{(1)}{Zwei Äquivalenzklassen $[x]$ und $[y]$ sind entweder gleich oder enthalten&#10;kein gemeinsames Element.}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315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\itm{(2)}{Die Vereinigung aller Äquivalenzklassen ergibt $M$.}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42"/>
  <p:tag name="PICTUREFILESIZE" val="7099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Zu (1): Es sei $a\in[x]\cap[y]$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68"/>
  <p:tag name="PICTUREFILESIZE" val="3715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Wir zeigen nun, dass $[x]=[y]$, 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06"/>
  <p:tag name="PICTUREFILESIZE" val="4279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also $[x]\subseteq [y]$ und $[y]\subseteq[x]$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63"/>
  <p:tag name="PICTUREFILESIZE" val="3536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Wir zeigen, dass $[x]\subseteq[y]$. Die Tatsache,  dass $[y]\subseteq[x]$ zeigt man analog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8797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Es sei also $b\in[x]$ beliebig. Wir müssen zeigen, dass $b\in[y]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98"/>
  <p:tag name="PICTUREFILESIZE" val="7217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$b\in [x]$ bedeutet, dass $xRb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66"/>
  <p:tag name="PICTUREFILESIZE" val="3963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Aus $a\in [x]\cap[y]$ folgt insbesondere $a\in[x]$, also $xRa$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521"/>
  <p:tag name="PICTUREFILESIZE" val="6665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und $a\in[y]$, also $yRa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12"/>
  <p:tag name="PICTUREFILESIZE" val="3247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Aus $xRa$ folgt $aRx$, da $R$ symmetrisch ist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22"/>
  <p:tag name="PICTUREFILESIZE" val="5463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Aus $yRa$ und $aRx$ folgt $yRx$, da $R$ transitiv ist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70"/>
  <p:tag name="PICTUREFILESIZE" val="6108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Aus $yRx$ und $xRb$ folgt $yRb$, da $R$ transitiv ist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65"/>
  <p:tag name="PICTUREFILESIZE" val="613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$yRb$ bedeutet $b\in[y]$, und das war zu zeigen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46"/>
  <p:tag name="PICTUREFILESIZE" val="5834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Zu (2): Dies ist klar, da jedes $x\in M$ in einer Äquivalenzklasse liegt, etwa&#10;in $[x]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001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Eine Äquivalenrelation $R$ induziert eine Partition der zu Grunde liegenden Menge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936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\blue Beweis: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3"/>
  <p:tag name="PICTUREFILESIZE" val="1763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\mytitle{Äquivalenzrelation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71"/>
  <p:tag name="PICTUREFILESIZE" val="4239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Gegeben sei nun die Menge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78"/>
  <p:tag name="PICTUREFILESIZE" val="381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und die folgende Partition dieser Menge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08"/>
  <p:tag name="PICTUREFILESIZE" val="4977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Dann induziert diese Partition die Äquivalenzrelation $R$ mit $xRy$ falls $x$ und $y$&#10;dieselbe Form haben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2179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$M=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6"/>
  <p:tag name="PICTUREFILESIZE" val="1337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\mytitle{Äquivalenzrelation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71"/>
  <p:tag name="PICTUREFILESIZE" val="4239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\blue Satz: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49"/>
  <p:tag name="PICTUREFILESIZE" val="1516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.12748"/>
  <p:tag name="ORIGINALWIDTH" val="960.0093"/>
  <p:tag name="LATEXADDIN" val="\documentclass{slides} \include{macros}&#10;\begin{document}&#10;Eine Partition  $P$ einer Menge $M$ induziert eine Äquivalenzrelation auf dieser Menge.&#10;&#10;&#10;\end{document}&#10;"/>
  <p:tag name="IGUANATEXSIZE" val="20"/>
  <p:tag name="IGUANATEXCURSOR" val="28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Die Relation $R$ sei so definiert, dass $xRy$, genau dann, wenn $x$ und $y$ in derselben Menge &#10;von $P$ liegen.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12285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Dann ist $R$ eine Äquivalenzrelation: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55"/>
  <p:tag name="PICTUREFILESIZE" val="4805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1)}{$R$ ist reflexiv, da trivialerweise $xRx$, da $x$ und $x$ in der selben Menge von &#10;$P$ liegen.}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978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.67323"/>
  <p:tag name="ORIGINALWIDTH" val="959.7911"/>
  <p:tag name="LATEXADDIN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2)}{$R$ ist symmetrisch, da wenn $xRy$, also wenn $x$ und $y$ in der selben Menge von &#10;$P$ liegen, dann liegen auch $y$ und $x$ in derselben Menge von $P$, also &#10;$yRx$.}&#10;&#10;&#10;\end{document}&#10;"/>
  <p:tag name="IGUANATEXSIZE" val="20"/>
  <p:tag name="IGUANATEXCURSOR" val="771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43716"/>
  <p:tag name="ORIGINALWIDTH" val="959.573"/>
  <p:tag name="LATEXADDIN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{(3)}{$R$ ist transitiv, da wenn $xRy$ und $yRz$, also wenn $x$ und $y$ in der selben Menge von &#10;$P$ liegen und&#10;$y$ und $z$ in der selben Menge von &#10;$P$ liegen, dann liegen auch $x$ und $z$ in derselben Menge wie $P$, also &#10;$xRz$.}&#10;&#10;&#10;\end{document}&#10;"/>
  <p:tag name="IGUANATEXSIZE" val="20"/>
  <p:tag name="IGUANATEXCURSOR" val="666"/>
  <p:tag name="TRANSPARENCY" val="Falsch"/>
  <p:tag name="FILENAME" val=""/>
  <p:tag name="LATEXENGINEID" val="0"/>
  <p:tag name="TEMPFOLDER" val=".\"/>
  <p:tag name="LATEXFORMHEIGHT" val="312"/>
  <p:tag name="LATEXFORMWIDTH" val="384"/>
  <p:tag name="LATEXFORMWRAP" val="Wahr"/>
  <p:tag name="BITMAPVECTOR" val="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.98236"/>
  <p:tag name="ORIGINALWIDTH" val="960.0093"/>
  <p:tag name="LATEXADDIN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\red \&quot;Aquivalenzrelationen induzieren eine Partition der zu Grunde liegenden Menge -- und umgekehrt!&#10;&#10;&#10;\end{document}&#10;"/>
  <p:tag name="IGUANATEXSIZE" val="20"/>
  <p:tag name="IGUANATEXCURSOR" val="622"/>
  <p:tag name="TRANSPARENCY" val="Falsch"/>
  <p:tag name="LATEXENGINEID" val="0"/>
  <p:tag name="TEMPFOLDER" val="C:\Users\andreas.vogt\OneDrive - FHNW\Unterricht\"/>
  <p:tag name="LATEXFORMHEIGHT" val="312"/>
  <p:tag name="LATEXFORMWIDTH" val="384"/>
  <p:tag name="LATEXFORMWRAP" val="Wahr"/>
  <p:tag name="BITMAPVECTOR" val="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\blue Beweis:&#10;&#10;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3"/>
  <p:tag name="PICTUREFILESIZE" val="1763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\mytitle{Äquivalenzrelationen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271"/>
  <p:tag name="PICTUREFILESIZE" val="4239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&#10;\usepackage{pstricks}&#10;\usepackage{color}&#10;\usepackage[ansinew]{inputenc}&#10;\usepackage{amssymb}&#10;\usepackage{enumitem}&#10;%layout&#10;\textwidth297mm&#10;%Macros&#10;\newcommand{\myitemi}{$\bullet$\hspace*{1ex}}&#10;\newcommand{\myenumi}[1]{{#1}\hspace*{1ex}}&#10;\newcommand{\mytitle}[1]{\bf\large #1}&#10;\newrgbcolor{mydarkblue}{0.0 0.0 0.4}&#10;\newrgbcolor{mydarkgreen}{0.0 0.4 0.0}&#10;\newcommand{\gr}[1]{{\mydarkgreen#1}}&#10;\newcommand{\itm}[2]{&#10;\begin{enumerate}&#10;\item[#1] #2&#10;\end{enumerate}&#10;}&#10;&#10;\pagestyle{empty}&#10;\begin{document}&#10;\blue Aufgaben: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02"/>
  <p:tag name="PICTUREFILESIZE" val="2164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E{Es seien $M=\set{-4,-3,-2,-1,1,2,3,4}$ und $R=\set{(x,y)\in M\times M\mid x\cdot y&gt;0}$.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8916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\itmZ{Es seien $M=$}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178"/>
  <p:tag name="PICTUREFILESIZE" val="276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und $P=$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84"/>
  <p:tag name="PICTUREFILESIZE" val="1505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6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Zeigen Sie, dass $R$ eine Äquivalenzrelation auf $M$ ist, und geben Sie&#10;die dadurch induzierte Partition von $M$ an. Machen Sie sich noch einmal klar,&#10;dass dies tatsächlich eine Partition von $M$ ist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22207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6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eine Partition dieser Menge. Beschreiben Sie die durch $P$ induzierte &#10;Äquivalenz\-relation auf $M$. Machen Sie sich noch einmal klar, dass dies &#10;tatsächlich eine Äquivalenzrelation ist.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20"/>
  <p:tag name="PICTUREFILESIZE" val="2108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6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Die Äquivalenzrealtion ist die Relation&#10;\ldots hat die gleiche Farbe wie\ldots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09"/>
  <p:tag name="PICTUREFILESIZE" val="801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Es ist $[-4]_R=\{ -4,-3,-2,-1 \}\quad (=[-3]_R=[-2]_R=[-1]_R)$ und\\&#10;$[1]_R=\{1,2,3,4\}\quad (=[2]_R=[3]_R=[4]_R)$, also\\&#10;$P=\{\{-4,-3,-2,-1\},\{1,2,3,4\}\}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62"/>
  <p:tag name="PICTUREFILESIZE" val="1502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6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Die Äquivalenzrealtion ist die Relation&#10;\ldots hat die gleiche Farbe wie\ldots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709"/>
  <p:tag name="PICTUREFILESIZE" val="8012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Es ist $[-4]_R=\{ -4,-3,-2,-1 \}\quad (=[-3]_R=[-2]_R=[-1]_R)$ und\\&#10;$[1]_R=\{1,2,3,4\}\quad (=[2]_R=[3]_R=[4]_R)$, also\\&#10;$P=\{\{-4,-3,-2,-1\},\{1,2,3,4\}\}$.&#10;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662"/>
  <p:tag name="PICTUREFILESIZE" val="1502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,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"/>
  <p:tag name="PICTUREFILESIZE" val="942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,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"/>
  <p:tag name="PICTUREFILESIZE" val="94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,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"/>
  <p:tag name="PICTUREFILESIZE" val="942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 \usepackage{pstricks} \usepackage{color} &#10;\usepackage[ansinew]{inputenc} \usepackage{amssymb} \usepackage{enumitem}&#10;\textwidth297mm \pagestyle{empty}&#10;\newcommand{\mytitle}[1]{\bf\large #1} \newrgbcolor{mydarkgreen}{0.0 0.4 0.0}&#10;\newcommand{\gr}[1]{{\mydarkgreen#1}}&#10;\newcommand{\itm}[2]{ \begin{enumerate} \item[#1] #2 \end{enumerate} }&#10;\newcommand{\itmE}[1]{ \begin{enumerate} \item[(1)] #1 \end{enumerate} }&#10;\newcommand{\itmZ}[1]{ \begin{enumerate} \item[(2)] #1 \end{enumerate} }&#10;\newcommand{\itmD}[1]{ \begin{enumerate} \item[(3)] #1 \end{enumerate} }&#10;\newcommand{\bsp}{\blue Beispiel:} \newcommand{\bspe}{\blue Beispiele:} &#10;\newcommand{\df}{\blue Definition:}&#10;\newcommand{\set}[1]{\left\{#1\right\}} \newcommand{\mN}{\mathbb{N}} &#10;\newcommand{\mR}{\mathbb{R}} \newcommand{\mQ}{\mathbb{Q}}&#10;\begin{document}&#10;&#10;,&#10;\end{document}&#10;"/>
  <p:tag name="FILENAME" val="txp_fig"/>
  <p:tag name="FORMAT" val="png256"/>
  <p:tag name="RES" val="300"/>
  <p:tag name="BLEND" val="0"/>
  <p:tag name="TRANSPARENT" val="0"/>
  <p:tag name="TBUG" val="0"/>
  <p:tag name="ALLOWFS" val="0"/>
  <p:tag name="ORIGWIDTH" val="3"/>
  <p:tag name="PICTUREFILESIZE" val="942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A96C0376D138147AFD8A93DB6072E62" ma:contentTypeVersion="3" ma:contentTypeDescription="Ein neues Dokument erstellen." ma:contentTypeScope="" ma:versionID="7b6183dba92cfb1dc3c728ebc8e40250">
  <xsd:schema xmlns:xsd="http://www.w3.org/2001/XMLSchema" xmlns:xs="http://www.w3.org/2001/XMLSchema" xmlns:p="http://schemas.microsoft.com/office/2006/metadata/properties" xmlns:ns2="21bf46ba-4ab2-48e1-878b-391588be817c" targetNamespace="http://schemas.microsoft.com/office/2006/metadata/properties" ma:root="true" ma:fieldsID="738911e9f4fe1455424c4f27595063a5" ns2:_="">
    <xsd:import namespace="21bf46ba-4ab2-48e1-878b-391588be81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f46ba-4ab2-48e1-878b-391588be81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62E360-B200-4E36-9370-8519990A9A35}"/>
</file>

<file path=customXml/itemProps2.xml><?xml version="1.0" encoding="utf-8"?>
<ds:datastoreItem xmlns:ds="http://schemas.openxmlformats.org/officeDocument/2006/customXml" ds:itemID="{6E7879B2-FD87-42B8-A9B2-549CA6398D35}"/>
</file>

<file path=customXml/itemProps3.xml><?xml version="1.0" encoding="utf-8"?>
<ds:datastoreItem xmlns:ds="http://schemas.openxmlformats.org/officeDocument/2006/customXml" ds:itemID="{0B423625-8344-4823-8DA6-479EAA4C981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Bildschirmpräsentation (4:3)</PresentationFormat>
  <Paragraphs>0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6" baseType="lpstr">
      <vt:lpstr>Arial</vt:lpstr>
      <vt:lpstr>Standarddesign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Andreas Vogt</dc:creator>
  <cp:lastModifiedBy>Andreas Vogt</cp:lastModifiedBy>
  <cp:revision>457</cp:revision>
  <dcterms:created xsi:type="dcterms:W3CDTF">2005-01-22T10:46:42Z</dcterms:created>
  <dcterms:modified xsi:type="dcterms:W3CDTF">2026-09-08T04:06:58Z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0x0101008A96C0376D138147AFD8A93DB6072E62</vt:lpwstr>
  </property>
</Properties>
</file>