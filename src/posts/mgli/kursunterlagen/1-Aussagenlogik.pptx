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7"/>
  </p:notesMasterIdLst>
  <p:sldIdLst>
    <p:sldId id="402" r:id="rId2"/>
    <p:sldId id="422" r:id="rId3"/>
    <p:sldId id="403" r:id="rId4"/>
    <p:sldId id="404" r:id="rId5"/>
    <p:sldId id="405" r:id="rId6"/>
    <p:sldId id="406" r:id="rId7"/>
    <p:sldId id="430" r:id="rId8"/>
    <p:sldId id="433" r:id="rId9"/>
    <p:sldId id="407" r:id="rId10"/>
    <p:sldId id="408" r:id="rId11"/>
    <p:sldId id="436" r:id="rId12"/>
    <p:sldId id="434" r:id="rId13"/>
    <p:sldId id="439" r:id="rId14"/>
    <p:sldId id="437" r:id="rId15"/>
    <p:sldId id="417" r:id="rId16"/>
    <p:sldId id="441" r:id="rId17"/>
    <p:sldId id="442" r:id="rId18"/>
    <p:sldId id="443" r:id="rId19"/>
    <p:sldId id="440" r:id="rId20"/>
    <p:sldId id="444" r:id="rId21"/>
    <p:sldId id="445" r:id="rId22"/>
    <p:sldId id="446" r:id="rId23"/>
    <p:sldId id="447" r:id="rId24"/>
    <p:sldId id="448" r:id="rId25"/>
    <p:sldId id="449" r:id="rId26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orient="horz" pos="336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3226">
          <p15:clr>
            <a:srgbClr val="A4A3A4"/>
          </p15:clr>
        </p15:guide>
        <p15:guide id="5" pos="1292">
          <p15:clr>
            <a:srgbClr val="A4A3A4"/>
          </p15:clr>
        </p15:guide>
        <p15:guide id="6" pos="771">
          <p15:clr>
            <a:srgbClr val="A4A3A4"/>
          </p15:clr>
        </p15:guide>
        <p15:guide id="7" pos="2925">
          <p15:clr>
            <a:srgbClr val="A4A3A4"/>
          </p15:clr>
        </p15:guide>
        <p15:guide id="8" pos="589">
          <p15:clr>
            <a:srgbClr val="A4A3A4"/>
          </p15:clr>
        </p15:guide>
        <p15:guide id="9" pos="2721">
          <p15:clr>
            <a:srgbClr val="A4A3A4"/>
          </p15:clr>
        </p15:guide>
        <p15:guide id="10" pos="1451">
          <p15:clr>
            <a:srgbClr val="A4A3A4"/>
          </p15:clr>
        </p15:guide>
        <p15:guide id="11" pos="3470">
          <p15:clr>
            <a:srgbClr val="A4A3A4"/>
          </p15:clr>
        </p15:guide>
        <p15:guide id="12" pos="24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00"/>
    <a:srgbClr val="FF9900"/>
    <a:srgbClr val="333399"/>
    <a:srgbClr val="FFFF00"/>
    <a:srgbClr val="FF5050"/>
    <a:srgbClr val="808080"/>
    <a:srgbClr val="AF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11AFF-5A63-4891-82E4-62B289FC8110}" v="12" dt="2026-08-31T10:42:44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8" autoAdjust="0"/>
    <p:restoredTop sz="83255" autoAdjust="0"/>
  </p:normalViewPr>
  <p:slideViewPr>
    <p:cSldViewPr snapToObjects="1">
      <p:cViewPr>
        <p:scale>
          <a:sx n="66" d="100"/>
          <a:sy n="66" d="100"/>
        </p:scale>
        <p:origin x="836" y="220"/>
      </p:cViewPr>
      <p:guideLst>
        <p:guide orient="horz" pos="3680"/>
        <p:guide orient="horz" pos="336"/>
        <p:guide orient="horz" pos="3997"/>
        <p:guide orient="horz" pos="3226"/>
        <p:guide pos="1292"/>
        <p:guide pos="771"/>
        <p:guide pos="2925"/>
        <p:guide pos="589"/>
        <p:guide pos="2721"/>
        <p:guide pos="1451"/>
        <p:guide pos="3470"/>
        <p:guide pos="24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Vogt" userId="8f2cb726-881e-407e-b2de-45ed121033e4" providerId="ADAL" clId="{70EBE32E-D786-43DC-AA27-849F4B469A0A}"/>
    <pc:docChg chg="undo redo custSel addSld delSld modSld sldOrd">
      <pc:chgData name="Andreas Vogt" userId="8f2cb726-881e-407e-b2de-45ed121033e4" providerId="ADAL" clId="{70EBE32E-D786-43DC-AA27-849F4B469A0A}" dt="2026-08-31T10:43:01.627" v="8912" actId="167"/>
      <pc:docMkLst>
        <pc:docMk/>
      </pc:docMkLst>
      <pc:sldChg chg="modSp mod">
        <pc:chgData name="Andreas Vogt" userId="8f2cb726-881e-407e-b2de-45ed121033e4" providerId="ADAL" clId="{70EBE32E-D786-43DC-AA27-849F4B469A0A}" dt="2026-08-24T07:07:38.009" v="8768" actId="12788"/>
        <pc:sldMkLst>
          <pc:docMk/>
          <pc:sldMk cId="0" sldId="402"/>
        </pc:sldMkLst>
        <pc:picChg chg="mod ord">
          <ac:chgData name="Andreas Vogt" userId="8f2cb726-881e-407e-b2de-45ed121033e4" providerId="ADAL" clId="{70EBE32E-D786-43DC-AA27-849F4B469A0A}" dt="2026-08-24T07:07:38.009" v="8768" actId="12788"/>
          <ac:picMkLst>
            <pc:docMk/>
            <pc:sldMk cId="0" sldId="402"/>
            <ac:picMk id="5" creationId="{FB82FD58-CD72-259B-C4FE-C2E271CD3E07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07:58:12.737" v="8491"/>
        <pc:sldMkLst>
          <pc:docMk/>
          <pc:sldMk cId="0" sldId="403"/>
        </pc:sldMkLst>
        <pc:spChg chg="add mod">
          <ac:chgData name="Andreas Vogt" userId="8f2cb726-881e-407e-b2de-45ed121033e4" providerId="ADAL" clId="{70EBE32E-D786-43DC-AA27-849F4B469A0A}" dt="2026-08-22T07:31:03.920" v="8044" actId="14100"/>
          <ac:spMkLst>
            <pc:docMk/>
            <pc:sldMk cId="0" sldId="403"/>
            <ac:spMk id="3" creationId="{978CD52F-D218-7B4B-C3B7-42888C678385}"/>
          </ac:spMkLst>
        </pc:spChg>
        <pc:spChg chg="add mod">
          <ac:chgData name="Andreas Vogt" userId="8f2cb726-881e-407e-b2de-45ed121033e4" providerId="ADAL" clId="{70EBE32E-D786-43DC-AA27-849F4B469A0A}" dt="2026-08-22T07:57:51.156" v="8486" actId="14100"/>
          <ac:spMkLst>
            <pc:docMk/>
            <pc:sldMk cId="0" sldId="403"/>
            <ac:spMk id="7" creationId="{9B9E253F-9D42-7400-730D-0FE0F6DBE89B}"/>
          </ac:spMkLst>
        </pc:spChg>
        <pc:picChg chg="mod">
          <ac:chgData name="Andreas Vogt" userId="8f2cb726-881e-407e-b2de-45ed121033e4" providerId="ADAL" clId="{70EBE32E-D786-43DC-AA27-849F4B469A0A}" dt="2026-08-14T07:11:02.627" v="507" actId="1035"/>
          <ac:picMkLst>
            <pc:docMk/>
            <pc:sldMk cId="0" sldId="403"/>
            <ac:picMk id="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1:05.180" v="509" actId="1035"/>
          <ac:picMkLst>
            <pc:docMk/>
            <pc:sldMk cId="0" sldId="403"/>
            <ac:picMk id="1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1:09.039" v="8045" actId="1036"/>
          <ac:picMkLst>
            <pc:docMk/>
            <pc:sldMk cId="0" sldId="403"/>
            <ac:picMk id="11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4T07:14:24.115" v="550" actId="962"/>
          <ac:picMkLst>
            <pc:docMk/>
            <pc:sldMk cId="0" sldId="403"/>
            <ac:picMk id="12" creationId="{214385D6-CF18-D94A-9E21-ADB70E78F1C5}"/>
          </ac:picMkLst>
        </pc:picChg>
        <pc:picChg chg="mod">
          <ac:chgData name="Andreas Vogt" userId="8f2cb726-881e-407e-b2de-45ed121033e4" providerId="ADAL" clId="{70EBE32E-D786-43DC-AA27-849F4B469A0A}" dt="2026-08-14T07:10:59.082" v="505" actId="1035"/>
          <ac:picMkLst>
            <pc:docMk/>
            <pc:sldMk cId="0" sldId="403"/>
            <ac:picMk id="1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5.368" v="568" actId="1036"/>
          <ac:picMkLst>
            <pc:docMk/>
            <pc:sldMk cId="0" sldId="403"/>
            <ac:picMk id="1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30.652" v="555" actId="1036"/>
          <ac:picMkLst>
            <pc:docMk/>
            <pc:sldMk cId="0" sldId="403"/>
            <ac:picMk id="1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9.133" v="571" actId="1035"/>
          <ac:picMkLst>
            <pc:docMk/>
            <pc:sldMk cId="0" sldId="403"/>
            <ac:picMk id="1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32.422" v="559" actId="1036"/>
          <ac:picMkLst>
            <pc:docMk/>
            <pc:sldMk cId="0" sldId="403"/>
            <ac:picMk id="1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5.368" v="568" actId="1036"/>
          <ac:picMkLst>
            <pc:docMk/>
            <pc:sldMk cId="0" sldId="403"/>
            <ac:picMk id="2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5.368" v="568" actId="1036"/>
          <ac:picMkLst>
            <pc:docMk/>
            <pc:sldMk cId="0" sldId="403"/>
            <ac:picMk id="2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5.368" v="568" actId="1036"/>
          <ac:picMkLst>
            <pc:docMk/>
            <pc:sldMk cId="0" sldId="403"/>
            <ac:picMk id="2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14:45.368" v="568" actId="1036"/>
          <ac:picMkLst>
            <pc:docMk/>
            <pc:sldMk cId="0" sldId="403"/>
            <ac:picMk id="3072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07:58:36.286" v="8497"/>
        <pc:sldMkLst>
          <pc:docMk/>
          <pc:sldMk cId="0" sldId="404"/>
        </pc:sldMkLst>
        <pc:spChg chg="add mod">
          <ac:chgData name="Andreas Vogt" userId="8f2cb726-881e-407e-b2de-45ed121033e4" providerId="ADAL" clId="{70EBE32E-D786-43DC-AA27-849F4B469A0A}" dt="2026-08-22T07:37:11.960" v="8162" actId="1036"/>
          <ac:spMkLst>
            <pc:docMk/>
            <pc:sldMk cId="0" sldId="404"/>
            <ac:spMk id="4" creationId="{176A527D-5E25-AD69-1044-27389AF26F14}"/>
          </ac:spMkLst>
        </pc:spChg>
        <pc:spChg chg="add mod">
          <ac:chgData name="Andreas Vogt" userId="8f2cb726-881e-407e-b2de-45ed121033e4" providerId="ADAL" clId="{70EBE32E-D786-43DC-AA27-849F4B469A0A}" dt="2026-08-22T07:37:21.387" v="8164" actId="14100"/>
          <ac:spMkLst>
            <pc:docMk/>
            <pc:sldMk cId="0" sldId="404"/>
            <ac:spMk id="6" creationId="{CF53E99C-D117-EA51-9F41-21361A2A39E9}"/>
          </ac:spMkLst>
        </pc:spChg>
        <pc:picChg chg="mod">
          <ac:chgData name="Andreas Vogt" userId="8f2cb726-881e-407e-b2de-45ed121033e4" providerId="ADAL" clId="{70EBE32E-D786-43DC-AA27-849F4B469A0A}" dt="2026-08-22T07:31:29.811" v="8051" actId="1037"/>
          <ac:picMkLst>
            <pc:docMk/>
            <pc:sldMk cId="0" sldId="404"/>
            <ac:picMk id="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07:37:32.424" v="8174" actId="552"/>
          <ac:picMkLst>
            <pc:docMk/>
            <pc:sldMk cId="0" sldId="404"/>
            <ac:picMk id="7" creationId="{EF932D81-B992-42DE-ABA4-B5EB7647A6FD}"/>
          </ac:picMkLst>
        </pc:picChg>
        <pc:picChg chg="mod ord">
          <ac:chgData name="Andreas Vogt" userId="8f2cb726-881e-407e-b2de-45ed121033e4" providerId="ADAL" clId="{70EBE32E-D786-43DC-AA27-849F4B469A0A}" dt="2026-08-22T07:37:32.424" v="8174" actId="552"/>
          <ac:picMkLst>
            <pc:docMk/>
            <pc:sldMk cId="0" sldId="404"/>
            <ac:picMk id="9" creationId="{3BCFB167-7C4D-CCC2-0A2D-C5977A6B12A6}"/>
          </ac:picMkLst>
        </pc:picChg>
        <pc:picChg chg="mod ord">
          <ac:chgData name="Andreas Vogt" userId="8f2cb726-881e-407e-b2de-45ed121033e4" providerId="ADAL" clId="{70EBE32E-D786-43DC-AA27-849F4B469A0A}" dt="2026-08-14T06:58:07.955" v="91" actId="14100"/>
          <ac:picMkLst>
            <pc:docMk/>
            <pc:sldMk cId="0" sldId="404"/>
            <ac:picMk id="12" creationId="{055538EB-F82C-E3FF-7236-A172A617B1EB}"/>
          </ac:picMkLst>
        </pc:picChg>
        <pc:picChg chg="mod">
          <ac:chgData name="Andreas Vogt" userId="8f2cb726-881e-407e-b2de-45ed121033e4" providerId="ADAL" clId="{70EBE32E-D786-43DC-AA27-849F4B469A0A}" dt="2026-08-22T07:37:32.424" v="8174" actId="552"/>
          <ac:picMkLst>
            <pc:docMk/>
            <pc:sldMk cId="0" sldId="404"/>
            <ac:picMk id="1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7:32.424" v="8174" actId="552"/>
          <ac:picMkLst>
            <pc:docMk/>
            <pc:sldMk cId="0" sldId="404"/>
            <ac:picMk id="1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7:32.424" v="8174" actId="552"/>
          <ac:picMkLst>
            <pc:docMk/>
            <pc:sldMk cId="0" sldId="404"/>
            <ac:picMk id="15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07:58:26.760" v="8494" actId="1035"/>
          <ac:picMkLst>
            <pc:docMk/>
            <pc:sldMk cId="0" sldId="404"/>
            <ac:picMk id="17" creationId="{1FD799B8-BE70-96FE-5DD8-B0ECC2F6A11A}"/>
          </ac:picMkLst>
        </pc:picChg>
        <pc:picChg chg="mod ord">
          <ac:chgData name="Andreas Vogt" userId="8f2cb726-881e-407e-b2de-45ed121033e4" providerId="ADAL" clId="{70EBE32E-D786-43DC-AA27-849F4B469A0A}" dt="2026-08-14T07:16:35.237" v="605" actId="12788"/>
          <ac:picMkLst>
            <pc:docMk/>
            <pc:sldMk cId="0" sldId="404"/>
            <ac:picMk id="19" creationId="{21C8D118-4AD6-3C6C-55A5-01F7F9D83D25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07:58:57.200" v="8501"/>
        <pc:sldMkLst>
          <pc:docMk/>
          <pc:sldMk cId="0" sldId="405"/>
        </pc:sldMkLst>
        <pc:spChg chg="add">
          <ac:chgData name="Andreas Vogt" userId="8f2cb726-881e-407e-b2de-45ed121033e4" providerId="ADAL" clId="{70EBE32E-D786-43DC-AA27-849F4B469A0A}" dt="2026-08-22T07:31:39.416" v="8057" actId="22"/>
          <ac:spMkLst>
            <pc:docMk/>
            <pc:sldMk cId="0" sldId="405"/>
            <ac:spMk id="3" creationId="{6C01B448-8EF0-224E-4037-8DEF40F4A2CB}"/>
          </ac:spMkLst>
        </pc:spChg>
        <pc:spChg chg="add mod">
          <ac:chgData name="Andreas Vogt" userId="8f2cb726-881e-407e-b2de-45ed121033e4" providerId="ADAL" clId="{70EBE32E-D786-43DC-AA27-849F4B469A0A}" dt="2026-08-22T07:37:46.241" v="8181" actId="14100"/>
          <ac:spMkLst>
            <pc:docMk/>
            <pc:sldMk cId="0" sldId="405"/>
            <ac:spMk id="6" creationId="{958C9939-3EB3-9243-9B71-39BC813DB995}"/>
          </ac:spMkLst>
        </pc:spChg>
        <pc:picChg chg="mod ord">
          <ac:chgData name="Andreas Vogt" userId="8f2cb726-881e-407e-b2de-45ed121033e4" providerId="ADAL" clId="{70EBE32E-D786-43DC-AA27-849F4B469A0A}" dt="2026-08-22T07:37:52.070" v="8182" actId="552"/>
          <ac:picMkLst>
            <pc:docMk/>
            <pc:sldMk cId="0" sldId="405"/>
            <ac:picMk id="7" creationId="{A0E8C191-2901-0BCE-08B0-8FCBC1993033}"/>
          </ac:picMkLst>
        </pc:picChg>
        <pc:picChg chg="mod ord">
          <ac:chgData name="Andreas Vogt" userId="8f2cb726-881e-407e-b2de-45ed121033e4" providerId="ADAL" clId="{70EBE32E-D786-43DC-AA27-849F4B469A0A}" dt="2026-08-22T07:37:52.070" v="8182" actId="552"/>
          <ac:picMkLst>
            <pc:docMk/>
            <pc:sldMk cId="0" sldId="405"/>
            <ac:picMk id="9" creationId="{54E1D836-8158-4020-2538-522B646CF5BD}"/>
          </ac:picMkLst>
        </pc:picChg>
        <pc:picChg chg="mod ord">
          <ac:chgData name="Andreas Vogt" userId="8f2cb726-881e-407e-b2de-45ed121033e4" providerId="ADAL" clId="{70EBE32E-D786-43DC-AA27-849F4B469A0A}" dt="2026-08-14T06:59:45.549" v="150" actId="962"/>
          <ac:picMkLst>
            <pc:docMk/>
            <pc:sldMk cId="0" sldId="405"/>
            <ac:picMk id="11" creationId="{4715DEEF-725E-1527-A985-A5A72C284201}"/>
          </ac:picMkLst>
        </pc:picChg>
        <pc:picChg chg="mod">
          <ac:chgData name="Andreas Vogt" userId="8f2cb726-881e-407e-b2de-45ed121033e4" providerId="ADAL" clId="{70EBE32E-D786-43DC-AA27-849F4B469A0A}" dt="2026-08-22T07:31:44.816" v="8060" actId="1037"/>
          <ac:picMkLst>
            <pc:docMk/>
            <pc:sldMk cId="0" sldId="405"/>
            <ac:picMk id="13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4T07:16:54.376" v="627" actId="12788"/>
          <ac:picMkLst>
            <pc:docMk/>
            <pc:sldMk cId="0" sldId="405"/>
            <ac:picMk id="14" creationId="{88CC94A5-5523-8B17-9999-86319AB53D45}"/>
          </ac:picMkLst>
        </pc:picChg>
        <pc:picChg chg="mod">
          <ac:chgData name="Andreas Vogt" userId="8f2cb726-881e-407e-b2de-45ed121033e4" providerId="ADAL" clId="{70EBE32E-D786-43DC-AA27-849F4B469A0A}" dt="2026-08-22T07:37:52.070" v="8182" actId="552"/>
          <ac:picMkLst>
            <pc:docMk/>
            <pc:sldMk cId="0" sldId="405"/>
            <ac:picMk id="2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7:52.070" v="8182" actId="552"/>
          <ac:picMkLst>
            <pc:docMk/>
            <pc:sldMk cId="0" sldId="405"/>
            <ac:picMk id="3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7:52.070" v="8182" actId="552"/>
          <ac:picMkLst>
            <pc:docMk/>
            <pc:sldMk cId="0" sldId="405"/>
            <ac:picMk id="37" creationId="{00000000-0000-0000-0000-000000000000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07:59:19.390" v="8505"/>
        <pc:sldMkLst>
          <pc:docMk/>
          <pc:sldMk cId="0" sldId="406"/>
        </pc:sldMkLst>
        <pc:spChg chg="add">
          <ac:chgData name="Andreas Vogt" userId="8f2cb726-881e-407e-b2de-45ed121033e4" providerId="ADAL" clId="{70EBE32E-D786-43DC-AA27-849F4B469A0A}" dt="2026-08-22T07:31:47.661" v="8061" actId="22"/>
          <ac:spMkLst>
            <pc:docMk/>
            <pc:sldMk cId="0" sldId="406"/>
            <ac:spMk id="6" creationId="{EB2F9C89-788E-D485-9F38-8B30E5F6DB80}"/>
          </ac:spMkLst>
        </pc:spChg>
        <pc:spChg chg="add mod">
          <ac:chgData name="Andreas Vogt" userId="8f2cb726-881e-407e-b2de-45ed121033e4" providerId="ADAL" clId="{70EBE32E-D786-43DC-AA27-849F4B469A0A}" dt="2026-08-22T07:56:23.465" v="8480" actId="208"/>
          <ac:spMkLst>
            <pc:docMk/>
            <pc:sldMk cId="0" sldId="406"/>
            <ac:spMk id="8" creationId="{34FB4E18-101D-EFAD-ADC1-D34BE155E5E5}"/>
          </ac:spMkLst>
        </pc:spChg>
        <pc:picChg chg="mod">
          <ac:chgData name="Andreas Vogt" userId="8f2cb726-881e-407e-b2de-45ed121033e4" providerId="ADAL" clId="{70EBE32E-D786-43DC-AA27-849F4B469A0A}" dt="2026-08-14T07:02:21.988" v="285" actId="1035"/>
          <ac:picMkLst>
            <pc:docMk/>
            <pc:sldMk cId="0" sldId="406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7:02:18.269" v="282" actId="1035"/>
          <ac:picMkLst>
            <pc:docMk/>
            <pc:sldMk cId="0" sldId="406"/>
            <ac:picMk id="4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07:31:56.982" v="8069" actId="1037"/>
          <ac:picMkLst>
            <pc:docMk/>
            <pc:sldMk cId="0" sldId="406"/>
            <ac:picMk id="12" creationId="{058EB607-BDE7-08EB-BCBA-CBDB7EB6E24D}"/>
          </ac:picMkLst>
        </pc:picChg>
        <pc:picChg chg="mod ord">
          <ac:chgData name="Andreas Vogt" userId="8f2cb726-881e-407e-b2de-45ed121033e4" providerId="ADAL" clId="{70EBE32E-D786-43DC-AA27-849F4B469A0A}" dt="2026-08-22T07:31:56.982" v="8069" actId="1037"/>
          <ac:picMkLst>
            <pc:docMk/>
            <pc:sldMk cId="0" sldId="406"/>
            <ac:picMk id="14" creationId="{7EA3E37C-C68D-6322-8380-BDE91535D190}"/>
          </ac:picMkLst>
        </pc:picChg>
        <pc:picChg chg="mod ord">
          <ac:chgData name="Andreas Vogt" userId="8f2cb726-881e-407e-b2de-45ed121033e4" providerId="ADAL" clId="{70EBE32E-D786-43DC-AA27-849F4B469A0A}" dt="2026-08-14T07:00:40.830" v="213" actId="962"/>
          <ac:picMkLst>
            <pc:docMk/>
            <pc:sldMk cId="0" sldId="406"/>
            <ac:picMk id="16" creationId="{4A701784-900C-36AD-D889-89BBD5CDE918}"/>
          </ac:picMkLst>
        </pc:picChg>
        <pc:picChg chg="mod ord">
          <ac:chgData name="Andreas Vogt" userId="8f2cb726-881e-407e-b2de-45ed121033e4" providerId="ADAL" clId="{70EBE32E-D786-43DC-AA27-849F4B469A0A}" dt="2026-08-14T07:02:21.988" v="285" actId="1035"/>
          <ac:picMkLst>
            <pc:docMk/>
            <pc:sldMk cId="0" sldId="406"/>
            <ac:picMk id="18" creationId="{E56ACECA-70BD-83E8-76F5-7EB7D87D4976}"/>
          </ac:picMkLst>
        </pc:picChg>
        <pc:picChg chg="mod ord">
          <ac:chgData name="Andreas Vogt" userId="8f2cb726-881e-407e-b2de-45ed121033e4" providerId="ADAL" clId="{70EBE32E-D786-43DC-AA27-849F4B469A0A}" dt="2026-08-14T07:02:18.269" v="282" actId="1035"/>
          <ac:picMkLst>
            <pc:docMk/>
            <pc:sldMk cId="0" sldId="406"/>
            <ac:picMk id="20" creationId="{D70D214D-2C33-6824-026D-754FA8EE055D}"/>
          </ac:picMkLst>
        </pc:picChg>
        <pc:picChg chg="mod ord">
          <ac:chgData name="Andreas Vogt" userId="8f2cb726-881e-407e-b2de-45ed121033e4" providerId="ADAL" clId="{70EBE32E-D786-43DC-AA27-849F4B469A0A}" dt="2026-08-14T07:02:18.269" v="282" actId="1035"/>
          <ac:picMkLst>
            <pc:docMk/>
            <pc:sldMk cId="0" sldId="406"/>
            <ac:picMk id="22" creationId="{814EE65D-D05F-45C6-2534-496A17C72DE1}"/>
          </ac:picMkLst>
        </pc:picChg>
        <pc:picChg chg="mod ord">
          <ac:chgData name="Andreas Vogt" userId="8f2cb726-881e-407e-b2de-45ed121033e4" providerId="ADAL" clId="{70EBE32E-D786-43DC-AA27-849F4B469A0A}" dt="2026-08-14T07:03:59.769" v="320" actId="1035"/>
          <ac:picMkLst>
            <pc:docMk/>
            <pc:sldMk cId="0" sldId="406"/>
            <ac:picMk id="26" creationId="{BCC7BF2F-FBFA-8527-AA24-D803A3812B3F}"/>
          </ac:picMkLst>
        </pc:picChg>
        <pc:picChg chg="mod ord">
          <ac:chgData name="Andreas Vogt" userId="8f2cb726-881e-407e-b2de-45ed121033e4" providerId="ADAL" clId="{70EBE32E-D786-43DC-AA27-849F4B469A0A}" dt="2026-08-14T07:03:59.769" v="320" actId="1035"/>
          <ac:picMkLst>
            <pc:docMk/>
            <pc:sldMk cId="0" sldId="406"/>
            <ac:picMk id="29" creationId="{B65951E7-50D7-2D63-C405-2997034F8D7E}"/>
          </ac:picMkLst>
        </pc:picChg>
        <pc:picChg chg="mod">
          <ac:chgData name="Andreas Vogt" userId="8f2cb726-881e-407e-b2de-45ed121033e4" providerId="ADAL" clId="{70EBE32E-D786-43DC-AA27-849F4B469A0A}" dt="2026-08-22T07:31:53.207" v="8066" actId="1037"/>
          <ac:picMkLst>
            <pc:docMk/>
            <pc:sldMk cId="0" sldId="406"/>
            <ac:picMk id="31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4T07:17:11.634" v="654" actId="12788"/>
          <ac:picMkLst>
            <pc:docMk/>
            <pc:sldMk cId="0" sldId="406"/>
            <ac:picMk id="32" creationId="{D009DD09-0A93-9B95-1504-6CDD248BFA75}"/>
          </ac:picMkLst>
        </pc:picChg>
        <pc:picChg chg="mod">
          <ac:chgData name="Andreas Vogt" userId="8f2cb726-881e-407e-b2de-45ed121033e4" providerId="ADAL" clId="{70EBE32E-D786-43DC-AA27-849F4B469A0A}" dt="2026-08-14T07:02:21.988" v="285" actId="1035"/>
          <ac:picMkLst>
            <pc:docMk/>
            <pc:sldMk cId="0" sldId="406"/>
            <ac:picMk id="43" creationId="{00000000-0000-0000-0000-000000000000}"/>
          </ac:picMkLst>
        </pc:picChg>
        <pc:cxnChg chg="mod">
          <ac:chgData name="Andreas Vogt" userId="8f2cb726-881e-407e-b2de-45ed121033e4" providerId="ADAL" clId="{70EBE32E-D786-43DC-AA27-849F4B469A0A}" dt="2026-08-14T07:02:21.988" v="285" actId="1035"/>
          <ac:cxnSpMkLst>
            <pc:docMk/>
            <pc:sldMk cId="0" sldId="406"/>
            <ac:cxnSpMk id="5" creationId="{00000000-0000-0000-0000-000000000000}"/>
          </ac:cxnSpMkLst>
        </pc:cxnChg>
      </pc:sldChg>
      <pc:sldChg chg="addSp delSp modSp mod addAnim delAnim modAnim">
        <pc:chgData name="Andreas Vogt" userId="8f2cb726-881e-407e-b2de-45ed121033e4" providerId="ADAL" clId="{70EBE32E-D786-43DC-AA27-849F4B469A0A}" dt="2026-08-22T07:59:51.001" v="8509" actId="14100"/>
        <pc:sldMkLst>
          <pc:docMk/>
          <pc:sldMk cId="0" sldId="407"/>
        </pc:sldMkLst>
        <pc:spChg chg="add">
          <ac:chgData name="Andreas Vogt" userId="8f2cb726-881e-407e-b2de-45ed121033e4" providerId="ADAL" clId="{70EBE32E-D786-43DC-AA27-849F4B469A0A}" dt="2026-08-22T07:32:10.409" v="8072" actId="22"/>
          <ac:spMkLst>
            <pc:docMk/>
            <pc:sldMk cId="0" sldId="407"/>
            <ac:spMk id="3" creationId="{59B828EF-920A-E722-76B7-BF2FFBB86CA4}"/>
          </ac:spMkLst>
        </pc:spChg>
        <pc:spChg chg="add mod">
          <ac:chgData name="Andreas Vogt" userId="8f2cb726-881e-407e-b2de-45ed121033e4" providerId="ADAL" clId="{70EBE32E-D786-43DC-AA27-849F4B469A0A}" dt="2026-08-22T07:59:51.001" v="8509" actId="14100"/>
          <ac:spMkLst>
            <pc:docMk/>
            <pc:sldMk cId="0" sldId="407"/>
            <ac:spMk id="6" creationId="{C9925AD5-D4F2-B4B2-62B2-83163CF53326}"/>
          </ac:spMkLst>
        </pc:spChg>
        <pc:picChg chg="mod">
          <ac:chgData name="Andreas Vogt" userId="8f2cb726-881e-407e-b2de-45ed121033e4" providerId="ADAL" clId="{70EBE32E-D786-43DC-AA27-849F4B469A0A}" dt="2026-08-22T07:38:39.013" v="8209" actId="465"/>
          <ac:picMkLst>
            <pc:docMk/>
            <pc:sldMk cId="0" sldId="407"/>
            <ac:picMk id="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8:39.013" v="8209" actId="465"/>
          <ac:picMkLst>
            <pc:docMk/>
            <pc:sldMk cId="0" sldId="407"/>
            <ac:picMk id="9" creationId="{00000000-0000-0000-0000-000000000000}"/>
          </ac:picMkLst>
        </pc:picChg>
        <pc:picChg chg="add mod">
          <ac:chgData name="Andreas Vogt" userId="8f2cb726-881e-407e-b2de-45ed121033e4" providerId="ADAL" clId="{70EBE32E-D786-43DC-AA27-849F4B469A0A}" dt="2026-08-14T07:05:02.855" v="359" actId="1035"/>
          <ac:picMkLst>
            <pc:docMk/>
            <pc:sldMk cId="0" sldId="407"/>
            <ac:picMk id="11" creationId="{771C36D5-2EDA-51DC-CB31-FF330F7C9B1A}"/>
          </ac:picMkLst>
        </pc:picChg>
        <pc:picChg chg="mod">
          <ac:chgData name="Andreas Vogt" userId="8f2cb726-881e-407e-b2de-45ed121033e4" providerId="ADAL" clId="{70EBE32E-D786-43DC-AA27-849F4B469A0A}" dt="2026-08-22T07:38:39.013" v="8209" actId="465"/>
          <ac:picMkLst>
            <pc:docMk/>
            <pc:sldMk cId="0" sldId="407"/>
            <ac:picMk id="1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07:38:27.248" v="8198" actId="552"/>
          <ac:picMkLst>
            <pc:docMk/>
            <pc:sldMk cId="0" sldId="407"/>
            <ac:picMk id="16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4T07:05:23.935" v="384" actId="14100"/>
          <ac:picMkLst>
            <pc:docMk/>
            <pc:sldMk cId="0" sldId="407"/>
            <ac:picMk id="17" creationId="{D6639E4A-9C02-A42B-1AC9-988D6ECEFA32}"/>
          </ac:picMkLst>
        </pc:picChg>
        <pc:picChg chg="mod ord">
          <ac:chgData name="Andreas Vogt" userId="8f2cb726-881e-407e-b2de-45ed121033e4" providerId="ADAL" clId="{70EBE32E-D786-43DC-AA27-849F4B469A0A}" dt="2026-08-14T07:05:39.886" v="407" actId="962"/>
          <ac:picMkLst>
            <pc:docMk/>
            <pc:sldMk cId="0" sldId="407"/>
            <ac:picMk id="19" creationId="{CBB404F2-14B9-7292-AE50-4150A29B1F77}"/>
          </ac:picMkLst>
        </pc:picChg>
        <pc:picChg chg="add">
          <ac:chgData name="Andreas Vogt" userId="8f2cb726-881e-407e-b2de-45ed121033e4" providerId="ADAL" clId="{70EBE32E-D786-43DC-AA27-849F4B469A0A}" dt="2026-08-14T07:17:42.124" v="675" actId="22"/>
          <ac:picMkLst>
            <pc:docMk/>
            <pc:sldMk cId="0" sldId="407"/>
            <ac:picMk id="21" creationId="{251BFD99-DC52-93AD-9148-A03D81C4B11E}"/>
          </ac:picMkLst>
        </pc:picChg>
        <pc:picChg chg="mod">
          <ac:chgData name="Andreas Vogt" userId="8f2cb726-881e-407e-b2de-45ed121033e4" providerId="ADAL" clId="{70EBE32E-D786-43DC-AA27-849F4B469A0A}" dt="2026-08-22T07:38:27.248" v="8198" actId="552"/>
          <ac:picMkLst>
            <pc:docMk/>
            <pc:sldMk cId="0" sldId="407"/>
            <ac:picMk id="25" creationId="{00000000-0000-0000-0000-000000000000}"/>
          </ac:picMkLst>
        </pc:picChg>
      </pc:sldChg>
      <pc:sldChg chg="addSp delSp modSp mod modAnim">
        <pc:chgData name="Andreas Vogt" userId="8f2cb726-881e-407e-b2de-45ed121033e4" providerId="ADAL" clId="{70EBE32E-D786-43DC-AA27-849F4B469A0A}" dt="2026-08-22T07:32:31.911" v="8080" actId="1037"/>
        <pc:sldMkLst>
          <pc:docMk/>
          <pc:sldMk cId="0" sldId="408"/>
        </pc:sldMkLst>
        <pc:spChg chg="add">
          <ac:chgData name="Andreas Vogt" userId="8f2cb726-881e-407e-b2de-45ed121033e4" providerId="ADAL" clId="{70EBE32E-D786-43DC-AA27-849F4B469A0A}" dt="2026-08-22T07:32:15.281" v="8073" actId="22"/>
          <ac:spMkLst>
            <pc:docMk/>
            <pc:sldMk cId="0" sldId="408"/>
            <ac:spMk id="3" creationId="{CE674F84-9C56-7ADA-E4FD-0EBF70CCA2F4}"/>
          </ac:spMkLst>
        </pc:spChg>
        <pc:picChg chg="mod">
          <ac:chgData name="Andreas Vogt" userId="8f2cb726-881e-407e-b2de-45ed121033e4" providerId="ADAL" clId="{70EBE32E-D786-43DC-AA27-849F4B469A0A}" dt="2026-08-14T07:18:12.537" v="692" actId="1036"/>
          <ac:picMkLst>
            <pc:docMk/>
            <pc:sldMk cId="0" sldId="408"/>
            <ac:picMk id="4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07:32:31.911" v="8080" actId="1037"/>
          <ac:picMkLst>
            <pc:docMk/>
            <pc:sldMk cId="0" sldId="408"/>
            <ac:picMk id="11" creationId="{9E48C702-1A89-7015-7349-3DA16FFA7F29}"/>
          </ac:picMkLst>
        </pc:picChg>
        <pc:picChg chg="mod">
          <ac:chgData name="Andreas Vogt" userId="8f2cb726-881e-407e-b2de-45ed121033e4" providerId="ADAL" clId="{70EBE32E-D786-43DC-AA27-849F4B469A0A}" dt="2026-08-22T07:32:25.436" v="8078" actId="1035"/>
          <ac:picMkLst>
            <pc:docMk/>
            <pc:sldMk cId="0" sldId="408"/>
            <ac:picMk id="14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07:32:31.911" v="8080" actId="1037"/>
          <ac:picMkLst>
            <pc:docMk/>
            <pc:sldMk cId="0" sldId="408"/>
            <ac:picMk id="17" creationId="{93DB36BB-DB52-E164-1DDB-0679AE2E14CF}"/>
          </ac:picMkLst>
        </pc:picChg>
        <pc:picChg chg="mod ord">
          <ac:chgData name="Andreas Vogt" userId="8f2cb726-881e-407e-b2de-45ed121033e4" providerId="ADAL" clId="{70EBE32E-D786-43DC-AA27-849F4B469A0A}" dt="2026-08-14T07:18:12.537" v="692" actId="1036"/>
          <ac:picMkLst>
            <pc:docMk/>
            <pc:sldMk cId="0" sldId="408"/>
            <ac:picMk id="19" creationId="{DA1EC703-9A45-AC0A-CC14-3975F5B4F351}"/>
          </ac:picMkLst>
        </pc:picChg>
        <pc:picChg chg="mod ord">
          <ac:chgData name="Andreas Vogt" userId="8f2cb726-881e-407e-b2de-45ed121033e4" providerId="ADAL" clId="{70EBE32E-D786-43DC-AA27-849F4B469A0A}" dt="2026-08-14T07:18:03.369" v="691" actId="962"/>
          <ac:picMkLst>
            <pc:docMk/>
            <pc:sldMk cId="0" sldId="408"/>
            <ac:picMk id="25" creationId="{39359078-DE79-9437-EC4C-86B9A2053E72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4T07:09:23.877" v="8778" actId="1036"/>
        <pc:sldMkLst>
          <pc:docMk/>
          <pc:sldMk cId="0" sldId="417"/>
        </pc:sldMkLst>
        <pc:spChg chg="add mod">
          <ac:chgData name="Andreas Vogt" userId="8f2cb726-881e-407e-b2de-45ed121033e4" providerId="ADAL" clId="{70EBE32E-D786-43DC-AA27-849F4B469A0A}" dt="2026-08-22T07:33:05.566" v="8085" actId="14100"/>
          <ac:spMkLst>
            <pc:docMk/>
            <pc:sldMk cId="0" sldId="417"/>
            <ac:spMk id="3" creationId="{CC57C99C-48ED-B37C-6CB0-7A008D33CAA8}"/>
          </ac:spMkLst>
        </pc:spChg>
        <pc:spChg chg="add mod">
          <ac:chgData name="Andreas Vogt" userId="8f2cb726-881e-407e-b2de-45ed121033e4" providerId="ADAL" clId="{70EBE32E-D786-43DC-AA27-849F4B469A0A}" dt="2026-08-22T08:04:37.062" v="8557" actId="1076"/>
          <ac:spMkLst>
            <pc:docMk/>
            <pc:sldMk cId="0" sldId="417"/>
            <ac:spMk id="5" creationId="{01F56E05-2152-D858-DF52-82D9EED11D46}"/>
          </ac:spMkLst>
        </pc:spChg>
        <pc:spChg chg="add mod">
          <ac:chgData name="Andreas Vogt" userId="8f2cb726-881e-407e-b2de-45ed121033e4" providerId="ADAL" clId="{70EBE32E-D786-43DC-AA27-849F4B469A0A}" dt="2026-08-22T07:40:38.035" v="8281" actId="1076"/>
          <ac:spMkLst>
            <pc:docMk/>
            <pc:sldMk cId="0" sldId="417"/>
            <ac:spMk id="36" creationId="{C700DE7B-5AF5-06FD-F59C-C5E815ACA16D}"/>
          </ac:spMkLst>
        </pc:spChg>
        <pc:spChg chg="add mod">
          <ac:chgData name="Andreas Vogt" userId="8f2cb726-881e-407e-b2de-45ed121033e4" providerId="ADAL" clId="{70EBE32E-D786-43DC-AA27-849F4B469A0A}" dt="2026-08-14T08:24:11.922" v="2011" actId="1037"/>
          <ac:spMkLst>
            <pc:docMk/>
            <pc:sldMk cId="0" sldId="417"/>
            <ac:spMk id="37" creationId="{F1F7F57C-CE20-1DFA-A8E3-08BB470B0ECF}"/>
          </ac:spMkLst>
        </pc:spChg>
        <pc:spChg chg="add mod">
          <ac:chgData name="Andreas Vogt" userId="8f2cb726-881e-407e-b2de-45ed121033e4" providerId="ADAL" clId="{70EBE32E-D786-43DC-AA27-849F4B469A0A}" dt="2026-08-14T08:24:30.291" v="2020" actId="1076"/>
          <ac:spMkLst>
            <pc:docMk/>
            <pc:sldMk cId="0" sldId="417"/>
            <ac:spMk id="49" creationId="{EE81FB93-6C53-BDE2-6A1A-DBD1722CFB96}"/>
          </ac:spMkLst>
        </pc:spChg>
        <pc:spChg chg="add mod">
          <ac:chgData name="Andreas Vogt" userId="8f2cb726-881e-407e-b2de-45ed121033e4" providerId="ADAL" clId="{70EBE32E-D786-43DC-AA27-849F4B469A0A}" dt="2026-08-14T08:24:42.208" v="2023" actId="1076"/>
          <ac:spMkLst>
            <pc:docMk/>
            <pc:sldMk cId="0" sldId="417"/>
            <ac:spMk id="50" creationId="{A5FE3381-8823-7575-AE52-B746002F21C7}"/>
          </ac:spMkLst>
        </pc:spChg>
        <pc:spChg chg="add mod">
          <ac:chgData name="Andreas Vogt" userId="8f2cb726-881e-407e-b2de-45ed121033e4" providerId="ADAL" clId="{70EBE32E-D786-43DC-AA27-849F4B469A0A}" dt="2026-08-14T08:24:33.253" v="2021" actId="1076"/>
          <ac:spMkLst>
            <pc:docMk/>
            <pc:sldMk cId="0" sldId="417"/>
            <ac:spMk id="51" creationId="{80BC79E4-F837-036A-5C30-88D7483581DD}"/>
          </ac:spMkLst>
        </pc:spChg>
        <pc:spChg chg="add mod">
          <ac:chgData name="Andreas Vogt" userId="8f2cb726-881e-407e-b2de-45ed121033e4" providerId="ADAL" clId="{70EBE32E-D786-43DC-AA27-849F4B469A0A}" dt="2026-08-14T08:24:36.258" v="2022" actId="1076"/>
          <ac:spMkLst>
            <pc:docMk/>
            <pc:sldMk cId="0" sldId="417"/>
            <ac:spMk id="52" creationId="{11D5A8B2-51C7-5488-805D-A67AA6990303}"/>
          </ac:spMkLst>
        </pc:spChg>
        <pc:spChg chg="add mod">
          <ac:chgData name="Andreas Vogt" userId="8f2cb726-881e-407e-b2de-45ed121033e4" providerId="ADAL" clId="{70EBE32E-D786-43DC-AA27-849F4B469A0A}" dt="2026-08-14T08:28:14.419" v="2171" actId="1035"/>
          <ac:spMkLst>
            <pc:docMk/>
            <pc:sldMk cId="0" sldId="417"/>
            <ac:spMk id="75" creationId="{EF82EB19-E889-B03D-191F-35F2BA3148B1}"/>
          </ac:spMkLst>
        </pc:spChg>
        <pc:spChg chg="add mod">
          <ac:chgData name="Andreas Vogt" userId="8f2cb726-881e-407e-b2de-45ed121033e4" providerId="ADAL" clId="{70EBE32E-D786-43DC-AA27-849F4B469A0A}" dt="2026-08-14T08:28:16.543" v="2172" actId="571"/>
          <ac:spMkLst>
            <pc:docMk/>
            <pc:sldMk cId="0" sldId="417"/>
            <ac:spMk id="76" creationId="{98D2E9F4-744E-8517-566F-006ADDA3BA56}"/>
          </ac:spMkLst>
        </pc:spChg>
        <pc:picChg chg="add mod">
          <ac:chgData name="Andreas Vogt" userId="8f2cb726-881e-407e-b2de-45ed121033e4" providerId="ADAL" clId="{70EBE32E-D786-43DC-AA27-849F4B469A0A}" dt="2026-08-22T08:05:24.734" v="8592" actId="553"/>
          <ac:picMkLst>
            <pc:docMk/>
            <pc:sldMk cId="0" sldId="417"/>
            <ac:picMk id="6" creationId="{75B6C13E-D5D8-54AF-31D6-B6869B041922}"/>
          </ac:picMkLst>
        </pc:picChg>
        <pc:picChg chg="add mod">
          <ac:chgData name="Andreas Vogt" userId="8f2cb726-881e-407e-b2de-45ed121033e4" providerId="ADAL" clId="{70EBE32E-D786-43DC-AA27-849F4B469A0A}" dt="2026-08-22T07:41:15.369" v="8289" actId="554"/>
          <ac:picMkLst>
            <pc:docMk/>
            <pc:sldMk cId="0" sldId="417"/>
            <ac:picMk id="7" creationId="{E5257B46-AF66-0B10-2D19-C62685EAC070}"/>
          </ac:picMkLst>
        </pc:picChg>
        <pc:picChg chg="add mod">
          <ac:chgData name="Andreas Vogt" userId="8f2cb726-881e-407e-b2de-45ed121033e4" providerId="ADAL" clId="{70EBE32E-D786-43DC-AA27-849F4B469A0A}" dt="2026-08-24T07:09:23.877" v="8778" actId="1036"/>
          <ac:picMkLst>
            <pc:docMk/>
            <pc:sldMk cId="0" sldId="417"/>
            <ac:picMk id="8" creationId="{51CD2682-4E7E-8E08-DA66-1302257718A9}"/>
          </ac:picMkLst>
        </pc:picChg>
        <pc:picChg chg="mod ord">
          <ac:chgData name="Andreas Vogt" userId="8f2cb726-881e-407e-b2de-45ed121033e4" providerId="ADAL" clId="{70EBE32E-D786-43DC-AA27-849F4B469A0A}" dt="2026-08-14T08:14:59.128" v="1696" actId="962"/>
          <ac:picMkLst>
            <pc:docMk/>
            <pc:sldMk cId="0" sldId="417"/>
            <ac:picMk id="9" creationId="{CF7967D9-C228-0661-E0B5-6CC7E561BD50}"/>
          </ac:picMkLst>
        </pc:picChg>
        <pc:picChg chg="mod ord">
          <ac:chgData name="Andreas Vogt" userId="8f2cb726-881e-407e-b2de-45ed121033e4" providerId="ADAL" clId="{70EBE32E-D786-43DC-AA27-849F4B469A0A}" dt="2026-08-14T08:10:45.942" v="1655" actId="962"/>
          <ac:picMkLst>
            <pc:docMk/>
            <pc:sldMk cId="0" sldId="417"/>
            <ac:picMk id="29" creationId="{BF18B496-F0AE-D67A-E0DA-F72A5CF726D7}"/>
          </ac:picMkLst>
        </pc:picChg>
        <pc:picChg chg="mod ord">
          <ac:chgData name="Andreas Vogt" userId="8f2cb726-881e-407e-b2de-45ed121033e4" providerId="ADAL" clId="{70EBE32E-D786-43DC-AA27-849F4B469A0A}" dt="2026-08-22T08:04:37.062" v="8557" actId="1076"/>
          <ac:picMkLst>
            <pc:docMk/>
            <pc:sldMk cId="0" sldId="417"/>
            <ac:picMk id="34" creationId="{1C03B7CC-844B-F439-A1AF-42C92600B83D}"/>
          </ac:picMkLst>
        </pc:picChg>
        <pc:picChg chg="mod ord">
          <ac:chgData name="Andreas Vogt" userId="8f2cb726-881e-407e-b2de-45ed121033e4" providerId="ADAL" clId="{70EBE32E-D786-43DC-AA27-849F4B469A0A}" dt="2026-08-14T08:24:11.922" v="2011" actId="1037"/>
          <ac:picMkLst>
            <pc:docMk/>
            <pc:sldMk cId="0" sldId="417"/>
            <ac:picMk id="40" creationId="{2CC1AF7F-D5E4-3181-8968-BADDA50C1855}"/>
          </ac:picMkLst>
        </pc:picChg>
        <pc:picChg chg="mod ord">
          <ac:chgData name="Andreas Vogt" userId="8f2cb726-881e-407e-b2de-45ed121033e4" providerId="ADAL" clId="{70EBE32E-D786-43DC-AA27-849F4B469A0A}" dt="2026-08-22T08:05:24.734" v="8592" actId="553"/>
          <ac:picMkLst>
            <pc:docMk/>
            <pc:sldMk cId="0" sldId="417"/>
            <ac:picMk id="42" creationId="{9F4CAA3F-CFC9-A144-6994-FF296B8B7FCD}"/>
          </ac:picMkLst>
        </pc:picChg>
        <pc:picChg chg="mod ord">
          <ac:chgData name="Andreas Vogt" userId="8f2cb726-881e-407e-b2de-45ed121033e4" providerId="ADAL" clId="{70EBE32E-D786-43DC-AA27-849F4B469A0A}" dt="2026-08-14T08:24:19.039" v="2012" actId="1076"/>
          <ac:picMkLst>
            <pc:docMk/>
            <pc:sldMk cId="0" sldId="417"/>
            <ac:picMk id="45" creationId="{797BBF08-6C9D-6B1A-B0E9-92BA163677C4}"/>
          </ac:picMkLst>
        </pc:picChg>
        <pc:picChg chg="mod ord">
          <ac:chgData name="Andreas Vogt" userId="8f2cb726-881e-407e-b2de-45ed121033e4" providerId="ADAL" clId="{70EBE32E-D786-43DC-AA27-849F4B469A0A}" dt="2026-08-14T08:22:08.629" v="1964" actId="14100"/>
          <ac:picMkLst>
            <pc:docMk/>
            <pc:sldMk cId="0" sldId="417"/>
            <ac:picMk id="56" creationId="{0C25B8CB-56EF-467E-651B-5AB5AFCF6635}"/>
          </ac:picMkLst>
        </pc:picChg>
        <pc:picChg chg="mod ord">
          <ac:chgData name="Andreas Vogt" userId="8f2cb726-881e-407e-b2de-45ed121033e4" providerId="ADAL" clId="{70EBE32E-D786-43DC-AA27-849F4B469A0A}" dt="2026-08-22T07:41:15.369" v="8289" actId="554"/>
          <ac:picMkLst>
            <pc:docMk/>
            <pc:sldMk cId="0" sldId="417"/>
            <ac:picMk id="60" creationId="{BAC4C57D-B735-7624-3160-5EDDFF5F7112}"/>
          </ac:picMkLst>
        </pc:picChg>
        <pc:picChg chg="add mod">
          <ac:chgData name="Andreas Vogt" userId="8f2cb726-881e-407e-b2de-45ed121033e4" providerId="ADAL" clId="{70EBE32E-D786-43DC-AA27-849F4B469A0A}" dt="2026-08-14T08:24:22.396" v="2013" actId="571"/>
          <ac:picMkLst>
            <pc:docMk/>
            <pc:sldMk cId="0" sldId="417"/>
            <ac:picMk id="61" creationId="{A542D1C7-0225-1CD8-D4CD-468DE183C1AE}"/>
          </ac:picMkLst>
        </pc:picChg>
        <pc:picChg chg="mod ord">
          <ac:chgData name="Andreas Vogt" userId="8f2cb726-881e-407e-b2de-45ed121033e4" providerId="ADAL" clId="{70EBE32E-D786-43DC-AA27-849F4B469A0A}" dt="2026-08-14T08:25:22.681" v="2053" actId="14100"/>
          <ac:picMkLst>
            <pc:docMk/>
            <pc:sldMk cId="0" sldId="417"/>
            <ac:picMk id="66" creationId="{BEF5367D-F18E-2FA8-4E1B-6CA87BEB9BEB}"/>
          </ac:picMkLst>
        </pc:picChg>
        <pc:picChg chg="mod ord">
          <ac:chgData name="Andreas Vogt" userId="8f2cb726-881e-407e-b2de-45ed121033e4" providerId="ADAL" clId="{70EBE32E-D786-43DC-AA27-849F4B469A0A}" dt="2026-08-14T08:25:45.561" v="2068" actId="962"/>
          <ac:picMkLst>
            <pc:docMk/>
            <pc:sldMk cId="0" sldId="417"/>
            <ac:picMk id="69" creationId="{120E4F79-6754-0388-32D9-6881EB2F9A4E}"/>
          </ac:picMkLst>
        </pc:picChg>
        <pc:picChg chg="mod ord">
          <ac:chgData name="Andreas Vogt" userId="8f2cb726-881e-407e-b2de-45ed121033e4" providerId="ADAL" clId="{70EBE32E-D786-43DC-AA27-849F4B469A0A}" dt="2026-08-22T08:06:04.461" v="8595" actId="552"/>
          <ac:picMkLst>
            <pc:docMk/>
            <pc:sldMk cId="0" sldId="417"/>
            <ac:picMk id="74" creationId="{BB0F3FB2-4E92-EFD5-D4B8-0779026F77BC}"/>
          </ac:picMkLst>
        </pc:picChg>
        <pc:picChg chg="mod ord">
          <ac:chgData name="Andreas Vogt" userId="8f2cb726-881e-407e-b2de-45ed121033e4" providerId="ADAL" clId="{70EBE32E-D786-43DC-AA27-849F4B469A0A}" dt="2026-08-14T08:42:22.789" v="2382" actId="12788"/>
          <ac:picMkLst>
            <pc:docMk/>
            <pc:sldMk cId="0" sldId="417"/>
            <ac:picMk id="78" creationId="{F5B3557C-DFEC-4C6B-3FBE-DB2A207B0376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07:57:33.155" v="8485"/>
        <pc:sldMkLst>
          <pc:docMk/>
          <pc:sldMk cId="1141282773" sldId="422"/>
        </pc:sldMkLst>
        <pc:spChg chg="add mod">
          <ac:chgData name="Andreas Vogt" userId="8f2cb726-881e-407e-b2de-45ed121033e4" providerId="ADAL" clId="{70EBE32E-D786-43DC-AA27-849F4B469A0A}" dt="2026-08-22T07:30:42.608" v="8039" actId="693"/>
          <ac:spMkLst>
            <pc:docMk/>
            <pc:sldMk cId="1141282773" sldId="422"/>
            <ac:spMk id="3" creationId="{ABECE8F0-4CF7-51D9-1B31-36CD3BE85877}"/>
          </ac:spMkLst>
        </pc:spChg>
        <pc:spChg chg="add mod">
          <ac:chgData name="Andreas Vogt" userId="8f2cb726-881e-407e-b2de-45ed121033e4" providerId="ADAL" clId="{70EBE32E-D786-43DC-AA27-849F4B469A0A}" dt="2026-08-22T07:36:57.256" v="8143" actId="1035"/>
          <ac:spMkLst>
            <pc:docMk/>
            <pc:sldMk cId="1141282773" sldId="422"/>
            <ac:spMk id="8" creationId="{A8C10143-7B38-BD23-37E8-F220692BF337}"/>
          </ac:spMkLst>
        </pc:spChg>
      </pc:sldChg>
      <pc:sldChg chg="addSp modSp mod">
        <pc:chgData name="Andreas Vogt" userId="8f2cb726-881e-407e-b2de-45ed121033e4" providerId="ADAL" clId="{70EBE32E-D786-43DC-AA27-849F4B469A0A}" dt="2026-08-22T07:32:07.350" v="8071" actId="14100"/>
        <pc:sldMkLst>
          <pc:docMk/>
          <pc:sldMk cId="1794443551" sldId="430"/>
        </pc:sldMkLst>
        <pc:spChg chg="add mod">
          <ac:chgData name="Andreas Vogt" userId="8f2cb726-881e-407e-b2de-45ed121033e4" providerId="ADAL" clId="{70EBE32E-D786-43DC-AA27-849F4B469A0A}" dt="2026-08-22T07:32:07.350" v="8071" actId="14100"/>
          <ac:spMkLst>
            <pc:docMk/>
            <pc:sldMk cId="1794443551" sldId="430"/>
            <ac:spMk id="3" creationId="{CAE8637A-D51E-53C9-47C6-D6598CD5A102}"/>
          </ac:spMkLst>
        </pc:spChg>
        <pc:spChg chg="mod">
          <ac:chgData name="Andreas Vogt" userId="8f2cb726-881e-407e-b2de-45ed121033e4" providerId="ADAL" clId="{70EBE32E-D786-43DC-AA27-849F4B469A0A}" dt="2026-08-14T07:04:49.003" v="353" actId="1038"/>
          <ac:spMkLst>
            <pc:docMk/>
            <pc:sldMk cId="1794443551" sldId="430"/>
            <ac:spMk id="15" creationId="{00000000-0000-0000-0000-000000000000}"/>
          </ac:spMkLst>
        </pc:spChg>
        <pc:picChg chg="mod ord">
          <ac:chgData name="Andreas Vogt" userId="8f2cb726-881e-407e-b2de-45ed121033e4" providerId="ADAL" clId="{70EBE32E-D786-43DC-AA27-849F4B469A0A}" dt="2026-08-14T07:04:24.983" v="334" actId="14100"/>
          <ac:picMkLst>
            <pc:docMk/>
            <pc:sldMk cId="1794443551" sldId="430"/>
            <ac:picMk id="4" creationId="{3A64393A-9D6B-D08F-0E68-BE6E41DB2603}"/>
          </ac:picMkLst>
        </pc:picChg>
        <pc:picChg chg="mod ord">
          <ac:chgData name="Andreas Vogt" userId="8f2cb726-881e-407e-b2de-45ed121033e4" providerId="ADAL" clId="{70EBE32E-D786-43DC-AA27-849F4B469A0A}" dt="2026-08-14T07:04:42.114" v="350" actId="962"/>
          <ac:picMkLst>
            <pc:docMk/>
            <pc:sldMk cId="1794443551" sldId="430"/>
            <ac:picMk id="7" creationId="{551B2DD3-93F8-6DF5-66EE-57FBB6AF2C51}"/>
          </ac:picMkLst>
        </pc:picChg>
        <pc:picChg chg="mod ord">
          <ac:chgData name="Andreas Vogt" userId="8f2cb726-881e-407e-b2de-45ed121033e4" providerId="ADAL" clId="{70EBE32E-D786-43DC-AA27-849F4B469A0A}" dt="2026-08-14T07:17:30.669" v="671" actId="12788"/>
          <ac:picMkLst>
            <pc:docMk/>
            <pc:sldMk cId="1794443551" sldId="430"/>
            <ac:picMk id="11" creationId="{D26BA935-69C1-0853-2123-D14375017212}"/>
          </ac:picMkLst>
        </pc:picChg>
      </pc:sldChg>
      <pc:sldChg chg="addSp delSp mod">
        <pc:chgData name="Andreas Vogt" userId="8f2cb726-881e-407e-b2de-45ed121033e4" providerId="ADAL" clId="{70EBE32E-D786-43DC-AA27-849F4B469A0A}" dt="2026-08-14T07:17:39.991" v="673" actId="22"/>
        <pc:sldMkLst>
          <pc:docMk/>
          <pc:sldMk cId="2338893680" sldId="433"/>
        </pc:sldMkLst>
        <pc:picChg chg="add">
          <ac:chgData name="Andreas Vogt" userId="8f2cb726-881e-407e-b2de-45ed121033e4" providerId="ADAL" clId="{70EBE32E-D786-43DC-AA27-849F4B469A0A}" dt="2026-08-14T07:17:39.991" v="673" actId="22"/>
          <ac:picMkLst>
            <pc:docMk/>
            <pc:sldMk cId="2338893680" sldId="433"/>
            <ac:picMk id="6" creationId="{A49E292D-8F2E-E04F-2EE7-8A507A5ADA3F}"/>
          </ac:picMkLst>
        </pc:picChg>
      </pc:sldChg>
      <pc:sldChg chg="addSp delSp modSp mod ord">
        <pc:chgData name="Andreas Vogt" userId="8f2cb726-881e-407e-b2de-45ed121033e4" providerId="ADAL" clId="{70EBE32E-D786-43DC-AA27-849F4B469A0A}" dt="2026-08-31T10:43:01.627" v="8912" actId="167"/>
        <pc:sldMkLst>
          <pc:docMk/>
          <pc:sldMk cId="997549015" sldId="434"/>
        </pc:sldMkLst>
        <pc:spChg chg="mod">
          <ac:chgData name="Andreas Vogt" userId="8f2cb726-881e-407e-b2de-45ed121033e4" providerId="ADAL" clId="{70EBE32E-D786-43DC-AA27-849F4B469A0A}" dt="2026-08-31T10:42:55.366" v="8911" actId="1076"/>
          <ac:spMkLst>
            <pc:docMk/>
            <pc:sldMk cId="997549015" sldId="434"/>
            <ac:spMk id="42" creationId="{00000000-0000-0000-0000-000000000000}"/>
          </ac:spMkLst>
        </pc:spChg>
        <pc:picChg chg="add mod ord">
          <ac:chgData name="Andreas Vogt" userId="8f2cb726-881e-407e-b2de-45ed121033e4" providerId="ADAL" clId="{70EBE32E-D786-43DC-AA27-849F4B469A0A}" dt="2026-08-31T10:43:01.627" v="8912" actId="167"/>
          <ac:picMkLst>
            <pc:docMk/>
            <pc:sldMk cId="997549015" sldId="434"/>
            <ac:picMk id="2" creationId="{76795CCD-8CDC-C731-52F4-21984C09182A}"/>
          </ac:picMkLst>
        </pc:picChg>
        <pc:picChg chg="add mod">
          <ac:chgData name="Andreas Vogt" userId="8f2cb726-881e-407e-b2de-45ed121033e4" providerId="ADAL" clId="{70EBE32E-D786-43DC-AA27-849F4B469A0A}" dt="2026-08-14T07:59:51.731" v="1507" actId="1076"/>
          <ac:picMkLst>
            <pc:docMk/>
            <pc:sldMk cId="997549015" sldId="434"/>
            <ac:picMk id="6" creationId="{243F0717-E802-AF1E-9E1F-A3F4123382A9}"/>
          </ac:picMkLst>
        </pc:picChg>
        <pc:picChg chg="add mod">
          <ac:chgData name="Andreas Vogt" userId="8f2cb726-881e-407e-b2de-45ed121033e4" providerId="ADAL" clId="{70EBE32E-D786-43DC-AA27-849F4B469A0A}" dt="2026-08-14T07:59:51.731" v="1507" actId="1076"/>
          <ac:picMkLst>
            <pc:docMk/>
            <pc:sldMk cId="997549015" sldId="434"/>
            <ac:picMk id="8" creationId="{F368CFB8-9811-530F-7B73-716373F6FAB7}"/>
          </ac:picMkLst>
        </pc:picChg>
        <pc:picChg chg="add mod">
          <ac:chgData name="Andreas Vogt" userId="8f2cb726-881e-407e-b2de-45ed121033e4" providerId="ADAL" clId="{70EBE32E-D786-43DC-AA27-849F4B469A0A}" dt="2026-08-14T07:59:51.731" v="1507" actId="1076"/>
          <ac:picMkLst>
            <pc:docMk/>
            <pc:sldMk cId="997549015" sldId="434"/>
            <ac:picMk id="13" creationId="{5185124D-F78C-F9C5-5B4C-D2C0D28EA366}"/>
          </ac:picMkLst>
        </pc:picChg>
        <pc:picChg chg="mod ord">
          <ac:chgData name="Andreas Vogt" userId="8f2cb726-881e-407e-b2de-45ed121033e4" providerId="ADAL" clId="{70EBE32E-D786-43DC-AA27-849F4B469A0A}" dt="2026-08-14T08:01:18.413" v="1598" actId="552"/>
          <ac:picMkLst>
            <pc:docMk/>
            <pc:sldMk cId="997549015" sldId="434"/>
            <ac:picMk id="15" creationId="{2C413D0B-D1BA-0FA5-B91B-A5B2D72B5E72}"/>
          </ac:picMkLst>
        </pc:picChg>
        <pc:picChg chg="mod ord">
          <ac:chgData name="Andreas Vogt" userId="8f2cb726-881e-407e-b2de-45ed121033e4" providerId="ADAL" clId="{70EBE32E-D786-43DC-AA27-849F4B469A0A}" dt="2026-08-14T08:01:21.890" v="1599" actId="465"/>
          <ac:picMkLst>
            <pc:docMk/>
            <pc:sldMk cId="997549015" sldId="434"/>
            <ac:picMk id="17" creationId="{1B82C0CC-EC90-B363-53BB-ADA9101E3C3A}"/>
          </ac:picMkLst>
        </pc:picChg>
        <pc:picChg chg="mod ord">
          <ac:chgData name="Andreas Vogt" userId="8f2cb726-881e-407e-b2de-45ed121033e4" providerId="ADAL" clId="{70EBE32E-D786-43DC-AA27-849F4B469A0A}" dt="2026-08-14T08:01:18.413" v="1598" actId="552"/>
          <ac:picMkLst>
            <pc:docMk/>
            <pc:sldMk cId="997549015" sldId="434"/>
            <ac:picMk id="20" creationId="{08CCE06B-D6E4-3030-7860-C79E3AC063DF}"/>
          </ac:picMkLst>
        </pc:picChg>
        <pc:picChg chg="mod">
          <ac:chgData name="Andreas Vogt" userId="8f2cb726-881e-407e-b2de-45ed121033e4" providerId="ADAL" clId="{70EBE32E-D786-43DC-AA27-849F4B469A0A}" dt="2026-08-14T08:01:26.488" v="1605" actId="1035"/>
          <ac:picMkLst>
            <pc:docMk/>
            <pc:sldMk cId="997549015" sldId="434"/>
            <ac:picMk id="36" creationId="{00000000-0000-0000-0000-000000000000}"/>
          </ac:picMkLst>
        </pc:picChg>
        <pc:picChg chg="del mod">
          <ac:chgData name="Andreas Vogt" userId="8f2cb726-881e-407e-b2de-45ed121033e4" providerId="ADAL" clId="{70EBE32E-D786-43DC-AA27-849F4B469A0A}" dt="2026-08-31T10:42:38.728" v="8909" actId="478"/>
          <ac:picMkLst>
            <pc:docMk/>
            <pc:sldMk cId="997549015" sldId="434"/>
            <ac:picMk id="3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4T08:01:26.488" v="1605" actId="1035"/>
          <ac:picMkLst>
            <pc:docMk/>
            <pc:sldMk cId="997549015" sldId="434"/>
            <ac:picMk id="41" creationId="{00000000-0000-0000-0000-000000000000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08:01:34.390" v="8529"/>
        <pc:sldMkLst>
          <pc:docMk/>
          <pc:sldMk cId="259435103" sldId="436"/>
        </pc:sldMkLst>
        <pc:spChg chg="add mod">
          <ac:chgData name="Andreas Vogt" userId="8f2cb726-881e-407e-b2de-45ed121033e4" providerId="ADAL" clId="{70EBE32E-D786-43DC-AA27-849F4B469A0A}" dt="2026-08-22T07:38:50.790" v="8211" actId="14100"/>
          <ac:spMkLst>
            <pc:docMk/>
            <pc:sldMk cId="259435103" sldId="436"/>
            <ac:spMk id="4" creationId="{B253B967-50B5-AEFE-69F1-F14A027CCE0E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1" creationId="{24877872-8FCC-5685-96B0-9A7F089E6111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2" creationId="{363F0ABB-B842-2699-2C29-E30FFCF138CF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3" creationId="{EFA83845-E36D-B6CE-3AE9-6DFE1E348DF0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4" creationId="{7E40E7EC-1729-57E7-0DFC-20FC9797B65E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5" creationId="{CC6D101E-86C6-E495-AAC7-6F9EFF96E651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6" creationId="{EEE29B58-D5EE-BA16-016C-6D3B9B6F6DB5}"/>
          </ac:spMkLst>
        </pc:spChg>
        <pc:spChg chg="add mod">
          <ac:chgData name="Andreas Vogt" userId="8f2cb726-881e-407e-b2de-45ed121033e4" providerId="ADAL" clId="{70EBE32E-D786-43DC-AA27-849F4B469A0A}" dt="2026-08-14T07:29:30.678" v="1018" actId="1035"/>
          <ac:spMkLst>
            <pc:docMk/>
            <pc:sldMk cId="259435103" sldId="436"/>
            <ac:spMk id="57" creationId="{6B78D2E0-72CF-C907-C8D8-B015C1654F06}"/>
          </ac:spMkLst>
        </pc:spChg>
        <pc:picChg chg="mod ord">
          <ac:chgData name="Andreas Vogt" userId="8f2cb726-881e-407e-b2de-45ed121033e4" providerId="ADAL" clId="{70EBE32E-D786-43DC-AA27-849F4B469A0A}" dt="2026-08-22T08:00:08.604" v="8512" actId="1036"/>
          <ac:picMkLst>
            <pc:docMk/>
            <pc:sldMk cId="259435103" sldId="436"/>
            <ac:picMk id="9" creationId="{502868A1-2770-E3AA-2AFC-739E71CCDDBA}"/>
          </ac:picMkLst>
        </pc:picChg>
        <pc:picChg chg="mod ord">
          <ac:chgData name="Andreas Vogt" userId="8f2cb726-881e-407e-b2de-45ed121033e4" providerId="ADAL" clId="{70EBE32E-D786-43DC-AA27-849F4B469A0A}" dt="2026-08-14T07:22:35.135" v="771" actId="1035"/>
          <ac:picMkLst>
            <pc:docMk/>
            <pc:sldMk cId="259435103" sldId="436"/>
            <ac:picMk id="18" creationId="{69B3DFF5-1338-E1ED-9E05-BB2108FCC09B}"/>
          </ac:picMkLst>
        </pc:picChg>
        <pc:picChg chg="mod ord">
          <ac:chgData name="Andreas Vogt" userId="8f2cb726-881e-407e-b2de-45ed121033e4" providerId="ADAL" clId="{70EBE32E-D786-43DC-AA27-849F4B469A0A}" dt="2026-08-14T07:24:42.014" v="883" actId="1076"/>
          <ac:picMkLst>
            <pc:docMk/>
            <pc:sldMk cId="259435103" sldId="436"/>
            <ac:picMk id="35" creationId="{57A1866F-38C4-5FA2-FA46-D16F7EE02264}"/>
          </ac:picMkLst>
        </pc:picChg>
        <pc:picChg chg="mod ord">
          <ac:chgData name="Andreas Vogt" userId="8f2cb726-881e-407e-b2de-45ed121033e4" providerId="ADAL" clId="{70EBE32E-D786-43DC-AA27-849F4B469A0A}" dt="2026-08-14T07:24:55.543" v="888" actId="1076"/>
          <ac:picMkLst>
            <pc:docMk/>
            <pc:sldMk cId="259435103" sldId="436"/>
            <ac:picMk id="37" creationId="{142C5E0F-50B8-932A-F010-46430A7F7AE3}"/>
          </ac:picMkLst>
        </pc:picChg>
        <pc:picChg chg="mod ord">
          <ac:chgData name="Andreas Vogt" userId="8f2cb726-881e-407e-b2de-45ed121033e4" providerId="ADAL" clId="{70EBE32E-D786-43DC-AA27-849F4B469A0A}" dt="2026-08-14T07:24:55.543" v="888" actId="1076"/>
          <ac:picMkLst>
            <pc:docMk/>
            <pc:sldMk cId="259435103" sldId="436"/>
            <ac:picMk id="39" creationId="{5E0C5782-F0D1-7BA8-35E6-00159AC57E9D}"/>
          </ac:picMkLst>
        </pc:picChg>
        <pc:picChg chg="mod ord">
          <ac:chgData name="Andreas Vogt" userId="8f2cb726-881e-407e-b2de-45ed121033e4" providerId="ADAL" clId="{70EBE32E-D786-43DC-AA27-849F4B469A0A}" dt="2026-08-14T07:24:55.543" v="888" actId="1076"/>
          <ac:picMkLst>
            <pc:docMk/>
            <pc:sldMk cId="259435103" sldId="436"/>
            <ac:picMk id="41" creationId="{0AACDBB2-4C4B-D5DA-A6D4-6749E04BC2EB}"/>
          </ac:picMkLst>
        </pc:picChg>
        <pc:picChg chg="mod ord">
          <ac:chgData name="Andreas Vogt" userId="8f2cb726-881e-407e-b2de-45ed121033e4" providerId="ADAL" clId="{70EBE32E-D786-43DC-AA27-849F4B469A0A}" dt="2026-08-14T07:25:01.205" v="889" actId="14100"/>
          <ac:picMkLst>
            <pc:docMk/>
            <pc:sldMk cId="259435103" sldId="436"/>
            <ac:picMk id="44" creationId="{F9188E7D-73CE-4DA4-2C66-1FF230AD2F5E}"/>
          </ac:picMkLst>
        </pc:picChg>
        <pc:picChg chg="mod ord">
          <ac:chgData name="Andreas Vogt" userId="8f2cb726-881e-407e-b2de-45ed121033e4" providerId="ADAL" clId="{70EBE32E-D786-43DC-AA27-849F4B469A0A}" dt="2026-08-22T07:39:15.881" v="8229" actId="1076"/>
          <ac:picMkLst>
            <pc:docMk/>
            <pc:sldMk cId="259435103" sldId="436"/>
            <ac:picMk id="46" creationId="{D6F94576-0B59-5EAB-0FDE-801560CDA5C7}"/>
          </ac:picMkLst>
        </pc:picChg>
        <pc:picChg chg="mod ord">
          <ac:chgData name="Andreas Vogt" userId="8f2cb726-881e-407e-b2de-45ed121033e4" providerId="ADAL" clId="{70EBE32E-D786-43DC-AA27-849F4B469A0A}" dt="2026-08-14T07:27:30.727" v="949" actId="1076"/>
          <ac:picMkLst>
            <pc:docMk/>
            <pc:sldMk cId="259435103" sldId="436"/>
            <ac:picMk id="49" creationId="{E8DF1524-8704-2B50-5A70-6E05D6AFACB8}"/>
          </ac:picMkLst>
        </pc:picChg>
        <pc:picChg chg="mod ord">
          <ac:chgData name="Andreas Vogt" userId="8f2cb726-881e-407e-b2de-45ed121033e4" providerId="ADAL" clId="{70EBE32E-D786-43DC-AA27-849F4B469A0A}" dt="2026-08-14T07:29:51.689" v="1029" actId="1036"/>
          <ac:picMkLst>
            <pc:docMk/>
            <pc:sldMk cId="259435103" sldId="436"/>
            <ac:picMk id="60" creationId="{AE31A32D-EF15-63D3-FCFD-E3614482342C}"/>
          </ac:picMkLst>
        </pc:picChg>
        <pc:picChg chg="mod ord">
          <ac:chgData name="Andreas Vogt" userId="8f2cb726-881e-407e-b2de-45ed121033e4" providerId="ADAL" clId="{70EBE32E-D786-43DC-AA27-849F4B469A0A}" dt="2026-08-14T07:29:51.689" v="1029" actId="1036"/>
          <ac:picMkLst>
            <pc:docMk/>
            <pc:sldMk cId="259435103" sldId="436"/>
            <ac:picMk id="63" creationId="{8904D969-65EE-1717-2159-7693A8AD2775}"/>
          </ac:picMkLst>
        </pc:picChg>
        <pc:picChg chg="add mod">
          <ac:chgData name="Andreas Vogt" userId="8f2cb726-881e-407e-b2de-45ed121033e4" providerId="ADAL" clId="{70EBE32E-D786-43DC-AA27-849F4B469A0A}" dt="2026-08-14T07:29:51.689" v="1029" actId="1036"/>
          <ac:picMkLst>
            <pc:docMk/>
            <pc:sldMk cId="259435103" sldId="436"/>
            <ac:picMk id="8193" creationId="{BF247DDF-D0EE-FEB5-BCDD-4A56C87A9022}"/>
          </ac:picMkLst>
        </pc:picChg>
        <pc:picChg chg="add mod">
          <ac:chgData name="Andreas Vogt" userId="8f2cb726-881e-407e-b2de-45ed121033e4" providerId="ADAL" clId="{70EBE32E-D786-43DC-AA27-849F4B469A0A}" dt="2026-08-14T07:29:59.974" v="1030" actId="571"/>
          <ac:picMkLst>
            <pc:docMk/>
            <pc:sldMk cId="259435103" sldId="436"/>
            <ac:picMk id="8194" creationId="{6D7D3631-FFB0-546F-E10D-C473D89A0400}"/>
          </ac:picMkLst>
        </pc:picChg>
        <pc:picChg chg="add mod">
          <ac:chgData name="Andreas Vogt" userId="8f2cb726-881e-407e-b2de-45ed121033e4" providerId="ADAL" clId="{70EBE32E-D786-43DC-AA27-849F4B469A0A}" dt="2026-08-14T07:30:14.908" v="1033" actId="571"/>
          <ac:picMkLst>
            <pc:docMk/>
            <pc:sldMk cId="259435103" sldId="436"/>
            <ac:picMk id="8196" creationId="{1C2CFE63-863E-B6E9-D192-8E3ADA377B7B}"/>
          </ac:picMkLst>
        </pc:picChg>
        <pc:picChg chg="add mod">
          <ac:chgData name="Andreas Vogt" userId="8f2cb726-881e-407e-b2de-45ed121033e4" providerId="ADAL" clId="{70EBE32E-D786-43DC-AA27-849F4B469A0A}" dt="2026-08-14T07:30:23.305" v="1034" actId="571"/>
          <ac:picMkLst>
            <pc:docMk/>
            <pc:sldMk cId="259435103" sldId="436"/>
            <ac:picMk id="8197" creationId="{82B747D4-F518-25A0-C523-43FDB6A42288}"/>
          </ac:picMkLst>
        </pc:picChg>
        <pc:picChg chg="add mod">
          <ac:chgData name="Andreas Vogt" userId="8f2cb726-881e-407e-b2de-45ed121033e4" providerId="ADAL" clId="{70EBE32E-D786-43DC-AA27-849F4B469A0A}" dt="2026-08-14T07:30:28.978" v="1035" actId="571"/>
          <ac:picMkLst>
            <pc:docMk/>
            <pc:sldMk cId="259435103" sldId="436"/>
            <ac:picMk id="8198" creationId="{33FDAB37-17BD-0494-B4E4-FB63A39029DF}"/>
          </ac:picMkLst>
        </pc:picChg>
      </pc:sldChg>
      <pc:sldChg chg="addSp delSp modSp add mod ord modAnim">
        <pc:chgData name="Andreas Vogt" userId="8f2cb726-881e-407e-b2de-45ed121033e4" providerId="ADAL" clId="{70EBE32E-D786-43DC-AA27-849F4B469A0A}" dt="2026-08-31T07:11:54.899" v="8786" actId="1076"/>
        <pc:sldMkLst>
          <pc:docMk/>
          <pc:sldMk cId="2191945109" sldId="437"/>
        </pc:sldMkLst>
        <pc:spChg chg="add mod">
          <ac:chgData name="Andreas Vogt" userId="8f2cb726-881e-407e-b2de-45ed121033e4" providerId="ADAL" clId="{70EBE32E-D786-43DC-AA27-849F4B469A0A}" dt="2026-08-22T07:40:09.692" v="8275" actId="1035"/>
          <ac:spMkLst>
            <pc:docMk/>
            <pc:sldMk cId="2191945109" sldId="437"/>
            <ac:spMk id="3" creationId="{67DD7BC0-B8BC-4B11-89DD-2571D1E7C317}"/>
          </ac:spMkLst>
        </pc:spChg>
        <pc:spChg chg="add mod">
          <ac:chgData name="Andreas Vogt" userId="8f2cb726-881e-407e-b2de-45ed121033e4" providerId="ADAL" clId="{70EBE32E-D786-43DC-AA27-849F4B469A0A}" dt="2026-08-14T07:57:18.805" v="1473" actId="693"/>
          <ac:spMkLst>
            <pc:docMk/>
            <pc:sldMk cId="2191945109" sldId="437"/>
            <ac:spMk id="50" creationId="{155747F4-19CB-F3DE-725A-466AB012F1E4}"/>
          </ac:spMkLst>
        </pc:spChg>
        <pc:spChg chg="add mod">
          <ac:chgData name="Andreas Vogt" userId="8f2cb726-881e-407e-b2de-45ed121033e4" providerId="ADAL" clId="{70EBE32E-D786-43DC-AA27-849F4B469A0A}" dt="2026-08-14T07:57:18.805" v="1473" actId="693"/>
          <ac:spMkLst>
            <pc:docMk/>
            <pc:sldMk cId="2191945109" sldId="437"/>
            <ac:spMk id="8200" creationId="{92312CF8-0312-8AB9-E70E-2DAAFD995730}"/>
          </ac:spMkLst>
        </pc:spChg>
        <pc:spChg chg="add mod">
          <ac:chgData name="Andreas Vogt" userId="8f2cb726-881e-407e-b2de-45ed121033e4" providerId="ADAL" clId="{70EBE32E-D786-43DC-AA27-849F4B469A0A}" dt="2026-08-14T07:57:18.805" v="1473" actId="693"/>
          <ac:spMkLst>
            <pc:docMk/>
            <pc:sldMk cId="2191945109" sldId="437"/>
            <ac:spMk id="8201" creationId="{7E1C1EC3-5972-7D97-D4B9-E0687193B98F}"/>
          </ac:spMkLst>
        </pc:spChg>
        <pc:spChg chg="add mod">
          <ac:chgData name="Andreas Vogt" userId="8f2cb726-881e-407e-b2de-45ed121033e4" providerId="ADAL" clId="{70EBE32E-D786-43DC-AA27-849F4B469A0A}" dt="2026-08-14T07:57:18.805" v="1473" actId="693"/>
          <ac:spMkLst>
            <pc:docMk/>
            <pc:sldMk cId="2191945109" sldId="437"/>
            <ac:spMk id="8202" creationId="{96701AF0-C196-F8B3-7D25-0E72C18D9A9A}"/>
          </ac:spMkLst>
        </pc:spChg>
        <pc:picChg chg="add mod ord">
          <ac:chgData name="Andreas Vogt" userId="8f2cb726-881e-407e-b2de-45ed121033e4" providerId="ADAL" clId="{70EBE32E-D786-43DC-AA27-849F4B469A0A}" dt="2026-08-22T08:03:04.192" v="8544" actId="1076"/>
          <ac:picMkLst>
            <pc:docMk/>
            <pc:sldMk cId="2191945109" sldId="437"/>
            <ac:picMk id="14" creationId="{436F3A0F-22FD-7540-ABA4-0E8290F214BE}"/>
          </ac:picMkLst>
        </pc:picChg>
        <pc:picChg chg="mod ord">
          <ac:chgData name="Andreas Vogt" userId="8f2cb726-881e-407e-b2de-45ed121033e4" providerId="ADAL" clId="{70EBE32E-D786-43DC-AA27-849F4B469A0A}" dt="2026-08-22T08:02:29.829" v="8538" actId="552"/>
          <ac:picMkLst>
            <pc:docMk/>
            <pc:sldMk cId="2191945109" sldId="437"/>
            <ac:picMk id="19" creationId="{8CE16772-A5D4-CF86-9C77-CCD71A2665BC}"/>
          </ac:picMkLst>
        </pc:picChg>
        <pc:picChg chg="mod ord">
          <ac:chgData name="Andreas Vogt" userId="8f2cb726-881e-407e-b2de-45ed121033e4" providerId="ADAL" clId="{70EBE32E-D786-43DC-AA27-849F4B469A0A}" dt="2026-08-22T08:02:29.829" v="8538" actId="552"/>
          <ac:picMkLst>
            <pc:docMk/>
            <pc:sldMk cId="2191945109" sldId="437"/>
            <ac:picMk id="21" creationId="{FBD024FE-99D2-D0E3-7C85-ACF95CED185D}"/>
          </ac:picMkLst>
        </pc:picChg>
        <pc:picChg chg="mod ord">
          <ac:chgData name="Andreas Vogt" userId="8f2cb726-881e-407e-b2de-45ed121033e4" providerId="ADAL" clId="{70EBE32E-D786-43DC-AA27-849F4B469A0A}" dt="2026-08-14T07:52:21.720" v="1382" actId="1076"/>
          <ac:picMkLst>
            <pc:docMk/>
            <pc:sldMk cId="2191945109" sldId="437"/>
            <ac:picMk id="26" creationId="{F8BF8304-16A1-B3D7-CA3B-14189CDE2EBB}"/>
          </ac:picMkLst>
        </pc:picChg>
        <pc:picChg chg="mod ord">
          <ac:chgData name="Andreas Vogt" userId="8f2cb726-881e-407e-b2de-45ed121033e4" providerId="ADAL" clId="{70EBE32E-D786-43DC-AA27-849F4B469A0A}" dt="2026-08-14T07:57:39.590" v="1477" actId="1036"/>
          <ac:picMkLst>
            <pc:docMk/>
            <pc:sldMk cId="2191945109" sldId="437"/>
            <ac:picMk id="29" creationId="{8F1AC4D2-1D53-DE00-24CD-F2D8D9E81EB2}"/>
          </ac:picMkLst>
        </pc:picChg>
        <pc:picChg chg="mod ord">
          <ac:chgData name="Andreas Vogt" userId="8f2cb726-881e-407e-b2de-45ed121033e4" providerId="ADAL" clId="{70EBE32E-D786-43DC-AA27-849F4B469A0A}" dt="2026-08-14T07:53:23.010" v="1417" actId="1076"/>
          <ac:picMkLst>
            <pc:docMk/>
            <pc:sldMk cId="2191945109" sldId="437"/>
            <ac:picMk id="32" creationId="{54734A7E-5971-5AA0-C557-E2E3578F669F}"/>
          </ac:picMkLst>
        </pc:picChg>
        <pc:picChg chg="add mod">
          <ac:chgData name="Andreas Vogt" userId="8f2cb726-881e-407e-b2de-45ed121033e4" providerId="ADAL" clId="{70EBE32E-D786-43DC-AA27-849F4B469A0A}" dt="2026-08-31T07:11:44.154" v="8784" actId="1076"/>
          <ac:picMkLst>
            <pc:docMk/>
            <pc:sldMk cId="2191945109" sldId="437"/>
            <ac:picMk id="36" creationId="{47D46084-65F5-2B43-21F5-A4BE54A0FCE3}"/>
          </ac:picMkLst>
        </pc:picChg>
        <pc:picChg chg="add mod">
          <ac:chgData name="Andreas Vogt" userId="8f2cb726-881e-407e-b2de-45ed121033e4" providerId="ADAL" clId="{70EBE32E-D786-43DC-AA27-849F4B469A0A}" dt="2026-08-14T07:55:55.549" v="1456" actId="1036"/>
          <ac:picMkLst>
            <pc:docMk/>
            <pc:sldMk cId="2191945109" sldId="437"/>
            <ac:picMk id="40" creationId="{54B93106-59C2-44D9-A13D-BFFF0AF84FF3}"/>
          </ac:picMkLst>
        </pc:picChg>
        <pc:picChg chg="add mod">
          <ac:chgData name="Andreas Vogt" userId="8f2cb726-881e-407e-b2de-45ed121033e4" providerId="ADAL" clId="{70EBE32E-D786-43DC-AA27-849F4B469A0A}" dt="2026-08-14T07:56:06.442" v="1466" actId="1037"/>
          <ac:picMkLst>
            <pc:docMk/>
            <pc:sldMk cId="2191945109" sldId="437"/>
            <ac:picMk id="42" creationId="{73B9B087-08DA-41EE-49E1-AC32F7C54C8B}"/>
          </ac:picMkLst>
        </pc:picChg>
        <pc:picChg chg="add mod">
          <ac:chgData name="Andreas Vogt" userId="8f2cb726-881e-407e-b2de-45ed121033e4" providerId="ADAL" clId="{70EBE32E-D786-43DC-AA27-849F4B469A0A}" dt="2026-08-14T07:55:58.766" v="1461" actId="1035"/>
          <ac:picMkLst>
            <pc:docMk/>
            <pc:sldMk cId="2191945109" sldId="437"/>
            <ac:picMk id="43" creationId="{035D3535-5074-7B5E-36A1-190229706767}"/>
          </ac:picMkLst>
        </pc:picChg>
        <pc:picChg chg="add mod">
          <ac:chgData name="Andreas Vogt" userId="8f2cb726-881e-407e-b2de-45ed121033e4" providerId="ADAL" clId="{70EBE32E-D786-43DC-AA27-849F4B469A0A}" dt="2026-08-31T07:11:54.899" v="8786" actId="1076"/>
          <ac:picMkLst>
            <pc:docMk/>
            <pc:sldMk cId="2191945109" sldId="437"/>
            <ac:picMk id="45" creationId="{40E468A3-DE98-1F59-9300-4E86D871CEDD}"/>
          </ac:picMkLst>
        </pc:picChg>
        <pc:picChg chg="add mod">
          <ac:chgData name="Andreas Vogt" userId="8f2cb726-881e-407e-b2de-45ed121033e4" providerId="ADAL" clId="{70EBE32E-D786-43DC-AA27-849F4B469A0A}" dt="2026-08-31T07:11:49.212" v="8785" actId="1076"/>
          <ac:picMkLst>
            <pc:docMk/>
            <pc:sldMk cId="2191945109" sldId="437"/>
            <ac:picMk id="47" creationId="{115007BB-3A6E-089D-B6E9-25C59E2F2103}"/>
          </ac:picMkLst>
        </pc:picChg>
        <pc:picChg chg="add mod">
          <ac:chgData name="Andreas Vogt" userId="8f2cb726-881e-407e-b2de-45ed121033e4" providerId="ADAL" clId="{70EBE32E-D786-43DC-AA27-849F4B469A0A}" dt="2026-08-14T07:54:34.795" v="1429" actId="571"/>
          <ac:picMkLst>
            <pc:docMk/>
            <pc:sldMk cId="2191945109" sldId="437"/>
            <ac:picMk id="48" creationId="{C843660C-D9B8-E193-B539-0C74456FCC26}"/>
          </ac:picMkLst>
        </pc:picChg>
        <pc:picChg chg="mod ord">
          <ac:chgData name="Andreas Vogt" userId="8f2cb726-881e-407e-b2de-45ed121033e4" providerId="ADAL" clId="{70EBE32E-D786-43DC-AA27-849F4B469A0A}" dt="2026-08-14T08:41:23.647" v="2329" actId="12788"/>
          <ac:picMkLst>
            <pc:docMk/>
            <pc:sldMk cId="2191945109" sldId="437"/>
            <ac:picMk id="8209" creationId="{C5903709-7718-D0F3-A09D-96AE760C5B03}"/>
          </ac:picMkLst>
        </pc:picChg>
        <pc:cxnChg chg="add mod">
          <ac:chgData name="Andreas Vogt" userId="8f2cb726-881e-407e-b2de-45ed121033e4" providerId="ADAL" clId="{70EBE32E-D786-43DC-AA27-849F4B469A0A}" dt="2026-08-14T07:57:18.805" v="1473" actId="693"/>
          <ac:cxnSpMkLst>
            <pc:docMk/>
            <pc:sldMk cId="2191945109" sldId="437"/>
            <ac:cxnSpMk id="62" creationId="{C3F0CDFE-6397-865C-7705-FEED12464180}"/>
          </ac:cxnSpMkLst>
        </pc:cxnChg>
        <pc:cxnChg chg="add mod">
          <ac:chgData name="Andreas Vogt" userId="8f2cb726-881e-407e-b2de-45ed121033e4" providerId="ADAL" clId="{70EBE32E-D786-43DC-AA27-849F4B469A0A}" dt="2026-08-14T07:57:18.805" v="1473" actId="693"/>
          <ac:cxnSpMkLst>
            <pc:docMk/>
            <pc:sldMk cId="2191945109" sldId="437"/>
            <ac:cxnSpMk id="8195" creationId="{A54C0EE3-B26F-6981-D4F2-03A7F9A3B139}"/>
          </ac:cxnSpMkLst>
        </pc:cxnChg>
        <pc:cxnChg chg="add mod">
          <ac:chgData name="Andreas Vogt" userId="8f2cb726-881e-407e-b2de-45ed121033e4" providerId="ADAL" clId="{70EBE32E-D786-43DC-AA27-849F4B469A0A}" dt="2026-08-14T07:57:18.805" v="1473" actId="693"/>
          <ac:cxnSpMkLst>
            <pc:docMk/>
            <pc:sldMk cId="2191945109" sldId="437"/>
            <ac:cxnSpMk id="8204" creationId="{762A82BD-D5ED-884A-48AF-CF592B598C4E}"/>
          </ac:cxnSpMkLst>
        </pc:cxnChg>
        <pc:cxnChg chg="add mod">
          <ac:chgData name="Andreas Vogt" userId="8f2cb726-881e-407e-b2de-45ed121033e4" providerId="ADAL" clId="{70EBE32E-D786-43DC-AA27-849F4B469A0A}" dt="2026-08-14T07:57:18.805" v="1473" actId="693"/>
          <ac:cxnSpMkLst>
            <pc:docMk/>
            <pc:sldMk cId="2191945109" sldId="437"/>
            <ac:cxnSpMk id="8207" creationId="{7D38CE6D-233A-0D6F-13E7-7EBA74B9D31F}"/>
          </ac:cxnSpMkLst>
        </pc:cxnChg>
      </pc:sldChg>
      <pc:sldChg chg="addSp delSp modSp add mod addAnim delAnim modAnim">
        <pc:chgData name="Andreas Vogt" userId="8f2cb726-881e-407e-b2de-45ed121033e4" providerId="ADAL" clId="{70EBE32E-D786-43DC-AA27-849F4B469A0A}" dt="2026-08-22T08:02:12.613" v="8536"/>
        <pc:sldMkLst>
          <pc:docMk/>
          <pc:sldMk cId="2286418839" sldId="439"/>
        </pc:sldMkLst>
        <pc:spChg chg="add mod">
          <ac:chgData name="Andreas Vogt" userId="8f2cb726-881e-407e-b2de-45ed121033e4" providerId="ADAL" clId="{70EBE32E-D786-43DC-AA27-849F4B469A0A}" dt="2026-08-22T07:32:54.660" v="8083" actId="14100"/>
          <ac:spMkLst>
            <pc:docMk/>
            <pc:sldMk cId="2286418839" sldId="439"/>
            <ac:spMk id="3" creationId="{E18D5C6A-E123-6AC5-E4C4-E165ADF8DE6E}"/>
          </ac:spMkLst>
        </pc:spChg>
        <pc:spChg chg="add mod">
          <ac:chgData name="Andreas Vogt" userId="8f2cb726-881e-407e-b2de-45ed121033e4" providerId="ADAL" clId="{70EBE32E-D786-43DC-AA27-849F4B469A0A}" dt="2026-08-22T07:39:59.206" v="8270" actId="14100"/>
          <ac:spMkLst>
            <pc:docMk/>
            <pc:sldMk cId="2286418839" sldId="439"/>
            <ac:spMk id="7" creationId="{6002529B-DD3F-BF5A-C5B4-6E0A2E753047}"/>
          </ac:spMkLst>
        </pc:spChg>
        <pc:picChg chg="mod ord">
          <ac:chgData name="Andreas Vogt" userId="8f2cb726-881e-407e-b2de-45ed121033e4" providerId="ADAL" clId="{70EBE32E-D786-43DC-AA27-849F4B469A0A}" dt="2026-08-14T11:44:49.652" v="4485" actId="1036"/>
          <ac:picMkLst>
            <pc:docMk/>
            <pc:sldMk cId="2286418839" sldId="439"/>
            <ac:picMk id="4" creationId="{9B458B04-3E27-F92A-E2CD-72D9CAEA10B8}"/>
          </ac:picMkLst>
        </pc:picChg>
        <pc:picChg chg="mod ord">
          <ac:chgData name="Andreas Vogt" userId="8f2cb726-881e-407e-b2de-45ed121033e4" providerId="ADAL" clId="{70EBE32E-D786-43DC-AA27-849F4B469A0A}" dt="2026-08-22T07:39:43.420" v="8268" actId="1037"/>
          <ac:picMkLst>
            <pc:docMk/>
            <pc:sldMk cId="2286418839" sldId="439"/>
            <ac:picMk id="5" creationId="{0CC758CD-CEE1-F8B7-3328-BA7B1CFC69B1}"/>
          </ac:picMkLst>
        </pc:picChg>
        <pc:picChg chg="mod ord">
          <ac:chgData name="Andreas Vogt" userId="8f2cb726-881e-407e-b2de-45ed121033e4" providerId="ADAL" clId="{70EBE32E-D786-43DC-AA27-849F4B469A0A}" dt="2026-08-22T07:39:38.127" v="8263" actId="1035"/>
          <ac:picMkLst>
            <pc:docMk/>
            <pc:sldMk cId="2286418839" sldId="439"/>
            <ac:picMk id="8" creationId="{D2263101-0896-0AA4-5A9A-E263AD10810E}"/>
          </ac:picMkLst>
        </pc:picChg>
        <pc:picChg chg="mod ord">
          <ac:chgData name="Andreas Vogt" userId="8f2cb726-881e-407e-b2de-45ed121033e4" providerId="ADAL" clId="{70EBE32E-D786-43DC-AA27-849F4B469A0A}" dt="2026-08-14T11:44:48.002" v="4484" actId="1036"/>
          <ac:picMkLst>
            <pc:docMk/>
            <pc:sldMk cId="2286418839" sldId="439"/>
            <ac:picMk id="9" creationId="{5FB4C350-DBC6-B9F4-E7DD-726B724B678E}"/>
          </ac:picMkLst>
        </pc:picChg>
        <pc:picChg chg="mod ord">
          <ac:chgData name="Andreas Vogt" userId="8f2cb726-881e-407e-b2de-45ed121033e4" providerId="ADAL" clId="{70EBE32E-D786-43DC-AA27-849F4B469A0A}" dt="2026-08-14T11:44:29.150" v="4452" actId="962"/>
          <ac:picMkLst>
            <pc:docMk/>
            <pc:sldMk cId="2286418839" sldId="439"/>
            <ac:picMk id="12" creationId="{8721876A-9148-4A8A-5A94-D7C9369688B9}"/>
          </ac:picMkLst>
        </pc:picChg>
        <pc:picChg chg="mod ord">
          <ac:chgData name="Andreas Vogt" userId="8f2cb726-881e-407e-b2de-45ed121033e4" providerId="ADAL" clId="{70EBE32E-D786-43DC-AA27-849F4B469A0A}" dt="2026-08-22T07:39:43.420" v="8268" actId="1037"/>
          <ac:picMkLst>
            <pc:docMk/>
            <pc:sldMk cId="2286418839" sldId="439"/>
            <ac:picMk id="13" creationId="{8D62CBE5-F5E0-A745-3626-476D48DB7D0B}"/>
          </ac:picMkLst>
        </pc:picChg>
        <pc:picChg chg="mod ord">
          <ac:chgData name="Andreas Vogt" userId="8f2cb726-881e-407e-b2de-45ed121033e4" providerId="ADAL" clId="{70EBE32E-D786-43DC-AA27-849F4B469A0A}" dt="2026-08-14T11:44:53.660" v="4487" actId="1036"/>
          <ac:picMkLst>
            <pc:docMk/>
            <pc:sldMk cId="2286418839" sldId="439"/>
            <ac:picMk id="18" creationId="{D6286C00-6544-FBE1-8783-A7961FB50AB7}"/>
          </ac:picMkLst>
        </pc:picChg>
        <pc:picChg chg="mod ord">
          <ac:chgData name="Andreas Vogt" userId="8f2cb726-881e-407e-b2de-45ed121033e4" providerId="ADAL" clId="{70EBE32E-D786-43DC-AA27-849F4B469A0A}" dt="2026-08-14T08:41:56.361" v="2348" actId="12788"/>
          <ac:picMkLst>
            <pc:docMk/>
            <pc:sldMk cId="2286418839" sldId="439"/>
            <ac:picMk id="22" creationId="{19FD1414-EBFF-157B-E699-A0A31DE3B6E2}"/>
          </ac:picMkLst>
        </pc:picChg>
        <pc:picChg chg="mod">
          <ac:chgData name="Andreas Vogt" userId="8f2cb726-881e-407e-b2de-45ed121033e4" providerId="ADAL" clId="{70EBE32E-D786-43DC-AA27-849F4B469A0A}" dt="2026-08-14T11:44:35.174" v="4457" actId="1035"/>
          <ac:picMkLst>
            <pc:docMk/>
            <pc:sldMk cId="2286418839" sldId="439"/>
            <ac:picMk id="23" creationId="{CA29CC07-C04F-91A6-ED5C-1EB396223E61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08:09:41.907" v="8627"/>
        <pc:sldMkLst>
          <pc:docMk/>
          <pc:sldMk cId="115757724" sldId="440"/>
        </pc:sldMkLst>
        <pc:spChg chg="add mod">
          <ac:chgData name="Andreas Vogt" userId="8f2cb726-881e-407e-b2de-45ed121033e4" providerId="ADAL" clId="{70EBE32E-D786-43DC-AA27-849F4B469A0A}" dt="2026-08-22T07:33:32.836" v="8091" actId="14100"/>
          <ac:spMkLst>
            <pc:docMk/>
            <pc:sldMk cId="115757724" sldId="440"/>
            <ac:spMk id="3" creationId="{88E6DD6C-1EB9-F6FC-2F9B-2D4339771940}"/>
          </ac:spMkLst>
        </pc:spChg>
        <pc:spChg chg="add mod">
          <ac:chgData name="Andreas Vogt" userId="8f2cb726-881e-407e-b2de-45ed121033e4" providerId="ADAL" clId="{70EBE32E-D786-43DC-AA27-849F4B469A0A}" dt="2026-08-22T07:43:43.375" v="8382" actId="1035"/>
          <ac:spMkLst>
            <pc:docMk/>
            <pc:sldMk cId="115757724" sldId="440"/>
            <ac:spMk id="5" creationId="{C4E0548C-080A-BE94-7837-2B13FF97C57E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48" creationId="{6ACFC93B-85AA-F952-744E-B8CA98AD3809}"/>
          </ac:spMkLst>
        </pc:spChg>
        <pc:spChg chg="add mod">
          <ac:chgData name="Andreas Vogt" userId="8f2cb726-881e-407e-b2de-45ed121033e4" providerId="ADAL" clId="{70EBE32E-D786-43DC-AA27-849F4B469A0A}" dt="2026-08-14T09:25:36.989" v="3055" actId="1036"/>
          <ac:spMkLst>
            <pc:docMk/>
            <pc:sldMk cId="115757724" sldId="440"/>
            <ac:spMk id="49" creationId="{8BBFCFA7-C181-B095-68B4-4982101DC58B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50" creationId="{92CCDEAC-4DD6-5110-608F-700A2991EFFA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51" creationId="{AB5F5765-FB8D-5A63-9578-1C5F39F89BFC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57" creationId="{CDCAF7A6-7111-5483-9C5E-4FB57B218BB4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59" creationId="{DEFB2F81-23F0-C610-0F7C-573E282C04AB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60" creationId="{9AC088DF-0697-54DB-9D91-4CC93C8C9EEA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61" creationId="{FC256957-60FB-0A6C-1A62-7A91755A86B4}"/>
          </ac:spMkLst>
        </pc:spChg>
        <pc:spChg chg="add mod">
          <ac:chgData name="Andreas Vogt" userId="8f2cb726-881e-407e-b2de-45ed121033e4" providerId="ADAL" clId="{70EBE32E-D786-43DC-AA27-849F4B469A0A}" dt="2026-08-14T09:25:03.641" v="3036" actId="693"/>
          <ac:spMkLst>
            <pc:docMk/>
            <pc:sldMk cId="115757724" sldId="440"/>
            <ac:spMk id="65" creationId="{C57D77D5-D2EE-FD06-F287-DC885C23FFE6}"/>
          </ac:spMkLst>
        </pc:spChg>
        <pc:spChg chg="add mod">
          <ac:chgData name="Andreas Vogt" userId="8f2cb726-881e-407e-b2de-45ed121033e4" providerId="ADAL" clId="{70EBE32E-D786-43DC-AA27-849F4B469A0A}" dt="2026-08-14T09:25:36.989" v="3055" actId="1036"/>
          <ac:spMkLst>
            <pc:docMk/>
            <pc:sldMk cId="115757724" sldId="440"/>
            <ac:spMk id="66" creationId="{8B83E897-CEFD-5325-943C-92D22081BEF2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70" creationId="{52E681AF-8977-2676-5195-279D88A06CBE}"/>
          </ac:spMkLst>
        </pc:spChg>
        <pc:spChg chg="add mod">
          <ac:chgData name="Andreas Vogt" userId="8f2cb726-881e-407e-b2de-45ed121033e4" providerId="ADAL" clId="{70EBE32E-D786-43DC-AA27-849F4B469A0A}" dt="2026-08-22T07:43:39.696" v="8380" actId="1036"/>
          <ac:spMkLst>
            <pc:docMk/>
            <pc:sldMk cId="115757724" sldId="440"/>
            <ac:spMk id="71" creationId="{A4C1018B-CC56-E147-700E-F41C0B51272D}"/>
          </ac:spMkLst>
        </pc:spChg>
        <pc:picChg chg="mod ord">
          <ac:chgData name="Andreas Vogt" userId="8f2cb726-881e-407e-b2de-45ed121033e4" providerId="ADAL" clId="{70EBE32E-D786-43DC-AA27-849F4B469A0A}" dt="2026-08-14T09:07:29.389" v="2796" actId="12788"/>
          <ac:picMkLst>
            <pc:docMk/>
            <pc:sldMk cId="115757724" sldId="440"/>
            <ac:picMk id="9" creationId="{A2909182-85AD-932D-F6BB-C5718AF1C8A6}"/>
          </ac:picMkLst>
        </pc:picChg>
        <pc:picChg chg="mod ord">
          <ac:chgData name="Andreas Vogt" userId="8f2cb726-881e-407e-b2de-45ed121033e4" providerId="ADAL" clId="{70EBE32E-D786-43DC-AA27-849F4B469A0A}" dt="2026-08-22T07:25:52.287" v="7969" actId="1036"/>
          <ac:picMkLst>
            <pc:docMk/>
            <pc:sldMk cId="115757724" sldId="440"/>
            <ac:picMk id="23" creationId="{39C9153A-023B-6B50-629B-D02C56EB9B0E}"/>
          </ac:picMkLst>
        </pc:picChg>
        <pc:picChg chg="mod ord">
          <ac:chgData name="Andreas Vogt" userId="8f2cb726-881e-407e-b2de-45ed121033e4" providerId="ADAL" clId="{70EBE32E-D786-43DC-AA27-849F4B469A0A}" dt="2026-08-22T07:25:49.717" v="7967" actId="552"/>
          <ac:picMkLst>
            <pc:docMk/>
            <pc:sldMk cId="115757724" sldId="440"/>
            <ac:picMk id="33" creationId="{3B358828-1344-545A-E324-2645B53220A3}"/>
          </ac:picMkLst>
        </pc:picChg>
        <pc:picChg chg="mod ord">
          <ac:chgData name="Andreas Vogt" userId="8f2cb726-881e-407e-b2de-45ed121033e4" providerId="ADAL" clId="{70EBE32E-D786-43DC-AA27-849F4B469A0A}" dt="2026-08-22T07:25:33.443" v="7961" actId="552"/>
          <ac:picMkLst>
            <pc:docMk/>
            <pc:sldMk cId="115757724" sldId="440"/>
            <ac:picMk id="36" creationId="{A629CB25-8407-D5FC-3DA7-C0E6E85FA05C}"/>
          </ac:picMkLst>
        </pc:picChg>
        <pc:picChg chg="mod ord">
          <ac:chgData name="Andreas Vogt" userId="8f2cb726-881e-407e-b2de-45ed121033e4" providerId="ADAL" clId="{70EBE32E-D786-43DC-AA27-849F4B469A0A}" dt="2026-08-22T07:25:33.443" v="7961" actId="552"/>
          <ac:picMkLst>
            <pc:docMk/>
            <pc:sldMk cId="115757724" sldId="440"/>
            <ac:picMk id="44" creationId="{DBFF1298-4450-3D1C-934A-674112B092C4}"/>
          </ac:picMkLst>
        </pc:picChg>
        <pc:picChg chg="mod ord">
          <ac:chgData name="Andreas Vogt" userId="8f2cb726-881e-407e-b2de-45ed121033e4" providerId="ADAL" clId="{70EBE32E-D786-43DC-AA27-849F4B469A0A}" dt="2026-08-14T09:24:30.522" v="3032" actId="208"/>
          <ac:picMkLst>
            <pc:docMk/>
            <pc:sldMk cId="115757724" sldId="440"/>
            <ac:picMk id="47" creationId="{54C12A31-78F5-B686-000E-608A18B5D154}"/>
          </ac:picMkLst>
        </pc:picChg>
        <pc:picChg chg="mod ord">
          <ac:chgData name="Andreas Vogt" userId="8f2cb726-881e-407e-b2de-45ed121033e4" providerId="ADAL" clId="{70EBE32E-D786-43DC-AA27-849F4B469A0A}" dt="2026-08-14T09:25:10.730" v="3038" actId="1076"/>
          <ac:picMkLst>
            <pc:docMk/>
            <pc:sldMk cId="115757724" sldId="440"/>
            <ac:picMk id="54" creationId="{E8A92A45-D53A-F02E-C8C4-31AE687AAB06}"/>
          </ac:picMkLst>
        </pc:picChg>
        <pc:picChg chg="mod ord">
          <ac:chgData name="Andreas Vogt" userId="8f2cb726-881e-407e-b2de-45ed121033e4" providerId="ADAL" clId="{70EBE32E-D786-43DC-AA27-849F4B469A0A}" dt="2026-08-22T07:25:19.610" v="7957" actId="1035"/>
          <ac:picMkLst>
            <pc:docMk/>
            <pc:sldMk cId="115757724" sldId="440"/>
            <ac:picMk id="56" creationId="{F9D1D591-E241-5366-44C1-24066589BE8E}"/>
          </ac:picMkLst>
        </pc:picChg>
        <pc:picChg chg="mod ord">
          <ac:chgData name="Andreas Vogt" userId="8f2cb726-881e-407e-b2de-45ed121033e4" providerId="ADAL" clId="{70EBE32E-D786-43DC-AA27-849F4B469A0A}" dt="2026-08-14T09:25:30.570" v="3053" actId="962"/>
          <ac:picMkLst>
            <pc:docMk/>
            <pc:sldMk cId="115757724" sldId="440"/>
            <ac:picMk id="74" creationId="{EF19932B-7A50-FFDE-488A-A6648A688764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4T07:09:45.094" v="8780" actId="1036"/>
        <pc:sldMkLst>
          <pc:docMk/>
          <pc:sldMk cId="1748344313" sldId="441"/>
        </pc:sldMkLst>
        <pc:spChg chg="add mod">
          <ac:chgData name="Andreas Vogt" userId="8f2cb726-881e-407e-b2de-45ed121033e4" providerId="ADAL" clId="{70EBE32E-D786-43DC-AA27-849F4B469A0A}" dt="2026-08-22T07:33:14.266" v="8087" actId="14100"/>
          <ac:spMkLst>
            <pc:docMk/>
            <pc:sldMk cId="1748344313" sldId="441"/>
            <ac:spMk id="3" creationId="{23AA1344-5839-DDBB-4F3E-5E38A407A14C}"/>
          </ac:spMkLst>
        </pc:spChg>
        <pc:spChg chg="add mod">
          <ac:chgData name="Andreas Vogt" userId="8f2cb726-881e-407e-b2de-45ed121033e4" providerId="ADAL" clId="{70EBE32E-D786-43DC-AA27-849F4B469A0A}" dt="2026-08-22T07:42:07.938" v="8299" actId="14100"/>
          <ac:spMkLst>
            <pc:docMk/>
            <pc:sldMk cId="1748344313" sldId="441"/>
            <ac:spMk id="9" creationId="{316970F4-4C57-3132-5F37-B1605EC3AB77}"/>
          </ac:spMkLst>
        </pc:spChg>
        <pc:spChg chg="add mod">
          <ac:chgData name="Andreas Vogt" userId="8f2cb726-881e-407e-b2de-45ed121033e4" providerId="ADAL" clId="{70EBE32E-D786-43DC-AA27-849F4B469A0A}" dt="2026-08-22T08:07:28.808" v="8605" actId="208"/>
          <ac:spMkLst>
            <pc:docMk/>
            <pc:sldMk cId="1748344313" sldId="441"/>
            <ac:spMk id="11" creationId="{E6D1C562-A6C7-F564-5082-99D40FD9A0F8}"/>
          </ac:spMkLst>
        </pc:spChg>
        <pc:spChg chg="mod">
          <ac:chgData name="Andreas Vogt" userId="8f2cb726-881e-407e-b2de-45ed121033e4" providerId="ADAL" clId="{70EBE32E-D786-43DC-AA27-849F4B469A0A}" dt="2026-08-14T09:06:39.520" v="2756" actId="1035"/>
          <ac:spMkLst>
            <pc:docMk/>
            <pc:sldMk cId="1748344313" sldId="441"/>
            <ac:spMk id="48" creationId="{AEEFEF03-2531-4703-6486-9D21AC7B2D54}"/>
          </ac:spMkLst>
        </pc:spChg>
        <pc:spChg chg="mod">
          <ac:chgData name="Andreas Vogt" userId="8f2cb726-881e-407e-b2de-45ed121033e4" providerId="ADAL" clId="{70EBE32E-D786-43DC-AA27-849F4B469A0A}" dt="2026-08-14T09:06:39.520" v="2756" actId="1035"/>
          <ac:spMkLst>
            <pc:docMk/>
            <pc:sldMk cId="1748344313" sldId="441"/>
            <ac:spMk id="49" creationId="{9BCBF53D-277B-C853-8B5B-D89616ED0EB6}"/>
          </ac:spMkLst>
        </pc:spChg>
        <pc:spChg chg="mod">
          <ac:chgData name="Andreas Vogt" userId="8f2cb726-881e-407e-b2de-45ed121033e4" providerId="ADAL" clId="{70EBE32E-D786-43DC-AA27-849F4B469A0A}" dt="2026-08-14T09:06:39.520" v="2756" actId="1035"/>
          <ac:spMkLst>
            <pc:docMk/>
            <pc:sldMk cId="1748344313" sldId="441"/>
            <ac:spMk id="51" creationId="{4A33300E-C11D-3DEB-9EB1-82B4F05C8D1A}"/>
          </ac:spMkLst>
        </pc:spChg>
        <pc:picChg chg="mod ord">
          <ac:chgData name="Andreas Vogt" userId="8f2cb726-881e-407e-b2de-45ed121033e4" providerId="ADAL" clId="{70EBE32E-D786-43DC-AA27-849F4B469A0A}" dt="2026-08-14T08:18:31.770" v="1834" actId="962"/>
          <ac:picMkLst>
            <pc:docMk/>
            <pc:sldMk cId="1748344313" sldId="441"/>
            <ac:picMk id="4" creationId="{1F5E4325-A1C6-2D46-8166-F95234FF0A48}"/>
          </ac:picMkLst>
        </pc:picChg>
        <pc:picChg chg="mod ord">
          <ac:chgData name="Andreas Vogt" userId="8f2cb726-881e-407e-b2de-45ed121033e4" providerId="ADAL" clId="{70EBE32E-D786-43DC-AA27-849F4B469A0A}" dt="2026-08-14T08:20:28.615" v="1893" actId="1076"/>
          <ac:picMkLst>
            <pc:docMk/>
            <pc:sldMk cId="1748344313" sldId="441"/>
            <ac:picMk id="6" creationId="{AA7665FB-567A-1015-325C-6D99C6A065EE}"/>
          </ac:picMkLst>
        </pc:picChg>
        <pc:picChg chg="mod ord">
          <ac:chgData name="Andreas Vogt" userId="8f2cb726-881e-407e-b2de-45ed121033e4" providerId="ADAL" clId="{70EBE32E-D786-43DC-AA27-849F4B469A0A}" dt="2026-08-14T08:39:52.702" v="2294" actId="552"/>
          <ac:picMkLst>
            <pc:docMk/>
            <pc:sldMk cId="1748344313" sldId="441"/>
            <ac:picMk id="8" creationId="{F0E2E81D-D65D-48AD-55BE-DC5466245C6B}"/>
          </ac:picMkLst>
        </pc:picChg>
        <pc:picChg chg="add mod">
          <ac:chgData name="Andreas Vogt" userId="8f2cb726-881e-407e-b2de-45ed121033e4" providerId="ADAL" clId="{70EBE32E-D786-43DC-AA27-849F4B469A0A}" dt="2026-08-22T07:42:17.740" v="8302" actId="554"/>
          <ac:picMkLst>
            <pc:docMk/>
            <pc:sldMk cId="1748344313" sldId="441"/>
            <ac:picMk id="10" creationId="{6A91A97F-3BF2-D169-1AF5-6BE7A4D8737B}"/>
          </ac:picMkLst>
        </pc:picChg>
        <pc:picChg chg="mod ord">
          <ac:chgData name="Andreas Vogt" userId="8f2cb726-881e-407e-b2de-45ed121033e4" providerId="ADAL" clId="{70EBE32E-D786-43DC-AA27-849F4B469A0A}" dt="2026-08-14T08:21:22.367" v="1925" actId="14100"/>
          <ac:picMkLst>
            <pc:docMk/>
            <pc:sldMk cId="1748344313" sldId="441"/>
            <ac:picMk id="12" creationId="{C79410E3-EF40-849D-E047-15393F6291E8}"/>
          </ac:picMkLst>
        </pc:picChg>
        <pc:picChg chg="mod">
          <ac:chgData name="Andreas Vogt" userId="8f2cb726-881e-407e-b2de-45ed121033e4" providerId="ADAL" clId="{70EBE32E-D786-43DC-AA27-849F4B469A0A}" dt="2026-08-24T07:09:45.094" v="8780" actId="1036"/>
          <ac:picMkLst>
            <pc:docMk/>
            <pc:sldMk cId="1748344313" sldId="441"/>
            <ac:picMk id="13" creationId="{16652E4F-DF10-B492-3C88-E3F0819CB236}"/>
          </ac:picMkLst>
        </pc:picChg>
        <pc:picChg chg="mod ord">
          <ac:chgData name="Andreas Vogt" userId="8f2cb726-881e-407e-b2de-45ed121033e4" providerId="ADAL" clId="{70EBE32E-D786-43DC-AA27-849F4B469A0A}" dt="2026-08-22T07:42:17.740" v="8302" actId="554"/>
          <ac:picMkLst>
            <pc:docMk/>
            <pc:sldMk cId="1748344313" sldId="441"/>
            <ac:picMk id="17" creationId="{98254982-55D1-73CC-4062-59FF9E825606}"/>
          </ac:picMkLst>
        </pc:picChg>
        <pc:picChg chg="mod ord">
          <ac:chgData name="Andreas Vogt" userId="8f2cb726-881e-407e-b2de-45ed121033e4" providerId="ADAL" clId="{70EBE32E-D786-43DC-AA27-849F4B469A0A}" dt="2026-08-14T09:06:39.520" v="2756" actId="1035"/>
          <ac:picMkLst>
            <pc:docMk/>
            <pc:sldMk cId="1748344313" sldId="441"/>
            <ac:picMk id="19" creationId="{BA81AFD7-E6CE-777D-F29F-691A8FAB9839}"/>
          </ac:picMkLst>
        </pc:picChg>
        <pc:picChg chg="mod ord">
          <ac:chgData name="Andreas Vogt" userId="8f2cb726-881e-407e-b2de-45ed121033e4" providerId="ADAL" clId="{70EBE32E-D786-43DC-AA27-849F4B469A0A}" dt="2026-08-14T08:39:57.065" v="2297" actId="1037"/>
          <ac:picMkLst>
            <pc:docMk/>
            <pc:sldMk cId="1748344313" sldId="441"/>
            <ac:picMk id="22" creationId="{C605C205-BF3E-77A9-5134-1601CBDFD63C}"/>
          </ac:picMkLst>
        </pc:picChg>
        <pc:picChg chg="mod ord">
          <ac:chgData name="Andreas Vogt" userId="8f2cb726-881e-407e-b2de-45ed121033e4" providerId="ADAL" clId="{70EBE32E-D786-43DC-AA27-849F4B469A0A}" dt="2026-08-14T08:42:55.315" v="2407" actId="12788"/>
          <ac:picMkLst>
            <pc:docMk/>
            <pc:sldMk cId="1748344313" sldId="441"/>
            <ac:picMk id="24" creationId="{9FEB561E-7A7F-DF4E-54CC-A0D11BD53265}"/>
          </ac:picMkLst>
        </pc:picChg>
        <pc:picChg chg="mod ord">
          <ac:chgData name="Andreas Vogt" userId="8f2cb726-881e-407e-b2de-45ed121033e4" providerId="ADAL" clId="{70EBE32E-D786-43DC-AA27-849F4B469A0A}" dt="2026-08-14T09:06:42.735" v="2761" actId="1035"/>
          <ac:picMkLst>
            <pc:docMk/>
            <pc:sldMk cId="1748344313" sldId="441"/>
            <ac:picMk id="30" creationId="{374D9479-780B-8D9D-D901-F47E9E5853D1}"/>
          </ac:picMkLst>
        </pc:picChg>
        <pc:picChg chg="mod">
          <ac:chgData name="Andreas Vogt" userId="8f2cb726-881e-407e-b2de-45ed121033e4" providerId="ADAL" clId="{70EBE32E-D786-43DC-AA27-849F4B469A0A}" dt="2026-08-14T08:20:31.419" v="1904" actId="1036"/>
          <ac:picMkLst>
            <pc:docMk/>
            <pc:sldMk cId="1748344313" sldId="441"/>
            <ac:picMk id="34" creationId="{5E44AD50-BB29-9071-A8CA-132E32C706A8}"/>
          </ac:picMkLst>
        </pc:picChg>
      </pc:sldChg>
      <pc:sldChg chg="addSp delSp modSp add mod delAnim modAnim">
        <pc:chgData name="Andreas Vogt" userId="8f2cb726-881e-407e-b2de-45ed121033e4" providerId="ADAL" clId="{70EBE32E-D786-43DC-AA27-849F4B469A0A}" dt="2026-08-22T08:07:46.442" v="8607"/>
        <pc:sldMkLst>
          <pc:docMk/>
          <pc:sldMk cId="1590787637" sldId="442"/>
        </pc:sldMkLst>
        <pc:picChg chg="mod ord">
          <ac:chgData name="Andreas Vogt" userId="8f2cb726-881e-407e-b2de-45ed121033e4" providerId="ADAL" clId="{70EBE32E-D786-43DC-AA27-849F4B469A0A}" dt="2026-08-14T08:44:00.571" v="2436" actId="12788"/>
          <ac:picMkLst>
            <pc:docMk/>
            <pc:sldMk cId="1590787637" sldId="442"/>
            <ac:picMk id="3" creationId="{1D151375-E742-A7B9-460E-075C9DE81C6A}"/>
          </ac:picMkLst>
        </pc:picChg>
        <pc:picChg chg="add mod">
          <ac:chgData name="Andreas Vogt" userId="8f2cb726-881e-407e-b2de-45ed121033e4" providerId="ADAL" clId="{70EBE32E-D786-43DC-AA27-849F4B469A0A}" dt="2026-08-14T08:46:16.638" v="2459"/>
          <ac:picMkLst>
            <pc:docMk/>
            <pc:sldMk cId="1590787637" sldId="442"/>
            <ac:picMk id="7" creationId="{0E7F6284-C4A0-E7B6-E6C6-93589A15737F}"/>
          </ac:picMkLst>
        </pc:picChg>
        <pc:picChg chg="mod ord">
          <ac:chgData name="Andreas Vogt" userId="8f2cb726-881e-407e-b2de-45ed121033e4" providerId="ADAL" clId="{70EBE32E-D786-43DC-AA27-849F4B469A0A}" dt="2026-08-14T08:46:00.920" v="2452" actId="14100"/>
          <ac:picMkLst>
            <pc:docMk/>
            <pc:sldMk cId="1590787637" sldId="442"/>
            <ac:picMk id="10" creationId="{4B50DCBC-BE34-A072-FBF3-1E72FD0E7AEA}"/>
          </ac:picMkLst>
        </pc:picChg>
        <pc:picChg chg="mod ord">
          <ac:chgData name="Andreas Vogt" userId="8f2cb726-881e-407e-b2de-45ed121033e4" providerId="ADAL" clId="{70EBE32E-D786-43DC-AA27-849F4B469A0A}" dt="2026-08-14T08:47:16.676" v="2476" actId="1076"/>
          <ac:picMkLst>
            <pc:docMk/>
            <pc:sldMk cId="1590787637" sldId="442"/>
            <ac:picMk id="15" creationId="{183C60DC-4F31-5C11-A5EA-33CDC66B1899}"/>
          </ac:picMkLst>
        </pc:picChg>
      </pc:sldChg>
      <pc:sldChg chg="addSp delSp modSp add mod modAnim">
        <pc:chgData name="Andreas Vogt" userId="8f2cb726-881e-407e-b2de-45ed121033e4" providerId="ADAL" clId="{70EBE32E-D786-43DC-AA27-849F4B469A0A}" dt="2026-08-22T08:08:15.326" v="8615"/>
        <pc:sldMkLst>
          <pc:docMk/>
          <pc:sldMk cId="2545036524" sldId="443"/>
        </pc:sldMkLst>
        <pc:spChg chg="add mod">
          <ac:chgData name="Andreas Vogt" userId="8f2cb726-881e-407e-b2de-45ed121033e4" providerId="ADAL" clId="{70EBE32E-D786-43DC-AA27-849F4B469A0A}" dt="2026-08-22T07:43:07.875" v="8311" actId="1076"/>
          <ac:spMkLst>
            <pc:docMk/>
            <pc:sldMk cId="2545036524" sldId="443"/>
            <ac:spMk id="7" creationId="{EDEF1747-0982-D0C9-01D1-F6A17ACC2B4A}"/>
          </ac:spMkLst>
        </pc:spChg>
        <pc:spChg chg="add del mod">
          <ac:chgData name="Andreas Vogt" userId="8f2cb726-881e-407e-b2de-45ed121033e4" providerId="ADAL" clId="{70EBE32E-D786-43DC-AA27-849F4B469A0A}" dt="2026-08-22T08:07:58.564" v="8610" actId="1076"/>
          <ac:spMkLst>
            <pc:docMk/>
            <pc:sldMk cId="2545036524" sldId="443"/>
            <ac:spMk id="24" creationId="{C8651949-01B3-6349-2595-93A92E95E1F9}"/>
          </ac:spMkLst>
        </pc:spChg>
        <pc:spChg chg="add mod">
          <ac:chgData name="Andreas Vogt" userId="8f2cb726-881e-407e-b2de-45ed121033e4" providerId="ADAL" clId="{70EBE32E-D786-43DC-AA27-849F4B469A0A}" dt="2026-08-14T09:04:31.378" v="2720" actId="1036"/>
          <ac:spMkLst>
            <pc:docMk/>
            <pc:sldMk cId="2545036524" sldId="443"/>
            <ac:spMk id="29" creationId="{E9241276-9893-9335-5B44-4A996335E7A2}"/>
          </ac:spMkLst>
        </pc:spChg>
        <pc:spChg chg="add mod">
          <ac:chgData name="Andreas Vogt" userId="8f2cb726-881e-407e-b2de-45ed121033e4" providerId="ADAL" clId="{70EBE32E-D786-43DC-AA27-849F4B469A0A}" dt="2026-08-14T09:04:31.378" v="2720" actId="1036"/>
          <ac:spMkLst>
            <pc:docMk/>
            <pc:sldMk cId="2545036524" sldId="443"/>
            <ac:spMk id="35" creationId="{66F2A5A6-6806-CFCD-5C8E-E198C14D8242}"/>
          </ac:spMkLst>
        </pc:spChg>
        <pc:picChg chg="mod ord">
          <ac:chgData name="Andreas Vogt" userId="8f2cb726-881e-407e-b2de-45ed121033e4" providerId="ADAL" clId="{70EBE32E-D786-43DC-AA27-849F4B469A0A}" dt="2026-08-14T08:56:11.038" v="2515" actId="14100"/>
          <ac:picMkLst>
            <pc:docMk/>
            <pc:sldMk cId="2545036524" sldId="443"/>
            <ac:picMk id="4" creationId="{D6FE8A24-211F-92B2-4B7D-0D65B8103A36}"/>
          </ac:picMkLst>
        </pc:picChg>
        <pc:picChg chg="mod ord">
          <ac:chgData name="Andreas Vogt" userId="8f2cb726-881e-407e-b2de-45ed121033e4" providerId="ADAL" clId="{70EBE32E-D786-43DC-AA27-849F4B469A0A}" dt="2026-08-14T09:04:31.378" v="2720" actId="1036"/>
          <ac:picMkLst>
            <pc:docMk/>
            <pc:sldMk cId="2545036524" sldId="443"/>
            <ac:picMk id="6" creationId="{105D3C32-F403-DBE5-E77F-6D332543FFE1}"/>
          </ac:picMkLst>
        </pc:picChg>
        <pc:picChg chg="mod ord">
          <ac:chgData name="Andreas Vogt" userId="8f2cb726-881e-407e-b2de-45ed121033e4" providerId="ADAL" clId="{70EBE32E-D786-43DC-AA27-849F4B469A0A}" dt="2026-08-14T09:01:45.726" v="2626" actId="1037"/>
          <ac:picMkLst>
            <pc:docMk/>
            <pc:sldMk cId="2545036524" sldId="443"/>
            <ac:picMk id="11" creationId="{DA4655B3-622D-5F37-E742-61500B8A0702}"/>
          </ac:picMkLst>
        </pc:picChg>
        <pc:picChg chg="mod ord">
          <ac:chgData name="Andreas Vogt" userId="8f2cb726-881e-407e-b2de-45ed121033e4" providerId="ADAL" clId="{70EBE32E-D786-43DC-AA27-849F4B469A0A}" dt="2026-08-14T09:04:31.378" v="2720" actId="1036"/>
          <ac:picMkLst>
            <pc:docMk/>
            <pc:sldMk cId="2545036524" sldId="443"/>
            <ac:picMk id="14" creationId="{D9DDD22B-084E-E2A7-2829-49B0A2C82849}"/>
          </ac:picMkLst>
        </pc:picChg>
        <pc:picChg chg="mod ord">
          <ac:chgData name="Andreas Vogt" userId="8f2cb726-881e-407e-b2de-45ed121033e4" providerId="ADAL" clId="{70EBE32E-D786-43DC-AA27-849F4B469A0A}" dt="2026-08-14T09:04:31.378" v="2720" actId="1036"/>
          <ac:picMkLst>
            <pc:docMk/>
            <pc:sldMk cId="2545036524" sldId="443"/>
            <ac:picMk id="18" creationId="{0508E66C-38C2-6B3D-E905-3FF4024A69B2}"/>
          </ac:picMkLst>
        </pc:picChg>
        <pc:picChg chg="add del mod ord">
          <ac:chgData name="Andreas Vogt" userId="8f2cb726-881e-407e-b2de-45ed121033e4" providerId="ADAL" clId="{70EBE32E-D786-43DC-AA27-849F4B469A0A}" dt="2026-08-22T07:43:11.205" v="8314" actId="1038"/>
          <ac:picMkLst>
            <pc:docMk/>
            <pc:sldMk cId="2545036524" sldId="443"/>
            <ac:picMk id="21" creationId="{B7D1ADA7-9822-9DBA-F8BC-78370763B8AA}"/>
          </ac:picMkLst>
        </pc:picChg>
        <pc:picChg chg="add del mod">
          <ac:chgData name="Andreas Vogt" userId="8f2cb726-881e-407e-b2de-45ed121033e4" providerId="ADAL" clId="{70EBE32E-D786-43DC-AA27-849F4B469A0A}" dt="2026-08-22T07:43:11.205" v="8314" actId="1038"/>
          <ac:picMkLst>
            <pc:docMk/>
            <pc:sldMk cId="2545036524" sldId="443"/>
            <ac:picMk id="23" creationId="{CA5F553F-E74D-4821-E703-935ECE3408FE}"/>
          </ac:picMkLst>
        </pc:picChg>
        <pc:picChg chg="mod ord">
          <ac:chgData name="Andreas Vogt" userId="8f2cb726-881e-407e-b2de-45ed121033e4" providerId="ADAL" clId="{70EBE32E-D786-43DC-AA27-849F4B469A0A}" dt="2026-08-14T09:04:31.378" v="2720" actId="1036"/>
          <ac:picMkLst>
            <pc:docMk/>
            <pc:sldMk cId="2545036524" sldId="443"/>
            <ac:picMk id="31" creationId="{E5C9320B-3B55-8685-4E8D-70722FF7D873}"/>
          </ac:picMkLst>
        </pc:picChg>
        <pc:picChg chg="add mod">
          <ac:chgData name="Andreas Vogt" userId="8f2cb726-881e-407e-b2de-45ed121033e4" providerId="ADAL" clId="{70EBE32E-D786-43DC-AA27-849F4B469A0A}" dt="2026-08-14T09:04:15.649" v="2711" actId="1038"/>
          <ac:picMkLst>
            <pc:docMk/>
            <pc:sldMk cId="2545036524" sldId="443"/>
            <ac:picMk id="33" creationId="{FE8EE787-C9C9-0111-7CB9-8929C63E99B4}"/>
          </ac:picMkLst>
        </pc:picChg>
        <pc:picChg chg="add mod">
          <ac:chgData name="Andreas Vogt" userId="8f2cb726-881e-407e-b2de-45ed121033e4" providerId="ADAL" clId="{70EBE32E-D786-43DC-AA27-849F4B469A0A}" dt="2026-08-14T09:04:09.187" v="2706" actId="1038"/>
          <ac:picMkLst>
            <pc:docMk/>
            <pc:sldMk cId="2545036524" sldId="443"/>
            <ac:picMk id="38" creationId="{BB7C42DA-231C-9E97-E746-A14C434320C4}"/>
          </ac:picMkLst>
        </pc:picChg>
        <pc:picChg chg="mod ord">
          <ac:chgData name="Andreas Vogt" userId="8f2cb726-881e-407e-b2de-45ed121033e4" providerId="ADAL" clId="{70EBE32E-D786-43DC-AA27-849F4B469A0A}" dt="2026-08-14T09:04:31.378" v="2720" actId="1036"/>
          <ac:picMkLst>
            <pc:docMk/>
            <pc:sldMk cId="2545036524" sldId="443"/>
            <ac:picMk id="40" creationId="{40AFBC2B-7F07-192D-1543-BF79F3875750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08:10:32.482" v="8635"/>
        <pc:sldMkLst>
          <pc:docMk/>
          <pc:sldMk cId="4204716616" sldId="444"/>
        </pc:sldMkLst>
        <pc:spChg chg="add">
          <ac:chgData name="Andreas Vogt" userId="8f2cb726-881e-407e-b2de-45ed121033e4" providerId="ADAL" clId="{70EBE32E-D786-43DC-AA27-849F4B469A0A}" dt="2026-08-14T09:44:35.668" v="3117" actId="11529"/>
          <ac:spMkLst>
            <pc:docMk/>
            <pc:sldMk cId="4204716616" sldId="444"/>
            <ac:spMk id="12" creationId="{E0BB0A80-9103-7E38-AD27-20D88C33633B}"/>
          </ac:spMkLst>
        </pc:spChg>
        <pc:picChg chg="mod ord">
          <ac:chgData name="Andreas Vogt" userId="8f2cb726-881e-407e-b2de-45ed121033e4" providerId="ADAL" clId="{70EBE32E-D786-43DC-AA27-849F4B469A0A}" dt="2026-08-14T09:39:22.434" v="3089" actId="962"/>
          <ac:picMkLst>
            <pc:docMk/>
            <pc:sldMk cId="4204716616" sldId="444"/>
            <ac:picMk id="3" creationId="{4D31E87D-EDD2-DE71-345F-BBEAD7A7B64F}"/>
          </ac:picMkLst>
        </pc:picChg>
        <pc:picChg chg="add mod">
          <ac:chgData name="Andreas Vogt" userId="8f2cb726-881e-407e-b2de-45ed121033e4" providerId="ADAL" clId="{70EBE32E-D786-43DC-AA27-849F4B469A0A}" dt="2026-08-14T09:41:46.748" v="3113" actId="1076"/>
          <ac:picMkLst>
            <pc:docMk/>
            <pc:sldMk cId="4204716616" sldId="444"/>
            <ac:picMk id="5" creationId="{1213A9AF-9B6C-624B-1259-EC663A8927B3}"/>
          </ac:picMkLst>
        </pc:picChg>
        <pc:picChg chg="add mod modCrop">
          <ac:chgData name="Andreas Vogt" userId="8f2cb726-881e-407e-b2de-45ed121033e4" providerId="ADAL" clId="{70EBE32E-D786-43DC-AA27-849F4B469A0A}" dt="2026-08-14T09:44:45.164" v="3118" actId="1076"/>
          <ac:picMkLst>
            <pc:docMk/>
            <pc:sldMk cId="4204716616" sldId="444"/>
            <ac:picMk id="11" creationId="{22555FD3-059F-1AC6-D4D8-D4C401E6F67A}"/>
          </ac:picMkLst>
        </pc:picChg>
        <pc:picChg chg="mod ord">
          <ac:chgData name="Andreas Vogt" userId="8f2cb726-881e-407e-b2de-45ed121033e4" providerId="ADAL" clId="{70EBE32E-D786-43DC-AA27-849F4B469A0A}" dt="2026-08-14T09:50:25.804" v="3290" actId="1037"/>
          <ac:picMkLst>
            <pc:docMk/>
            <pc:sldMk cId="4204716616" sldId="444"/>
            <ac:picMk id="15" creationId="{E0650A34-16F2-BE35-62C7-F3EEDA85D20C}"/>
          </ac:picMkLst>
        </pc:picChg>
        <pc:picChg chg="mod ord">
          <ac:chgData name="Andreas Vogt" userId="8f2cb726-881e-407e-b2de-45ed121033e4" providerId="ADAL" clId="{70EBE32E-D786-43DC-AA27-849F4B469A0A}" dt="2026-08-14T09:50:23.091" v="3285" actId="552"/>
          <ac:picMkLst>
            <pc:docMk/>
            <pc:sldMk cId="4204716616" sldId="444"/>
            <ac:picMk id="28" creationId="{09362D63-CE54-BE91-BBF1-80AD6DD697ED}"/>
          </ac:picMkLst>
        </pc:picChg>
        <pc:picChg chg="mod ord">
          <ac:chgData name="Andreas Vogt" userId="8f2cb726-881e-407e-b2de-45ed121033e4" providerId="ADAL" clId="{70EBE32E-D786-43DC-AA27-849F4B469A0A}" dt="2026-08-14T09:50:23.091" v="3285" actId="552"/>
          <ac:picMkLst>
            <pc:docMk/>
            <pc:sldMk cId="4204716616" sldId="444"/>
            <ac:picMk id="34" creationId="{CE0203C9-5D90-98F3-502B-00207E6FA979}"/>
          </ac:picMkLst>
        </pc:picChg>
        <pc:picChg chg="mod ord">
          <ac:chgData name="Andreas Vogt" userId="8f2cb726-881e-407e-b2de-45ed121033e4" providerId="ADAL" clId="{70EBE32E-D786-43DC-AA27-849F4B469A0A}" dt="2026-08-14T09:50:23.091" v="3285" actId="552"/>
          <ac:picMkLst>
            <pc:docMk/>
            <pc:sldMk cId="4204716616" sldId="444"/>
            <ac:picMk id="37" creationId="{66286683-381A-3889-7DFD-77B077F5CA10}"/>
          </ac:picMkLst>
        </pc:picChg>
        <pc:picChg chg="mod ord">
          <ac:chgData name="Andreas Vogt" userId="8f2cb726-881e-407e-b2de-45ed121033e4" providerId="ADAL" clId="{70EBE32E-D786-43DC-AA27-849F4B469A0A}" dt="2026-08-14T11:00:02.412" v="3800" actId="962"/>
          <ac:picMkLst>
            <pc:docMk/>
            <pc:sldMk cId="4204716616" sldId="444"/>
            <ac:picMk id="39" creationId="{FBDD0086-5960-8118-DD50-49B142C6E9AF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08:12:30.536" v="8651"/>
        <pc:sldMkLst>
          <pc:docMk/>
          <pc:sldMk cId="2497204536" sldId="445"/>
        </pc:sldMkLst>
        <pc:spChg chg="add mod">
          <ac:chgData name="Andreas Vogt" userId="8f2cb726-881e-407e-b2de-45ed121033e4" providerId="ADAL" clId="{70EBE32E-D786-43DC-AA27-849F4B469A0A}" dt="2026-08-14T10:42:27.838" v="3468" actId="1076"/>
          <ac:spMkLst>
            <pc:docMk/>
            <pc:sldMk cId="2497204536" sldId="445"/>
            <ac:spMk id="13" creationId="{C2542AC3-8248-2A03-14F3-EB24FAF8239A}"/>
          </ac:spMkLst>
        </pc:spChg>
        <pc:spChg chg="add mod">
          <ac:chgData name="Andreas Vogt" userId="8f2cb726-881e-407e-b2de-45ed121033e4" providerId="ADAL" clId="{70EBE32E-D786-43DC-AA27-849F4B469A0A}" dt="2026-08-14T10:42:27.838" v="3468" actId="1076"/>
          <ac:spMkLst>
            <pc:docMk/>
            <pc:sldMk cId="2497204536" sldId="445"/>
            <ac:spMk id="14" creationId="{602D84F0-1622-5F83-5D06-EBF8BB577B94}"/>
          </ac:spMkLst>
        </pc:spChg>
        <pc:spChg chg="add mod">
          <ac:chgData name="Andreas Vogt" userId="8f2cb726-881e-407e-b2de-45ed121033e4" providerId="ADAL" clId="{70EBE32E-D786-43DC-AA27-849F4B469A0A}" dt="2026-08-14T10:42:27.838" v="3468" actId="1076"/>
          <ac:spMkLst>
            <pc:docMk/>
            <pc:sldMk cId="2497204536" sldId="445"/>
            <ac:spMk id="16" creationId="{E2B72477-81BE-C6FA-7661-E97824F2FCBC}"/>
          </ac:spMkLst>
        </pc:spChg>
        <pc:spChg chg="add mod">
          <ac:chgData name="Andreas Vogt" userId="8f2cb726-881e-407e-b2de-45ed121033e4" providerId="ADAL" clId="{70EBE32E-D786-43DC-AA27-849F4B469A0A}" dt="2026-08-14T10:42:27.838" v="3468" actId="1076"/>
          <ac:spMkLst>
            <pc:docMk/>
            <pc:sldMk cId="2497204536" sldId="445"/>
            <ac:spMk id="17" creationId="{FE3012D1-8700-91D0-29AF-43B79A5BBF6F}"/>
          </ac:spMkLst>
        </pc:spChg>
        <pc:picChg chg="add mod modCrop">
          <ac:chgData name="Andreas Vogt" userId="8f2cb726-881e-407e-b2de-45ed121033e4" providerId="ADAL" clId="{70EBE32E-D786-43DC-AA27-849F4B469A0A}" dt="2026-08-14T10:42:27.838" v="3468" actId="1076"/>
          <ac:picMkLst>
            <pc:docMk/>
            <pc:sldMk cId="2497204536" sldId="445"/>
            <ac:picMk id="4" creationId="{2E558197-08D3-363B-B6E3-696629C8B995}"/>
          </ac:picMkLst>
        </pc:picChg>
        <pc:picChg chg="mod">
          <ac:chgData name="Andreas Vogt" userId="8f2cb726-881e-407e-b2de-45ed121033e4" providerId="ADAL" clId="{70EBE32E-D786-43DC-AA27-849F4B469A0A}" dt="2026-08-14T10:42:27.838" v="3468" actId="1076"/>
          <ac:picMkLst>
            <pc:docMk/>
            <pc:sldMk cId="2497204536" sldId="445"/>
            <ac:picMk id="5" creationId="{C0E3F4BB-55DE-C154-A064-1BAABF75992C}"/>
          </ac:picMkLst>
        </pc:picChg>
        <pc:picChg chg="add mod modCrop">
          <ac:chgData name="Andreas Vogt" userId="8f2cb726-881e-407e-b2de-45ed121033e4" providerId="ADAL" clId="{70EBE32E-D786-43DC-AA27-849F4B469A0A}" dt="2026-08-14T10:42:27.838" v="3468" actId="1076"/>
          <ac:picMkLst>
            <pc:docMk/>
            <pc:sldMk cId="2497204536" sldId="445"/>
            <ac:picMk id="6" creationId="{601A4AF8-E279-CE3F-2A92-DE2082D3E8AA}"/>
          </ac:picMkLst>
        </pc:picChg>
        <pc:picChg chg="add mod">
          <ac:chgData name="Andreas Vogt" userId="8f2cb726-881e-407e-b2de-45ed121033e4" providerId="ADAL" clId="{70EBE32E-D786-43DC-AA27-849F4B469A0A}" dt="2026-08-14T10:42:27.838" v="3468" actId="1076"/>
          <ac:picMkLst>
            <pc:docMk/>
            <pc:sldMk cId="2497204536" sldId="445"/>
            <ac:picMk id="10" creationId="{99D5776C-154A-AE79-56DB-7572A46DF38B}"/>
          </ac:picMkLst>
        </pc:picChg>
        <pc:picChg chg="mod">
          <ac:chgData name="Andreas Vogt" userId="8f2cb726-881e-407e-b2de-45ed121033e4" providerId="ADAL" clId="{70EBE32E-D786-43DC-AA27-849F4B469A0A}" dt="2026-08-14T10:42:27.838" v="3468" actId="1076"/>
          <ac:picMkLst>
            <pc:docMk/>
            <pc:sldMk cId="2497204536" sldId="445"/>
            <ac:picMk id="11" creationId="{0A2C90C7-AE01-338A-5487-6C52FC1016C7}"/>
          </ac:picMkLst>
        </pc:picChg>
        <pc:picChg chg="mod ord">
          <ac:chgData name="Andreas Vogt" userId="8f2cb726-881e-407e-b2de-45ed121033e4" providerId="ADAL" clId="{70EBE32E-D786-43DC-AA27-849F4B469A0A}" dt="2026-08-14T10:41:50.527" v="3466" actId="1076"/>
          <ac:picMkLst>
            <pc:docMk/>
            <pc:sldMk cId="2497204536" sldId="445"/>
            <ac:picMk id="22" creationId="{788BA065-5DFD-F0EF-A8A4-B16FD5E6A95E}"/>
          </ac:picMkLst>
        </pc:picChg>
        <pc:picChg chg="mod ord">
          <ac:chgData name="Andreas Vogt" userId="8f2cb726-881e-407e-b2de-45ed121033e4" providerId="ADAL" clId="{70EBE32E-D786-43DC-AA27-849F4B469A0A}" dt="2026-08-14T10:53:28.375" v="3589" actId="1076"/>
          <ac:picMkLst>
            <pc:docMk/>
            <pc:sldMk cId="2497204536" sldId="445"/>
            <ac:picMk id="26" creationId="{A73F180D-A509-F282-ABD4-5AB24596D58D}"/>
          </ac:picMkLst>
        </pc:picChg>
        <pc:picChg chg="mod ord">
          <ac:chgData name="Andreas Vogt" userId="8f2cb726-881e-407e-b2de-45ed121033e4" providerId="ADAL" clId="{70EBE32E-D786-43DC-AA27-849F4B469A0A}" dt="2026-08-14T10:45:47.027" v="3517" actId="1076"/>
          <ac:picMkLst>
            <pc:docMk/>
            <pc:sldMk cId="2497204536" sldId="445"/>
            <ac:picMk id="30" creationId="{5B599AA2-648B-C5EE-ECCE-EA3DBA30A42F}"/>
          </ac:picMkLst>
        </pc:picChg>
        <pc:picChg chg="mod ord">
          <ac:chgData name="Andreas Vogt" userId="8f2cb726-881e-407e-b2de-45ed121033e4" providerId="ADAL" clId="{70EBE32E-D786-43DC-AA27-849F4B469A0A}" dt="2026-08-14T10:47:19.668" v="3569" actId="1076"/>
          <ac:picMkLst>
            <pc:docMk/>
            <pc:sldMk cId="2497204536" sldId="445"/>
            <ac:picMk id="40" creationId="{D163B527-9E44-AEC4-E863-FDA30BA7A945}"/>
          </ac:picMkLst>
        </pc:picChg>
        <pc:picChg chg="mod ord">
          <ac:chgData name="Andreas Vogt" userId="8f2cb726-881e-407e-b2de-45ed121033e4" providerId="ADAL" clId="{70EBE32E-D786-43DC-AA27-849F4B469A0A}" dt="2026-08-14T11:10:47.402" v="4085" actId="962"/>
          <ac:picMkLst>
            <pc:docMk/>
            <pc:sldMk cId="2497204536" sldId="445"/>
            <ac:picMk id="45" creationId="{964090F9-6DCF-D42D-BBB4-B057C5C9F54E}"/>
          </ac:picMkLst>
        </pc:picChg>
      </pc:sldChg>
      <pc:sldChg chg="addSp delSp modSp add mod delAnim modAnim">
        <pc:chgData name="Andreas Vogt" userId="8f2cb726-881e-407e-b2de-45ed121033e4" providerId="ADAL" clId="{70EBE32E-D786-43DC-AA27-849F4B469A0A}" dt="2026-08-22T08:13:38.481" v="8658"/>
        <pc:sldMkLst>
          <pc:docMk/>
          <pc:sldMk cId="1637428410" sldId="446"/>
        </pc:sldMkLst>
        <pc:spChg chg="add mod">
          <ac:chgData name="Andreas Vogt" userId="8f2cb726-881e-407e-b2de-45ed121033e4" providerId="ADAL" clId="{70EBE32E-D786-43DC-AA27-849F4B469A0A}" dt="2026-08-22T07:33:53.290" v="8096" actId="14100"/>
          <ac:spMkLst>
            <pc:docMk/>
            <pc:sldMk cId="1637428410" sldId="446"/>
            <ac:spMk id="4" creationId="{DD8998FE-35FF-061D-0BC7-3865BF8CDB25}"/>
          </ac:spMkLst>
        </pc:spChg>
        <pc:spChg chg="add mod">
          <ac:chgData name="Andreas Vogt" userId="8f2cb726-881e-407e-b2de-45ed121033e4" providerId="ADAL" clId="{70EBE32E-D786-43DC-AA27-849F4B469A0A}" dt="2026-08-22T07:43:56.785" v="8385" actId="14100"/>
          <ac:spMkLst>
            <pc:docMk/>
            <pc:sldMk cId="1637428410" sldId="446"/>
            <ac:spMk id="6" creationId="{D4CE2C78-B42E-7F68-2A6E-DB0C19D73C13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25" creationId="{EB4D1811-88FF-50EB-5141-4886F8407547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27" creationId="{7874FE76-076B-E44D-FA19-772C577937EE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28" creationId="{E952E999-8161-42EF-79CE-2DB121247F2E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29" creationId="{ED5123B6-C741-9DE2-5B59-1ABF716C3A8C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3" creationId="{4724F0A2-28A1-3974-D717-BE1A6A615AD1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4" creationId="{7DD1A009-1DBF-7EBD-927D-E5277BEB7C09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5" creationId="{3CE65FC5-7975-9317-0E8E-FB60BDCA18DD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6" creationId="{ACB943F9-C982-D99C-33DB-CCC555FD0863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8" creationId="{2F511F36-A504-101D-4582-0EDE19F0C57D}"/>
          </ac:spMkLst>
        </pc:spChg>
        <pc:spChg chg="add mod">
          <ac:chgData name="Andreas Vogt" userId="8f2cb726-881e-407e-b2de-45ed121033e4" providerId="ADAL" clId="{70EBE32E-D786-43DC-AA27-849F4B469A0A}" dt="2026-08-14T10:57:37.700" v="3666" actId="1076"/>
          <ac:spMkLst>
            <pc:docMk/>
            <pc:sldMk cId="1637428410" sldId="446"/>
            <ac:spMk id="39" creationId="{2F620B45-8315-7177-9914-22EB2B2A28ED}"/>
          </ac:spMkLst>
        </pc:spChg>
        <pc:picChg chg="mod ord">
          <ac:chgData name="Andreas Vogt" userId="8f2cb726-881e-407e-b2de-45ed121033e4" providerId="ADAL" clId="{70EBE32E-D786-43DC-AA27-849F4B469A0A}" dt="2026-08-14T10:53:47.618" v="3619" actId="962"/>
          <ac:picMkLst>
            <pc:docMk/>
            <pc:sldMk cId="1637428410" sldId="446"/>
            <ac:picMk id="3" creationId="{780D1C3F-4861-8BCA-4074-C1C1895C0E8B}"/>
          </ac:picMkLst>
        </pc:picChg>
        <pc:picChg chg="add mod">
          <ac:chgData name="Andreas Vogt" userId="8f2cb726-881e-407e-b2de-45ed121033e4" providerId="ADAL" clId="{70EBE32E-D786-43DC-AA27-849F4B469A0A}" dt="2026-08-14T10:57:15.145" v="3664" actId="1035"/>
          <ac:picMkLst>
            <pc:docMk/>
            <pc:sldMk cId="1637428410" sldId="446"/>
            <ac:picMk id="7" creationId="{9065EA3A-5FE9-96E1-492D-584BB584D25E}"/>
          </ac:picMkLst>
        </pc:picChg>
        <pc:picChg chg="mod ord">
          <ac:chgData name="Andreas Vogt" userId="8f2cb726-881e-407e-b2de-45ed121033e4" providerId="ADAL" clId="{70EBE32E-D786-43DC-AA27-849F4B469A0A}" dt="2026-08-22T07:33:42.496" v="8094" actId="1076"/>
          <ac:picMkLst>
            <pc:docMk/>
            <pc:sldMk cId="1637428410" sldId="446"/>
            <ac:picMk id="18" creationId="{2A7E2AC3-C0D8-2F73-7223-386F4A536C97}"/>
          </ac:picMkLst>
        </pc:picChg>
        <pc:picChg chg="mod ord">
          <ac:chgData name="Andreas Vogt" userId="8f2cb726-881e-407e-b2de-45ed121033e4" providerId="ADAL" clId="{70EBE32E-D786-43DC-AA27-849F4B469A0A}" dt="2026-08-14T10:56:03.187" v="3653" actId="1076"/>
          <ac:picMkLst>
            <pc:docMk/>
            <pc:sldMk cId="1637428410" sldId="446"/>
            <ac:picMk id="21" creationId="{C8C0FDAF-F324-48ED-228B-7AFCA7BE1DD1}"/>
          </ac:picMkLst>
        </pc:picChg>
        <pc:picChg chg="mod">
          <ac:chgData name="Andreas Vogt" userId="8f2cb726-881e-407e-b2de-45ed121033e4" providerId="ADAL" clId="{70EBE32E-D786-43DC-AA27-849F4B469A0A}" dt="2026-08-22T07:43:59.249" v="8388" actId="1037"/>
          <ac:picMkLst>
            <pc:docMk/>
            <pc:sldMk cId="1637428410" sldId="446"/>
            <ac:picMk id="41" creationId="{9EF8DC4E-D852-70D4-5066-B3CE4762A1B1}"/>
          </ac:picMkLst>
        </pc:picChg>
        <pc:picChg chg="mod ord">
          <ac:chgData name="Andreas Vogt" userId="8f2cb726-881e-407e-b2de-45ed121033e4" providerId="ADAL" clId="{70EBE32E-D786-43DC-AA27-849F4B469A0A}" dt="2026-08-14T10:58:11.411" v="3694" actId="962"/>
          <ac:picMkLst>
            <pc:docMk/>
            <pc:sldMk cId="1637428410" sldId="446"/>
            <ac:picMk id="44" creationId="{C76A480B-F523-B7AF-BAE8-AFEA6B0EF180}"/>
          </ac:picMkLst>
        </pc:picChg>
        <pc:picChg chg="mod ord">
          <ac:chgData name="Andreas Vogt" userId="8f2cb726-881e-407e-b2de-45ed121033e4" providerId="ADAL" clId="{70EBE32E-D786-43DC-AA27-849F4B469A0A}" dt="2026-08-22T07:43:59.249" v="8388" actId="1037"/>
          <ac:picMkLst>
            <pc:docMk/>
            <pc:sldMk cId="1637428410" sldId="446"/>
            <ac:picMk id="46" creationId="{D152808C-B0B3-7AB4-0AF5-C1217CE589DB}"/>
          </ac:picMkLst>
        </pc:picChg>
      </pc:sldChg>
      <pc:sldChg chg="addSp delSp modSp add mod modAnim">
        <pc:chgData name="Andreas Vogt" userId="8f2cb726-881e-407e-b2de-45ed121033e4" providerId="ADAL" clId="{70EBE32E-D786-43DC-AA27-849F4B469A0A}" dt="2026-08-22T08:13:59.475" v="8662"/>
        <pc:sldMkLst>
          <pc:docMk/>
          <pc:sldMk cId="2837529293" sldId="447"/>
        </pc:sldMkLst>
        <pc:picChg chg="mod ord">
          <ac:chgData name="Andreas Vogt" userId="8f2cb726-881e-407e-b2de-45ed121033e4" providerId="ADAL" clId="{70EBE32E-D786-43DC-AA27-849F4B469A0A}" dt="2026-08-14T10:59:11.342" v="3740" actId="962"/>
          <ac:picMkLst>
            <pc:docMk/>
            <pc:sldMk cId="2837529293" sldId="447"/>
            <ac:picMk id="4" creationId="{7BD54EC6-3E1A-A9C6-E219-95FB2F612A49}"/>
          </ac:picMkLst>
        </pc:picChg>
        <pc:picChg chg="mod ord">
          <ac:chgData name="Andreas Vogt" userId="8f2cb726-881e-407e-b2de-45ed121033e4" providerId="ADAL" clId="{70EBE32E-D786-43DC-AA27-849F4B469A0A}" dt="2026-08-14T10:59:46.696" v="3780" actId="962"/>
          <ac:picMkLst>
            <pc:docMk/>
            <pc:sldMk cId="2837529293" sldId="447"/>
            <ac:picMk id="13" creationId="{CDD18132-03C7-D173-96EA-584002E0DEC7}"/>
          </ac:picMkLst>
        </pc:picChg>
        <pc:picChg chg="add">
          <ac:chgData name="Andreas Vogt" userId="8f2cb726-881e-407e-b2de-45ed121033e4" providerId="ADAL" clId="{70EBE32E-D786-43DC-AA27-849F4B469A0A}" dt="2026-08-14T11:00:36.952" v="3804" actId="22"/>
          <ac:picMkLst>
            <pc:docMk/>
            <pc:sldMk cId="2837529293" sldId="447"/>
            <ac:picMk id="16" creationId="{C78A9B72-7C63-2880-7733-5B2E5EA0E4AB}"/>
          </ac:picMkLst>
        </pc:picChg>
        <pc:picChg chg="add mod ord">
          <ac:chgData name="Andreas Vogt" userId="8f2cb726-881e-407e-b2de-45ed121033e4" providerId="ADAL" clId="{70EBE32E-D786-43DC-AA27-849F4B469A0A}" dt="2026-08-14T11:01:42.523" v="3828" actId="1038"/>
          <ac:picMkLst>
            <pc:docMk/>
            <pc:sldMk cId="2837529293" sldId="447"/>
            <ac:picMk id="18" creationId="{136DA697-05EE-EF1D-E52C-F10D29A655F4}"/>
          </ac:picMkLst>
        </pc:picChg>
        <pc:picChg chg="add mod">
          <ac:chgData name="Andreas Vogt" userId="8f2cb726-881e-407e-b2de-45ed121033e4" providerId="ADAL" clId="{70EBE32E-D786-43DC-AA27-849F4B469A0A}" dt="2026-08-14T11:02:10.709" v="3837" actId="1076"/>
          <ac:picMkLst>
            <pc:docMk/>
            <pc:sldMk cId="2837529293" sldId="447"/>
            <ac:picMk id="21" creationId="{C96C3955-645B-1320-C81D-B1F44C25FE62}"/>
          </ac:picMkLst>
        </pc:picChg>
        <pc:picChg chg="mod ord">
          <ac:chgData name="Andreas Vogt" userId="8f2cb726-881e-407e-b2de-45ed121033e4" providerId="ADAL" clId="{70EBE32E-D786-43DC-AA27-849F4B469A0A}" dt="2026-08-14T11:02:44.191" v="3856" actId="962"/>
          <ac:picMkLst>
            <pc:docMk/>
            <pc:sldMk cId="2837529293" sldId="447"/>
            <ac:picMk id="23" creationId="{6BBF49B3-3E20-A55C-FFB6-87C739AEAED5}"/>
          </ac:picMkLst>
        </pc:picChg>
        <pc:picChg chg="mod ord">
          <ac:chgData name="Andreas Vogt" userId="8f2cb726-881e-407e-b2de-45ed121033e4" providerId="ADAL" clId="{70EBE32E-D786-43DC-AA27-849F4B469A0A}" dt="2026-08-14T11:04:31.037" v="3874" actId="962"/>
          <ac:picMkLst>
            <pc:docMk/>
            <pc:sldMk cId="2837529293" sldId="447"/>
            <ac:picMk id="25" creationId="{89B2F521-8A21-A99C-21D2-28B24AB4B56A}"/>
          </ac:picMkLst>
        </pc:picChg>
        <pc:picChg chg="mod ord">
          <ac:chgData name="Andreas Vogt" userId="8f2cb726-881e-407e-b2de-45ed121033e4" providerId="ADAL" clId="{70EBE32E-D786-43DC-AA27-849F4B469A0A}" dt="2026-08-14T11:05:48.595" v="3890" actId="962"/>
          <ac:picMkLst>
            <pc:docMk/>
            <pc:sldMk cId="2837529293" sldId="447"/>
            <ac:picMk id="27" creationId="{521F5B58-A2F4-8E20-B0C0-52B4AE640856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31T07:18:25.293" v="8806"/>
        <pc:sldMkLst>
          <pc:docMk/>
          <pc:sldMk cId="3121874469" sldId="448"/>
        </pc:sldMkLst>
        <pc:spChg chg="mod">
          <ac:chgData name="Andreas Vogt" userId="8f2cb726-881e-407e-b2de-45ed121033e4" providerId="ADAL" clId="{70EBE32E-D786-43DC-AA27-849F4B469A0A}" dt="2026-08-14T11:08:45.260" v="3995" actId="1035"/>
          <ac:spMkLst>
            <pc:docMk/>
            <pc:sldMk cId="3121874469" sldId="448"/>
            <ac:spMk id="13" creationId="{E5ED8E32-32BB-D0BA-EC7A-C0A11C148AA5}"/>
          </ac:spMkLst>
        </pc:spChg>
        <pc:spChg chg="mod">
          <ac:chgData name="Andreas Vogt" userId="8f2cb726-881e-407e-b2de-45ed121033e4" providerId="ADAL" clId="{70EBE32E-D786-43DC-AA27-849F4B469A0A}" dt="2026-08-14T11:08:49.778" v="4004" actId="1038"/>
          <ac:spMkLst>
            <pc:docMk/>
            <pc:sldMk cId="3121874469" sldId="448"/>
            <ac:spMk id="14" creationId="{7F64DF19-C5CE-4C06-F971-AC4668B21664}"/>
          </ac:spMkLst>
        </pc:spChg>
        <pc:spChg chg="mod">
          <ac:chgData name="Andreas Vogt" userId="8f2cb726-881e-407e-b2de-45ed121033e4" providerId="ADAL" clId="{70EBE32E-D786-43DC-AA27-849F4B469A0A}" dt="2026-08-31T07:18:11.445" v="8805" actId="1035"/>
          <ac:spMkLst>
            <pc:docMk/>
            <pc:sldMk cId="3121874469" sldId="448"/>
            <ac:spMk id="16" creationId="{2E7DCD3C-C67C-9CF1-E9DF-460C4E9C0EE4}"/>
          </ac:spMkLst>
        </pc:spChg>
        <pc:spChg chg="mod">
          <ac:chgData name="Andreas Vogt" userId="8f2cb726-881e-407e-b2de-45ed121033e4" providerId="ADAL" clId="{70EBE32E-D786-43DC-AA27-849F4B469A0A}" dt="2026-08-31T07:18:11.445" v="8805" actId="1035"/>
          <ac:spMkLst>
            <pc:docMk/>
            <pc:sldMk cId="3121874469" sldId="448"/>
            <ac:spMk id="17" creationId="{C233116F-6F57-098C-9685-FC10AD047852}"/>
          </ac:spMkLst>
        </pc:spChg>
        <pc:picChg chg="add">
          <ac:chgData name="Andreas Vogt" userId="8f2cb726-881e-407e-b2de-45ed121033e4" providerId="ADAL" clId="{70EBE32E-D786-43DC-AA27-849F4B469A0A}" dt="2026-08-14T11:00:40.724" v="3806" actId="22"/>
          <ac:picMkLst>
            <pc:docMk/>
            <pc:sldMk cId="3121874469" sldId="448"/>
            <ac:picMk id="3" creationId="{F6C41990-5A97-9821-8F23-795A38A52592}"/>
          </ac:picMkLst>
        </pc:picChg>
        <pc:picChg chg="mod ord">
          <ac:chgData name="Andreas Vogt" userId="8f2cb726-881e-407e-b2de-45ed121033e4" providerId="ADAL" clId="{70EBE32E-D786-43DC-AA27-849F4B469A0A}" dt="2026-08-22T07:26:20.464" v="7984" actId="962"/>
          <ac:picMkLst>
            <pc:docMk/>
            <pc:sldMk cId="3121874469" sldId="448"/>
            <ac:picMk id="4" creationId="{42004D3F-AEEC-F8E5-32AA-CE94C83D9364}"/>
          </ac:picMkLst>
        </pc:picChg>
        <pc:picChg chg="mod ord">
          <ac:chgData name="Andreas Vogt" userId="8f2cb726-881e-407e-b2de-45ed121033e4" providerId="ADAL" clId="{70EBE32E-D786-43DC-AA27-849F4B469A0A}" dt="2026-08-22T08:14:10.459" v="8667" actId="1035"/>
          <ac:picMkLst>
            <pc:docMk/>
            <pc:sldMk cId="3121874469" sldId="448"/>
            <ac:picMk id="18" creationId="{51310AD0-C4D1-7EA6-FA30-ACE676EB7BCD}"/>
          </ac:picMkLst>
        </pc:picChg>
        <pc:picChg chg="add mod ord">
          <ac:chgData name="Andreas Vogt" userId="8f2cb726-881e-407e-b2de-45ed121033e4" providerId="ADAL" clId="{70EBE32E-D786-43DC-AA27-849F4B469A0A}" dt="2026-08-22T08:14:38.892" v="8675" actId="1076"/>
          <ac:picMkLst>
            <pc:docMk/>
            <pc:sldMk cId="3121874469" sldId="448"/>
            <ac:picMk id="20" creationId="{AB2EFAAA-1CD5-6B5C-ECAE-F98A9230F334}"/>
          </ac:picMkLst>
        </pc:picChg>
        <pc:picChg chg="add mod ord">
          <ac:chgData name="Andreas Vogt" userId="8f2cb726-881e-407e-b2de-45ed121033e4" providerId="ADAL" clId="{70EBE32E-D786-43DC-AA27-849F4B469A0A}" dt="2026-08-14T11:08:40.351" v="3989" actId="1076"/>
          <ac:picMkLst>
            <pc:docMk/>
            <pc:sldMk cId="3121874469" sldId="448"/>
            <ac:picMk id="23" creationId="{2FACA127-5B97-D037-49FF-3D7AC318A82B}"/>
          </ac:picMkLst>
        </pc:picChg>
        <pc:picChg chg="mod ord">
          <ac:chgData name="Andreas Vogt" userId="8f2cb726-881e-407e-b2de-45ed121033e4" providerId="ADAL" clId="{70EBE32E-D786-43DC-AA27-849F4B469A0A}" dt="2026-08-14T11:10:30.824" v="4071" actId="1076"/>
          <ac:picMkLst>
            <pc:docMk/>
            <pc:sldMk cId="3121874469" sldId="448"/>
            <ac:picMk id="25" creationId="{BE333B01-FBA7-83A7-04D0-1942BAA465E4}"/>
          </ac:picMkLst>
        </pc:picChg>
        <pc:picChg chg="mod ord">
          <ac:chgData name="Andreas Vogt" userId="8f2cb726-881e-407e-b2de-45ed121033e4" providerId="ADAL" clId="{70EBE32E-D786-43DC-AA27-849F4B469A0A}" dt="2026-08-14T11:09:14.485" v="4039" actId="962"/>
          <ac:picMkLst>
            <pc:docMk/>
            <pc:sldMk cId="3121874469" sldId="448"/>
            <ac:picMk id="28" creationId="{BDA63CF5-DA7B-0CA8-8805-FBDAC79A2991}"/>
          </ac:picMkLst>
        </pc:picChg>
        <pc:picChg chg="mod ord">
          <ac:chgData name="Andreas Vogt" userId="8f2cb726-881e-407e-b2de-45ed121033e4" providerId="ADAL" clId="{70EBE32E-D786-43DC-AA27-849F4B469A0A}" dt="2026-08-14T11:10:30.824" v="4071" actId="1076"/>
          <ac:picMkLst>
            <pc:docMk/>
            <pc:sldMk cId="3121874469" sldId="448"/>
            <ac:picMk id="33" creationId="{31B34CA6-4DA1-9067-3779-B8DA59DB4782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31T07:31:10.389" v="8905"/>
        <pc:sldMkLst>
          <pc:docMk/>
          <pc:sldMk cId="914396965" sldId="449"/>
        </pc:sldMkLst>
        <pc:spChg chg="add mod">
          <ac:chgData name="Andreas Vogt" userId="8f2cb726-881e-407e-b2de-45ed121033e4" providerId="ADAL" clId="{70EBE32E-D786-43DC-AA27-849F4B469A0A}" dt="2026-08-22T07:27:16.212" v="8002" actId="1035"/>
          <ac:spMkLst>
            <pc:docMk/>
            <pc:sldMk cId="914396965" sldId="449"/>
            <ac:spMk id="2" creationId="{1A066523-595C-73E9-B455-52A4DD4F0F06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5" creationId="{6A62B418-5AA2-8F16-0A51-08F8B6E88015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7" creationId="{2E58EC38-5BCD-784D-A220-A64B1E568AC5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8" creationId="{5B37C41E-D4C8-8759-1ADA-34862A5EF65F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9" creationId="{79220345-4C1A-3845-D3E5-0B675E33EA57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0" creationId="{DCE54496-80FA-0B53-C365-B6B8FF7EACD0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1" creationId="{34089F33-18D5-DFB3-7495-FAB9502FEF2D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2" creationId="{99D9FC9D-EBAD-86E2-20A1-97CA2E5E5A1F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3" creationId="{9F0D240E-37B0-FA63-DCD9-C0B0D8FA2FD9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4" creationId="{961E1037-153C-0588-EB94-AD90E0F81DFB}"/>
          </ac:spMkLst>
        </pc:spChg>
        <pc:spChg chg="add mod">
          <ac:chgData name="Andreas Vogt" userId="8f2cb726-881e-407e-b2de-45ed121033e4" providerId="ADAL" clId="{70EBE32E-D786-43DC-AA27-849F4B469A0A}" dt="2026-08-14T11:35:50.310" v="4347" actId="208"/>
          <ac:spMkLst>
            <pc:docMk/>
            <pc:sldMk cId="914396965" sldId="449"/>
            <ac:spMk id="16" creationId="{39A80B0E-938D-2AF6-4AF7-BA409553BD52}"/>
          </ac:spMkLst>
        </pc:spChg>
        <pc:spChg chg="add mod">
          <ac:chgData name="Andreas Vogt" userId="8f2cb726-881e-407e-b2de-45ed121033e4" providerId="ADAL" clId="{70EBE32E-D786-43DC-AA27-849F4B469A0A}" dt="2026-08-22T07:44:09.597" v="8393" actId="14100"/>
          <ac:spMkLst>
            <pc:docMk/>
            <pc:sldMk cId="914396965" sldId="449"/>
            <ac:spMk id="19" creationId="{9E1A0D5C-F021-272B-C6A6-05ECF4238E43}"/>
          </ac:spMkLst>
        </pc:spChg>
        <pc:spChg chg="add mod">
          <ac:chgData name="Andreas Vogt" userId="8f2cb726-881e-407e-b2de-45ed121033e4" providerId="ADAL" clId="{70EBE32E-D786-43DC-AA27-849F4B469A0A}" dt="2026-08-31T07:25:04.843" v="8902" actId="164"/>
          <ac:spMkLst>
            <pc:docMk/>
            <pc:sldMk cId="914396965" sldId="449"/>
            <ac:spMk id="20" creationId="{C7DD0F56-855E-157D-24B3-AF3B78A0B4D5}"/>
          </ac:spMkLst>
        </pc:spChg>
        <pc:grpChg chg="add mod">
          <ac:chgData name="Andreas Vogt" userId="8f2cb726-881e-407e-b2de-45ed121033e4" providerId="ADAL" clId="{70EBE32E-D786-43DC-AA27-849F4B469A0A}" dt="2026-08-31T07:25:11.764" v="8903" actId="1076"/>
          <ac:grpSpMkLst>
            <pc:docMk/>
            <pc:sldMk cId="914396965" sldId="449"/>
            <ac:grpSpMk id="22" creationId="{F44AF763-55FF-A8CB-5374-E2A15597474D}"/>
          </ac:grpSpMkLst>
        </pc:grpChg>
        <pc:picChg chg="add mod">
          <ac:chgData name="Andreas Vogt" userId="8f2cb726-881e-407e-b2de-45ed121033e4" providerId="ADAL" clId="{70EBE32E-D786-43DC-AA27-849F4B469A0A}" dt="2026-08-14T11:38:16.880" v="4366" actId="552"/>
          <ac:picMkLst>
            <pc:docMk/>
            <pc:sldMk cId="914396965" sldId="449"/>
            <ac:picMk id="3" creationId="{35636336-15B2-322C-F795-D5CB654C645C}"/>
          </ac:picMkLst>
        </pc:picChg>
        <pc:picChg chg="mod ord">
          <ac:chgData name="Andreas Vogt" userId="8f2cb726-881e-407e-b2de-45ed121033e4" providerId="ADAL" clId="{70EBE32E-D786-43DC-AA27-849F4B469A0A}" dt="2026-08-14T11:12:29.733" v="4100" actId="962"/>
          <ac:picMkLst>
            <pc:docMk/>
            <pc:sldMk cId="914396965" sldId="449"/>
            <ac:picMk id="4" creationId="{B079E73F-D394-7814-D1EC-78FD939A441A}"/>
          </ac:picMkLst>
        </pc:picChg>
        <pc:picChg chg="mod ord">
          <ac:chgData name="Andreas Vogt" userId="8f2cb726-881e-407e-b2de-45ed121033e4" providerId="ADAL" clId="{70EBE32E-D786-43DC-AA27-849F4B469A0A}" dt="2026-08-14T11:19:45.929" v="4258" actId="1036"/>
          <ac:picMkLst>
            <pc:docMk/>
            <pc:sldMk cId="914396965" sldId="449"/>
            <ac:picMk id="6" creationId="{BF3792C4-650C-2534-6D45-CBF0D06F9584}"/>
          </ac:picMkLst>
        </pc:picChg>
        <pc:picChg chg="mod ord">
          <ac:chgData name="Andreas Vogt" userId="8f2cb726-881e-407e-b2de-45ed121033e4" providerId="ADAL" clId="{70EBE32E-D786-43DC-AA27-849F4B469A0A}" dt="2026-08-14T11:19:45.929" v="4258" actId="1036"/>
          <ac:picMkLst>
            <pc:docMk/>
            <pc:sldMk cId="914396965" sldId="449"/>
            <ac:picMk id="15" creationId="{3136EB01-B175-B232-99FE-3267619EF754}"/>
          </ac:picMkLst>
        </pc:picChg>
        <pc:picChg chg="add mod">
          <ac:chgData name="Andreas Vogt" userId="8f2cb726-881e-407e-b2de-45ed121033e4" providerId="ADAL" clId="{70EBE32E-D786-43DC-AA27-849F4B469A0A}" dt="2026-08-31T07:23:22.153" v="8821" actId="1076"/>
          <ac:picMkLst>
            <pc:docMk/>
            <pc:sldMk cId="914396965" sldId="449"/>
            <ac:picMk id="17" creationId="{058EE375-C008-D8F9-F8AE-99026952E78E}"/>
          </ac:picMkLst>
        </pc:picChg>
        <pc:picChg chg="add mod ord modCrop">
          <ac:chgData name="Andreas Vogt" userId="8f2cb726-881e-407e-b2de-45ed121033e4" providerId="ADAL" clId="{70EBE32E-D786-43DC-AA27-849F4B469A0A}" dt="2026-08-31T07:25:04.843" v="8902" actId="164"/>
          <ac:picMkLst>
            <pc:docMk/>
            <pc:sldMk cId="914396965" sldId="449"/>
            <ac:picMk id="18" creationId="{ABEA172A-9906-6D20-B1B7-4D19C9CD89DE}"/>
          </ac:picMkLst>
        </pc:picChg>
        <pc:picChg chg="mod ord">
          <ac:chgData name="Andreas Vogt" userId="8f2cb726-881e-407e-b2de-45ed121033e4" providerId="ADAL" clId="{70EBE32E-D786-43DC-AA27-849F4B469A0A}" dt="2026-08-14T11:19:45.929" v="4258" actId="1036"/>
          <ac:picMkLst>
            <pc:docMk/>
            <pc:sldMk cId="914396965" sldId="449"/>
            <ac:picMk id="21" creationId="{3415A114-99F9-4B69-411D-44A94636C7DF}"/>
          </ac:picMkLst>
        </pc:picChg>
        <pc:picChg chg="mod ord">
          <ac:chgData name="Andreas Vogt" userId="8f2cb726-881e-407e-b2de-45ed121033e4" providerId="ADAL" clId="{70EBE32E-D786-43DC-AA27-849F4B469A0A}" dt="2026-08-14T11:19:45.929" v="4258" actId="1036"/>
          <ac:picMkLst>
            <pc:docMk/>
            <pc:sldMk cId="914396965" sldId="449"/>
            <ac:picMk id="24" creationId="{CC3C6D13-34DF-2BBA-DC64-89013D1F9465}"/>
          </ac:picMkLst>
        </pc:picChg>
        <pc:picChg chg="mod ord">
          <ac:chgData name="Andreas Vogt" userId="8f2cb726-881e-407e-b2de-45ed121033e4" providerId="ADAL" clId="{70EBE32E-D786-43DC-AA27-849F4B469A0A}" dt="2026-08-22T07:27:24.170" v="8006" actId="1035"/>
          <ac:picMkLst>
            <pc:docMk/>
            <pc:sldMk cId="914396965" sldId="449"/>
            <ac:picMk id="29" creationId="{A7352E64-83CE-165B-386D-AFE7367B20BB}"/>
          </ac:picMkLst>
        </pc:picChg>
        <pc:picChg chg="mod ord">
          <ac:chgData name="Andreas Vogt" userId="8f2cb726-881e-407e-b2de-45ed121033e4" providerId="ADAL" clId="{70EBE32E-D786-43DC-AA27-849F4B469A0A}" dt="2026-08-14T11:19:38.764" v="4253" actId="1036"/>
          <ac:picMkLst>
            <pc:docMk/>
            <pc:sldMk cId="914396965" sldId="449"/>
            <ac:picMk id="34" creationId="{3B54F603-FDAD-E665-F63E-65A65032EB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476B50C-3BEC-404E-B630-C54B0DBE66A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0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6E0CD-226C-4877-BD61-35845AFF42B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20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A9B03-8F78-4FAE-9326-1D5ACCBD65B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05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4C5B0-5742-4978-A167-0790D931D4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32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9DF66-8D3A-4076-9549-4CAAAEC76B1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82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1E60C-7D49-4177-937C-1D1E60E1452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108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 userDrawn="1"/>
        </p:nvSpPr>
        <p:spPr bwMode="auto">
          <a:xfrm>
            <a:off x="8596698" y="6592170"/>
            <a:ext cx="54854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1.</a:t>
            </a:r>
            <a:fld id="{BE08BF3F-C4D2-4DAC-B8A3-1C3D9AE816B5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098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8A1C3-304D-457C-B9B3-F7EDB9139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96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EC8A3-7648-4760-89F2-5535E25A28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920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9DA86-8C29-4B65-B3AF-B0BEA62B247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7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2E59F-7114-488C-B4B0-8D35358C9FA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81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B107BABB-45A6-4AE6-B516-BBEFB32AFB1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30" name="Line 12"/>
          <p:cNvSpPr>
            <a:spLocks noChangeShapeType="1"/>
          </p:cNvSpPr>
          <p:nvPr/>
        </p:nvSpPr>
        <p:spPr bwMode="auto">
          <a:xfrm>
            <a:off x="4763" y="757238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879B30E-93FC-4ECF-B2F9-04620FBBFA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981" y="6584236"/>
            <a:ext cx="15023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Prof. Dr. Andreas Vogt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8301BBD-4AC0-4878-B85F-E3F1EDED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53103" y="6584236"/>
            <a:ext cx="420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 err="1"/>
              <a:t>mgli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9.png"/><Relationship Id="rId3" Type="http://schemas.openxmlformats.org/officeDocument/2006/relationships/tags" Target="../tags/tag7.xml"/><Relationship Id="rId21" Type="http://schemas.openxmlformats.org/officeDocument/2006/relationships/image" Target="../media/image12.png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tags" Target="../tags/tag6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image" Target="../media/image15.png"/><Relationship Id="rId5" Type="http://schemas.openxmlformats.org/officeDocument/2006/relationships/tags" Target="../tags/tag9.xml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10" Type="http://schemas.openxmlformats.org/officeDocument/2006/relationships/tags" Target="../tags/tag14.xml"/><Relationship Id="rId19" Type="http://schemas.openxmlformats.org/officeDocument/2006/relationships/image" Target="../media/image10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19.png"/><Relationship Id="rId26" Type="http://schemas.openxmlformats.org/officeDocument/2006/relationships/image" Target="../media/image6.png"/><Relationship Id="rId3" Type="http://schemas.openxmlformats.org/officeDocument/2006/relationships/tags" Target="../tags/tag19.xml"/><Relationship Id="rId21" Type="http://schemas.openxmlformats.org/officeDocument/2006/relationships/image" Target="../media/image21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18.png"/><Relationship Id="rId25" Type="http://schemas.openxmlformats.org/officeDocument/2006/relationships/image" Target="../media/image25.png"/><Relationship Id="rId2" Type="http://schemas.openxmlformats.org/officeDocument/2006/relationships/tags" Target="../tags/tag18.xml"/><Relationship Id="rId16" Type="http://schemas.openxmlformats.org/officeDocument/2006/relationships/image" Target="../media/image17.png"/><Relationship Id="rId20" Type="http://schemas.openxmlformats.org/officeDocument/2006/relationships/image" Target="../media/image20.png"/><Relationship Id="rId29" Type="http://schemas.openxmlformats.org/officeDocument/2006/relationships/image" Target="../media/image28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24.png"/><Relationship Id="rId5" Type="http://schemas.openxmlformats.org/officeDocument/2006/relationships/tags" Target="../tags/tag21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3.png"/><Relationship Id="rId28" Type="http://schemas.openxmlformats.org/officeDocument/2006/relationships/image" Target="../media/image27.png"/><Relationship Id="rId10" Type="http://schemas.openxmlformats.org/officeDocument/2006/relationships/tags" Target="../tags/tag26.xml"/><Relationship Id="rId19" Type="http://schemas.openxmlformats.org/officeDocument/2006/relationships/image" Target="../media/image9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22.png"/><Relationship Id="rId27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6.png"/><Relationship Id="rId18" Type="http://schemas.openxmlformats.org/officeDocument/2006/relationships/image" Target="../media/image33.png"/><Relationship Id="rId3" Type="http://schemas.openxmlformats.org/officeDocument/2006/relationships/tags" Target="../tags/tag33.xml"/><Relationship Id="rId21" Type="http://schemas.openxmlformats.org/officeDocument/2006/relationships/image" Target="../media/image36.png"/><Relationship Id="rId7" Type="http://schemas.openxmlformats.org/officeDocument/2006/relationships/tags" Target="../tags/tag37.xml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tags" Target="../tags/tag32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5.xml"/><Relationship Id="rId15" Type="http://schemas.openxmlformats.org/officeDocument/2006/relationships/image" Target="../media/image9.png"/><Relationship Id="rId10" Type="http://schemas.openxmlformats.org/officeDocument/2006/relationships/tags" Target="../tags/tag40.xml"/><Relationship Id="rId19" Type="http://schemas.openxmlformats.org/officeDocument/2006/relationships/image" Target="../media/image34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38.png"/><Relationship Id="rId18" Type="http://schemas.openxmlformats.org/officeDocument/2006/relationships/image" Target="../media/image42.png"/><Relationship Id="rId3" Type="http://schemas.openxmlformats.org/officeDocument/2006/relationships/tags" Target="../tags/tag43.xml"/><Relationship Id="rId21" Type="http://schemas.openxmlformats.org/officeDocument/2006/relationships/image" Target="../media/image44.png"/><Relationship Id="rId7" Type="http://schemas.openxmlformats.org/officeDocument/2006/relationships/tags" Target="../tags/tag47.xml"/><Relationship Id="rId12" Type="http://schemas.openxmlformats.org/officeDocument/2006/relationships/image" Target="../media/image37.png"/><Relationship Id="rId17" Type="http://schemas.openxmlformats.org/officeDocument/2006/relationships/image" Target="../media/image41.png"/><Relationship Id="rId2" Type="http://schemas.openxmlformats.org/officeDocument/2006/relationships/tags" Target="../tags/tag42.xml"/><Relationship Id="rId16" Type="http://schemas.openxmlformats.org/officeDocument/2006/relationships/image" Target="../media/image40.png"/><Relationship Id="rId20" Type="http://schemas.openxmlformats.org/officeDocument/2006/relationships/image" Target="../media/image6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5.xml"/><Relationship Id="rId15" Type="http://schemas.openxmlformats.org/officeDocument/2006/relationships/image" Target="../media/image39.png"/><Relationship Id="rId10" Type="http://schemas.openxmlformats.org/officeDocument/2006/relationships/tags" Target="../tags/tag50.xml"/><Relationship Id="rId19" Type="http://schemas.openxmlformats.org/officeDocument/2006/relationships/image" Target="../media/image43.png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46.png"/><Relationship Id="rId26" Type="http://schemas.openxmlformats.org/officeDocument/2006/relationships/image" Target="../media/image53.png"/><Relationship Id="rId3" Type="http://schemas.openxmlformats.org/officeDocument/2006/relationships/tags" Target="../tags/tag53.xml"/><Relationship Id="rId21" Type="http://schemas.openxmlformats.org/officeDocument/2006/relationships/image" Target="../media/image43.png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image" Target="../media/image6.png"/><Relationship Id="rId25" Type="http://schemas.openxmlformats.org/officeDocument/2006/relationships/image" Target="../media/image52.png"/><Relationship Id="rId2" Type="http://schemas.openxmlformats.org/officeDocument/2006/relationships/tags" Target="../tags/tag52.xml"/><Relationship Id="rId16" Type="http://schemas.openxmlformats.org/officeDocument/2006/relationships/image" Target="../media/image45.png"/><Relationship Id="rId20" Type="http://schemas.openxmlformats.org/officeDocument/2006/relationships/image" Target="../media/image48.png"/><Relationship Id="rId29" Type="http://schemas.openxmlformats.org/officeDocument/2006/relationships/image" Target="../media/image56.pn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image" Target="../media/image51.png"/><Relationship Id="rId5" Type="http://schemas.openxmlformats.org/officeDocument/2006/relationships/tags" Target="../tags/tag55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tags" Target="../tags/tag60.xml"/><Relationship Id="rId19" Type="http://schemas.openxmlformats.org/officeDocument/2006/relationships/image" Target="../media/image47.png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67.xml"/><Relationship Id="rId7" Type="http://schemas.openxmlformats.org/officeDocument/2006/relationships/image" Target="../media/image57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60.png"/><Relationship Id="rId5" Type="http://schemas.openxmlformats.org/officeDocument/2006/relationships/tags" Target="../tags/tag69.xml"/><Relationship Id="rId10" Type="http://schemas.openxmlformats.org/officeDocument/2006/relationships/image" Target="../media/image59.png"/><Relationship Id="rId4" Type="http://schemas.openxmlformats.org/officeDocument/2006/relationships/tags" Target="../tags/tag68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tags" Target="../tags/tag72.xml"/><Relationship Id="rId21" Type="http://schemas.openxmlformats.org/officeDocument/2006/relationships/image" Target="../media/image58.png"/><Relationship Id="rId7" Type="http://schemas.openxmlformats.org/officeDocument/2006/relationships/tags" Target="../tags/tag76.xml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tags" Target="../tags/tag71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hyperlink" Target="file:///C:\Users\andreas.vogt\Documents\MATLAB\sortiere.m" TargetMode="External"/><Relationship Id="rId5" Type="http://schemas.openxmlformats.org/officeDocument/2006/relationships/tags" Target="../tags/tag74.xml"/><Relationship Id="rId15" Type="http://schemas.openxmlformats.org/officeDocument/2006/relationships/image" Target="../media/image64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68.png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image" Target="../media/image70.png"/><Relationship Id="rId18" Type="http://schemas.openxmlformats.org/officeDocument/2006/relationships/image" Target="../media/image73.png"/><Relationship Id="rId3" Type="http://schemas.openxmlformats.org/officeDocument/2006/relationships/tags" Target="../tags/tag81.xml"/><Relationship Id="rId21" Type="http://schemas.openxmlformats.org/officeDocument/2006/relationships/image" Target="../media/image58.png"/><Relationship Id="rId7" Type="http://schemas.openxmlformats.org/officeDocument/2006/relationships/tags" Target="../tags/tag85.xml"/><Relationship Id="rId12" Type="http://schemas.openxmlformats.org/officeDocument/2006/relationships/image" Target="../media/image6.png"/><Relationship Id="rId17" Type="http://schemas.openxmlformats.org/officeDocument/2006/relationships/image" Target="../media/image72.png"/><Relationship Id="rId2" Type="http://schemas.openxmlformats.org/officeDocument/2006/relationships/tags" Target="../tags/tag80.xml"/><Relationship Id="rId16" Type="http://schemas.openxmlformats.org/officeDocument/2006/relationships/image" Target="../media/image9.png"/><Relationship Id="rId20" Type="http://schemas.openxmlformats.org/officeDocument/2006/relationships/image" Target="../media/image59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15" Type="http://schemas.openxmlformats.org/officeDocument/2006/relationships/image" Target="../media/image43.png"/><Relationship Id="rId10" Type="http://schemas.openxmlformats.org/officeDocument/2006/relationships/tags" Target="../tags/tag88.xml"/><Relationship Id="rId19" Type="http://schemas.openxmlformats.org/officeDocument/2006/relationships/image" Target="../media/image74.png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8.png"/><Relationship Id="rId3" Type="http://schemas.openxmlformats.org/officeDocument/2006/relationships/tags" Target="../tags/tag91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6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43.png"/><Relationship Id="rId5" Type="http://schemas.openxmlformats.org/officeDocument/2006/relationships/tags" Target="../tags/tag93.xml"/><Relationship Id="rId10" Type="http://schemas.openxmlformats.org/officeDocument/2006/relationships/image" Target="../media/image77.png"/><Relationship Id="rId4" Type="http://schemas.openxmlformats.org/officeDocument/2006/relationships/tags" Target="../tags/tag92.xml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86.png"/><Relationship Id="rId3" Type="http://schemas.openxmlformats.org/officeDocument/2006/relationships/tags" Target="../tags/tag97.xml"/><Relationship Id="rId21" Type="http://schemas.openxmlformats.org/officeDocument/2006/relationships/image" Target="../media/image81.png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5" Type="http://schemas.openxmlformats.org/officeDocument/2006/relationships/image" Target="../media/image85.png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24" Type="http://schemas.openxmlformats.org/officeDocument/2006/relationships/image" Target="../media/image84.png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10" Type="http://schemas.openxmlformats.org/officeDocument/2006/relationships/tags" Target="../tags/tag104.xml"/><Relationship Id="rId19" Type="http://schemas.openxmlformats.org/officeDocument/2006/relationships/image" Target="../media/image79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image" Target="../media/image93.png"/><Relationship Id="rId26" Type="http://schemas.openxmlformats.org/officeDocument/2006/relationships/image" Target="../media/image84.png"/><Relationship Id="rId3" Type="http://schemas.openxmlformats.org/officeDocument/2006/relationships/tags" Target="../tags/tag114.xml"/><Relationship Id="rId21" Type="http://schemas.openxmlformats.org/officeDocument/2006/relationships/image" Target="../media/image96.png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image" Target="../media/image92.png"/><Relationship Id="rId25" Type="http://schemas.openxmlformats.org/officeDocument/2006/relationships/image" Target="../media/image83.png"/><Relationship Id="rId2" Type="http://schemas.openxmlformats.org/officeDocument/2006/relationships/tags" Target="../tags/tag113.xml"/><Relationship Id="rId16" Type="http://schemas.openxmlformats.org/officeDocument/2006/relationships/image" Target="../media/image79.png"/><Relationship Id="rId20" Type="http://schemas.openxmlformats.org/officeDocument/2006/relationships/image" Target="../media/image95.pn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24" Type="http://schemas.openxmlformats.org/officeDocument/2006/relationships/image" Target="../media/image82.png"/><Relationship Id="rId5" Type="http://schemas.openxmlformats.org/officeDocument/2006/relationships/tags" Target="../tags/tag116.xml"/><Relationship Id="rId15" Type="http://schemas.openxmlformats.org/officeDocument/2006/relationships/image" Target="../media/image91.png"/><Relationship Id="rId23" Type="http://schemas.openxmlformats.org/officeDocument/2006/relationships/image" Target="../media/image98.png"/><Relationship Id="rId10" Type="http://schemas.openxmlformats.org/officeDocument/2006/relationships/tags" Target="../tags/tag121.xml"/><Relationship Id="rId19" Type="http://schemas.openxmlformats.org/officeDocument/2006/relationships/image" Target="../media/image94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9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image" Target="../media/image100.png"/><Relationship Id="rId18" Type="http://schemas.openxmlformats.org/officeDocument/2006/relationships/image" Target="../media/image104.png"/><Relationship Id="rId3" Type="http://schemas.openxmlformats.org/officeDocument/2006/relationships/tags" Target="../tags/tag127.xml"/><Relationship Id="rId21" Type="http://schemas.openxmlformats.org/officeDocument/2006/relationships/image" Target="../media/image107.png"/><Relationship Id="rId7" Type="http://schemas.openxmlformats.org/officeDocument/2006/relationships/tags" Target="../tags/tag131.xml"/><Relationship Id="rId12" Type="http://schemas.openxmlformats.org/officeDocument/2006/relationships/image" Target="../media/image99.png"/><Relationship Id="rId17" Type="http://schemas.openxmlformats.org/officeDocument/2006/relationships/image" Target="../media/image103.png"/><Relationship Id="rId2" Type="http://schemas.openxmlformats.org/officeDocument/2006/relationships/tags" Target="../tags/tag126.xml"/><Relationship Id="rId16" Type="http://schemas.openxmlformats.org/officeDocument/2006/relationships/image" Target="../media/image86.png"/><Relationship Id="rId20" Type="http://schemas.openxmlformats.org/officeDocument/2006/relationships/image" Target="../media/image106.png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29.xml"/><Relationship Id="rId15" Type="http://schemas.openxmlformats.org/officeDocument/2006/relationships/image" Target="../media/image102.png"/><Relationship Id="rId10" Type="http://schemas.openxmlformats.org/officeDocument/2006/relationships/tags" Target="../tags/tag134.xml"/><Relationship Id="rId19" Type="http://schemas.openxmlformats.org/officeDocument/2006/relationships/image" Target="../media/image105.png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image" Target="../media/image111.png"/><Relationship Id="rId3" Type="http://schemas.openxmlformats.org/officeDocument/2006/relationships/tags" Target="../tags/tag137.xml"/><Relationship Id="rId21" Type="http://schemas.openxmlformats.org/officeDocument/2006/relationships/image" Target="../media/image113.png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image" Target="../media/image110.png"/><Relationship Id="rId2" Type="http://schemas.openxmlformats.org/officeDocument/2006/relationships/tags" Target="../tags/tag136.xml"/><Relationship Id="rId16" Type="http://schemas.openxmlformats.org/officeDocument/2006/relationships/image" Target="../media/image109.png"/><Relationship Id="rId20" Type="http://schemas.openxmlformats.org/officeDocument/2006/relationships/image" Target="../media/image86.pn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5" Type="http://schemas.openxmlformats.org/officeDocument/2006/relationships/image" Target="../media/image108.png"/><Relationship Id="rId23" Type="http://schemas.openxmlformats.org/officeDocument/2006/relationships/image" Target="../media/image90.png"/><Relationship Id="rId10" Type="http://schemas.openxmlformats.org/officeDocument/2006/relationships/tags" Target="../tags/tag144.xml"/><Relationship Id="rId19" Type="http://schemas.openxmlformats.org/officeDocument/2006/relationships/image" Target="../media/image112.pn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20.png"/><Relationship Id="rId3" Type="http://schemas.openxmlformats.org/officeDocument/2006/relationships/tags" Target="../tags/tag150.xml"/><Relationship Id="rId21" Type="http://schemas.openxmlformats.org/officeDocument/2006/relationships/image" Target="../media/image6.png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5" Type="http://schemas.openxmlformats.org/officeDocument/2006/relationships/image" Target="../media/image119.png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20" Type="http://schemas.openxmlformats.org/officeDocument/2006/relationships/image" Target="../media/image115.png"/><Relationship Id="rId29" Type="http://schemas.openxmlformats.org/officeDocument/2006/relationships/image" Target="../media/image123.png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24" Type="http://schemas.openxmlformats.org/officeDocument/2006/relationships/image" Target="../media/image118.png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10" Type="http://schemas.openxmlformats.org/officeDocument/2006/relationships/tags" Target="../tags/tag157.xml"/><Relationship Id="rId19" Type="http://schemas.openxmlformats.org/officeDocument/2006/relationships/image" Target="../media/image114.png"/><Relationship Id="rId31" Type="http://schemas.openxmlformats.org/officeDocument/2006/relationships/image" Target="../media/image125.png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17.png"/><Relationship Id="rId3" Type="http://schemas.openxmlformats.org/officeDocument/2006/relationships/tags" Target="../tags/tag167.xml"/><Relationship Id="rId21" Type="http://schemas.openxmlformats.org/officeDocument/2006/relationships/image" Target="../media/image131.png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image" Target="../media/image128.png"/><Relationship Id="rId2" Type="http://schemas.openxmlformats.org/officeDocument/2006/relationships/tags" Target="../tags/tag166.xml"/><Relationship Id="rId16" Type="http://schemas.openxmlformats.org/officeDocument/2006/relationships/image" Target="../media/image6.png"/><Relationship Id="rId20" Type="http://schemas.openxmlformats.org/officeDocument/2006/relationships/image" Target="../media/image130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image" Target="../media/image134.png"/><Relationship Id="rId5" Type="http://schemas.openxmlformats.org/officeDocument/2006/relationships/tags" Target="../tags/tag169.xml"/><Relationship Id="rId15" Type="http://schemas.openxmlformats.org/officeDocument/2006/relationships/image" Target="../media/image127.png"/><Relationship Id="rId23" Type="http://schemas.openxmlformats.org/officeDocument/2006/relationships/image" Target="../media/image133.png"/><Relationship Id="rId10" Type="http://schemas.openxmlformats.org/officeDocument/2006/relationships/tags" Target="../tags/tag174.xml"/><Relationship Id="rId19" Type="http://schemas.openxmlformats.org/officeDocument/2006/relationships/image" Target="../media/image129.png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image" Target="../media/image126.png"/><Relationship Id="rId22" Type="http://schemas.openxmlformats.org/officeDocument/2006/relationships/image" Target="../media/image1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tags" Target="../tags/tag179.xml"/><Relationship Id="rId7" Type="http://schemas.openxmlformats.org/officeDocument/2006/relationships/image" Target="../media/image137.png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tags" Target="../tags/tag182.xml"/><Relationship Id="rId21" Type="http://schemas.openxmlformats.org/officeDocument/2006/relationships/image" Target="../media/image147.png"/><Relationship Id="rId7" Type="http://schemas.openxmlformats.org/officeDocument/2006/relationships/tags" Target="../tags/tag186.xml"/><Relationship Id="rId12" Type="http://schemas.openxmlformats.org/officeDocument/2006/relationships/image" Target="../media/image86.png"/><Relationship Id="rId17" Type="http://schemas.openxmlformats.org/officeDocument/2006/relationships/image" Target="../media/image143.png"/><Relationship Id="rId2" Type="http://schemas.openxmlformats.org/officeDocument/2006/relationships/tags" Target="../tags/tag181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image" Target="../media/image135.png"/><Relationship Id="rId5" Type="http://schemas.openxmlformats.org/officeDocument/2006/relationships/tags" Target="../tags/tag184.xml"/><Relationship Id="rId15" Type="http://schemas.openxmlformats.org/officeDocument/2006/relationships/image" Target="../media/image141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45.png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image" Target="../media/image151.png"/><Relationship Id="rId18" Type="http://schemas.openxmlformats.org/officeDocument/2006/relationships/image" Target="../media/image154.png"/><Relationship Id="rId3" Type="http://schemas.openxmlformats.org/officeDocument/2006/relationships/tags" Target="../tags/tag191.xml"/><Relationship Id="rId7" Type="http://schemas.openxmlformats.org/officeDocument/2006/relationships/tags" Target="../tags/tag195.xml"/><Relationship Id="rId12" Type="http://schemas.openxmlformats.org/officeDocument/2006/relationships/image" Target="../media/image150.png"/><Relationship Id="rId17" Type="http://schemas.openxmlformats.org/officeDocument/2006/relationships/image" Target="../media/image153.png"/><Relationship Id="rId2" Type="http://schemas.openxmlformats.org/officeDocument/2006/relationships/tags" Target="../tags/tag190.xml"/><Relationship Id="rId16" Type="http://schemas.openxmlformats.org/officeDocument/2006/relationships/image" Target="../media/image86.png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image" Target="../media/image149.png"/><Relationship Id="rId5" Type="http://schemas.openxmlformats.org/officeDocument/2006/relationships/tags" Target="../tags/tag193.xml"/><Relationship Id="rId15" Type="http://schemas.openxmlformats.org/officeDocument/2006/relationships/image" Target="../media/image152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55.png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image" Target="../media/image10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59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tags" Target="../tags/tag199.xml"/><Relationship Id="rId16" Type="http://schemas.openxmlformats.org/officeDocument/2006/relationships/image" Target="../media/image162.png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image" Target="../media/image157.png"/><Relationship Id="rId5" Type="http://schemas.openxmlformats.org/officeDocument/2006/relationships/tags" Target="../tags/tag202.xml"/><Relationship Id="rId15" Type="http://schemas.openxmlformats.org/officeDocument/2006/relationships/image" Target="../media/image161.png"/><Relationship Id="rId10" Type="http://schemas.openxmlformats.org/officeDocument/2006/relationships/image" Target="../media/image156.png"/><Relationship Id="rId4" Type="http://schemas.openxmlformats.org/officeDocument/2006/relationships/tags" Target="../tags/tag201.xml"/><Relationship Id="rId9" Type="http://schemas.openxmlformats.org/officeDocument/2006/relationships/image" Target="../media/image149.png"/><Relationship Id="rId1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66.png"/><Relationship Id="rId3" Type="http://schemas.openxmlformats.org/officeDocument/2006/relationships/tags" Target="../tags/tag20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tags" Target="../tags/tag206.xml"/><Relationship Id="rId16" Type="http://schemas.openxmlformats.org/officeDocument/2006/relationships/image" Target="../media/image169.png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image" Target="../media/image164.png"/><Relationship Id="rId5" Type="http://schemas.openxmlformats.org/officeDocument/2006/relationships/tags" Target="../tags/tag209.xml"/><Relationship Id="rId15" Type="http://schemas.openxmlformats.org/officeDocument/2006/relationships/image" Target="../media/image168.png"/><Relationship Id="rId10" Type="http://schemas.openxmlformats.org/officeDocument/2006/relationships/image" Target="../media/image159.png"/><Relationship Id="rId4" Type="http://schemas.openxmlformats.org/officeDocument/2006/relationships/tags" Target="../tags/tag208.xml"/><Relationship Id="rId9" Type="http://schemas.openxmlformats.org/officeDocument/2006/relationships/image" Target="../media/image157.png"/><Relationship Id="rId14" Type="http://schemas.openxmlformats.org/officeDocument/2006/relationships/image" Target="../media/image1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image" Target="../media/image173.png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image" Target="../media/image172.png"/><Relationship Id="rId17" Type="http://schemas.openxmlformats.org/officeDocument/2006/relationships/image" Target="../media/image155.png"/><Relationship Id="rId2" Type="http://schemas.openxmlformats.org/officeDocument/2006/relationships/tags" Target="../tags/tag212.xml"/><Relationship Id="rId16" Type="http://schemas.openxmlformats.org/officeDocument/2006/relationships/image" Target="../media/image175.png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image" Target="../media/image104.png"/><Relationship Id="rId5" Type="http://schemas.openxmlformats.org/officeDocument/2006/relationships/tags" Target="../tags/tag215.xml"/><Relationship Id="rId15" Type="http://schemas.openxmlformats.org/officeDocument/2006/relationships/image" Target="../media/image174.png"/><Relationship Id="rId10" Type="http://schemas.openxmlformats.org/officeDocument/2006/relationships/image" Target="../media/image171.png"/><Relationship Id="rId4" Type="http://schemas.openxmlformats.org/officeDocument/2006/relationships/tags" Target="../tags/tag21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80.png"/><Relationship Id="rId3" Type="http://schemas.openxmlformats.org/officeDocument/2006/relationships/tags" Target="../tags/tag221.xml"/><Relationship Id="rId7" Type="http://schemas.openxmlformats.org/officeDocument/2006/relationships/tags" Target="../tags/tag225.xml"/><Relationship Id="rId12" Type="http://schemas.openxmlformats.org/officeDocument/2006/relationships/image" Target="../media/image179.png"/><Relationship Id="rId17" Type="http://schemas.openxmlformats.org/officeDocument/2006/relationships/image" Target="../media/image182.emf"/><Relationship Id="rId2" Type="http://schemas.openxmlformats.org/officeDocument/2006/relationships/tags" Target="../tags/tag220.xml"/><Relationship Id="rId16" Type="http://schemas.openxmlformats.org/officeDocument/2006/relationships/image" Target="../media/image171.png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image" Target="../media/image178.png"/><Relationship Id="rId5" Type="http://schemas.openxmlformats.org/officeDocument/2006/relationships/tags" Target="../tags/tag223.xml"/><Relationship Id="rId15" Type="http://schemas.openxmlformats.org/officeDocument/2006/relationships/image" Target="../media/image181.png"/><Relationship Id="rId10" Type="http://schemas.openxmlformats.org/officeDocument/2006/relationships/image" Target="../media/image177.png"/><Relationship Id="rId4" Type="http://schemas.openxmlformats.org/officeDocument/2006/relationships/tags" Target="../tags/tag222.xml"/><Relationship Id="rId9" Type="http://schemas.openxmlformats.org/officeDocument/2006/relationships/image" Target="../media/image176.emf"/><Relationship Id="rId14" Type="http://schemas.openxmlformats.org/officeDocument/2006/relationships/image" Target="../media/image1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13" Type="http://schemas.openxmlformats.org/officeDocument/2006/relationships/image" Target="../media/image188.png"/><Relationship Id="rId3" Type="http://schemas.openxmlformats.org/officeDocument/2006/relationships/tags" Target="../tags/tag228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87.png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image" Target="../media/image186.png"/><Relationship Id="rId5" Type="http://schemas.openxmlformats.org/officeDocument/2006/relationships/tags" Target="../tags/tag230.xml"/><Relationship Id="rId15" Type="http://schemas.openxmlformats.org/officeDocument/2006/relationships/image" Target="../media/image171.png"/><Relationship Id="rId10" Type="http://schemas.openxmlformats.org/officeDocument/2006/relationships/image" Target="../media/image185.png"/><Relationship Id="rId4" Type="http://schemas.openxmlformats.org/officeDocument/2006/relationships/tags" Target="../tags/tag229.xml"/><Relationship Id="rId9" Type="http://schemas.openxmlformats.org/officeDocument/2006/relationships/image" Target="../media/image184.emf"/><Relationship Id="rId14" Type="http://schemas.openxmlformats.org/officeDocument/2006/relationships/image" Target="../media/image18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94.png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image" Target="../media/image193.png"/><Relationship Id="rId2" Type="http://schemas.openxmlformats.org/officeDocument/2006/relationships/tags" Target="../tags/tag233.xml"/><Relationship Id="rId16" Type="http://schemas.openxmlformats.org/officeDocument/2006/relationships/image" Target="../media/image196.png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image" Target="../media/image192.png"/><Relationship Id="rId5" Type="http://schemas.openxmlformats.org/officeDocument/2006/relationships/tags" Target="../tags/tag236.xml"/><Relationship Id="rId15" Type="http://schemas.openxmlformats.org/officeDocument/2006/relationships/image" Target="../media/image86.png"/><Relationship Id="rId10" Type="http://schemas.openxmlformats.org/officeDocument/2006/relationships/image" Target="../media/image191.png"/><Relationship Id="rId4" Type="http://schemas.openxmlformats.org/officeDocument/2006/relationships/tags" Target="../tags/tag235.xml"/><Relationship Id="rId9" Type="http://schemas.openxmlformats.org/officeDocument/2006/relationships/image" Target="../media/image190.png"/><Relationship Id="rId14" Type="http://schemas.openxmlformats.org/officeDocument/2006/relationships/image" Target="../media/image1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39750" y="1152525"/>
            <a:ext cx="8064500" cy="153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CH"/>
          </a:p>
        </p:txBody>
      </p:sp>
      <p:pic>
        <p:nvPicPr>
          <p:cNvPr id="5" name="Grafik 4" descr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1: Aussagenlogik}&#10;  \end{center}&#10;\end{document}&#10;" title="IguanaTex Bitmap Display">
            <a:extLst>
              <a:ext uri="{FF2B5EF4-FFF2-40B4-BE49-F238E27FC236}">
                <a16:creationId xmlns:a16="http://schemas.microsoft.com/office/drawing/2014/main" id="{FB82FD58-CD72-259B-C4FE-C2E271CD3E0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543" y="1886446"/>
            <a:ext cx="340491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1620" y="4621213"/>
            <a:ext cx="6862624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4687" y="5168507"/>
            <a:ext cx="2414627" cy="1832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4" name="Picture 14" descr="FHN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4"/>
          <a:stretch>
            <a:fillRect/>
          </a:stretch>
        </p:blipFill>
        <p:spPr bwMode="auto">
          <a:xfrm>
            <a:off x="3567113" y="5721350"/>
            <a:ext cx="2009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0144" y="293688"/>
            <a:ext cx="1035775" cy="2165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17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1340768"/>
            <a:ext cx="8534418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1931906"/>
            <a:ext cx="8534418" cy="7607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17" y="3750176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4177830"/>
            <a:ext cx="6096013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2815652"/>
            <a:ext cx="8544171" cy="731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Grafik 26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4624970"/>
            <a:ext cx="4957278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5072111"/>
            <a:ext cx="8544171" cy="477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5646026"/>
            <a:ext cx="4906070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Grafik 27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5985284"/>
            <a:ext cx="376977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6309320"/>
            <a:ext cx="2602495" cy="2024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ABECE8F0-4CF7-51D9-1B31-36CD3BE85877}"/>
              </a:ext>
            </a:extLst>
          </p:cNvPr>
          <p:cNvSpPr/>
          <p:nvPr/>
        </p:nvSpPr>
        <p:spPr bwMode="auto">
          <a:xfrm>
            <a:off x="99499" y="971418"/>
            <a:ext cx="8889793" cy="2656077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8C10143-7B38-BD23-37E8-F220692BF337}"/>
              </a:ext>
            </a:extLst>
          </p:cNvPr>
          <p:cNvSpPr/>
          <p:nvPr/>
        </p:nvSpPr>
        <p:spPr bwMode="auto">
          <a:xfrm>
            <a:off x="99499" y="3719582"/>
            <a:ext cx="8889793" cy="2783556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2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8202" y="293688"/>
            <a:ext cx="1259659" cy="2165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825" y="1124744"/>
            <a:ext cx="8247905" cy="171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825" y="1412776"/>
            <a:ext cx="8629667" cy="171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245" y="2310016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49" y="2591189"/>
            <a:ext cx="7182626" cy="1897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49" y="2962655"/>
            <a:ext cx="8391923" cy="4663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580" y="4318230"/>
            <a:ext cx="8001017" cy="6949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580" y="5469784"/>
            <a:ext cx="8001017" cy="409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580" y="5157192"/>
            <a:ext cx="3943358" cy="1897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2" name="Grafik 3071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580" y="6022995"/>
            <a:ext cx="7991873" cy="4663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17" y="872716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49" y="3995296"/>
            <a:ext cx="4431429" cy="1897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49" y="3609020"/>
            <a:ext cx="4508304" cy="1987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\documentclass{slides}&#10;\usepackage{pstricks}&#10;\usepackage{color}&#10;%layout&#10;\textwidth2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Variablen, die nur zwei Werte 1 (``wahr'') und 0 (``falsch'') anehmen können, nennt man auch {\mydarkgreen Boolesche Variable).&#10;\end{document}&#10;" title="IguanaTex Bitmap Display">
            <a:extLst>
              <a:ext uri="{FF2B5EF4-FFF2-40B4-BE49-F238E27FC236}">
                <a16:creationId xmlns:a16="http://schemas.microsoft.com/office/drawing/2014/main" id="{214385D6-CF18-D94A-9E21-ADB70E78F1C5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26" y="1681851"/>
            <a:ext cx="8638035" cy="4850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78CD52F-D218-7B4B-C3B7-42888C678385}"/>
              </a:ext>
            </a:extLst>
          </p:cNvPr>
          <p:cNvSpPr/>
          <p:nvPr/>
        </p:nvSpPr>
        <p:spPr bwMode="auto">
          <a:xfrm>
            <a:off x="99499" y="809334"/>
            <a:ext cx="8973001" cy="135753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B9E253F-9D42-7400-730D-0FE0F6DBE89B}"/>
              </a:ext>
            </a:extLst>
          </p:cNvPr>
          <p:cNvSpPr/>
          <p:nvPr/>
        </p:nvSpPr>
        <p:spPr bwMode="auto">
          <a:xfrm>
            <a:off x="99499" y="2230249"/>
            <a:ext cx="8973001" cy="4272889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Konjunktion}&#10;\end{document}&#10;" title="IguanaTex Bitmap Display">
            <a:extLst>
              <a:ext uri="{FF2B5EF4-FFF2-40B4-BE49-F238E27FC236}">
                <a16:creationId xmlns:a16="http://schemas.microsoft.com/office/drawing/2014/main" id="{21C8D118-4AD6-3C6C-55A5-01F7F9D83D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459" y="293688"/>
            <a:ext cx="552308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16" y="89815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\documentclass{slides}&#10;\include{macros}&#10;\begin{document} Es seien $A$ und $B$ Aussagen. Dann ist auch ``$A$ und $B$'', &#10;dargestellt durch &#10;$(A\wedge B)$, eine Aussage, die sogenannte \gr{Konjunktion}.&#10;\end{document}&#10;" title="IguanaTex Bitmap Display">
            <a:extLst>
              <a:ext uri="{FF2B5EF4-FFF2-40B4-BE49-F238E27FC236}">
                <a16:creationId xmlns:a16="http://schemas.microsoft.com/office/drawing/2014/main" id="{EF932D81-B992-42DE-ABA4-B5EB7647A6F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50" y="1160747"/>
            <a:ext cx="8640000" cy="4771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410" y="4362244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650" y="4712561"/>
            <a:ext cx="8544171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wedge B)$ ist wahr, genau dann, wenn $A$ wahr ist und $B$ wahr ist.&#10;\end{document}&#10;" title="IguanaTex Bitmap Display">
            <a:extLst>
              <a:ext uri="{FF2B5EF4-FFF2-40B4-BE49-F238E27FC236}">
                <a16:creationId xmlns:a16="http://schemas.microsoft.com/office/drawing/2014/main" id="{3BCFB167-7C4D-CCC2-0A2D-C5977A6B12A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50" y="1858459"/>
            <a:ext cx="6669376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650" y="5353739"/>
            <a:ext cx="8168657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650" y="5994916"/>
            <a:ext cx="8027229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Die Abh\&quot;angigkeit des Wahrheitswertes der Aussage $(A\wedge B)$ von den Wahrheitswerten &#10;der beiden Bestandteile $A$ und $B$ kann man \&quot;ubersichtlich in Form einer&#10;\df{Wahrheitstafel} darstellen.&#10;\end{document}&#10;" title="IguanaTex Bitmap Display">
            <a:extLst>
              <a:ext uri="{FF2B5EF4-FFF2-40B4-BE49-F238E27FC236}">
                <a16:creationId xmlns:a16="http://schemas.microsoft.com/office/drawing/2014/main" id="{055538EB-F82C-E3FF-7236-A172A617B1E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10" y="2348880"/>
            <a:ext cx="8640000" cy="7343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wedge B)$\\\hline&#10;0&amp;0&amp;0\\&#10;0&amp;1&amp;0\\&#10;1&amp;0&amp;0\\&#10;1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1FD799B8-BE70-96FE-5DD8-B0ECC2F6A11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691" y="2924944"/>
            <a:ext cx="1710330" cy="12324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76A527D-5E25-AD69-1044-27389AF26F14}"/>
              </a:ext>
            </a:extLst>
          </p:cNvPr>
          <p:cNvSpPr/>
          <p:nvPr/>
        </p:nvSpPr>
        <p:spPr bwMode="auto">
          <a:xfrm>
            <a:off x="72302" y="817400"/>
            <a:ext cx="8978691" cy="136404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F53E99C-D117-EA51-9F41-21361A2A39E9}"/>
              </a:ext>
            </a:extLst>
          </p:cNvPr>
          <p:cNvSpPr/>
          <p:nvPr/>
        </p:nvSpPr>
        <p:spPr bwMode="auto">
          <a:xfrm>
            <a:off x="99499" y="4265418"/>
            <a:ext cx="8889793" cy="2237720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Disjunktion}&#10;\end{document}&#10;" title="IguanaTex Bitmap Display">
            <a:extLst>
              <a:ext uri="{FF2B5EF4-FFF2-40B4-BE49-F238E27FC236}">
                <a16:creationId xmlns:a16="http://schemas.microsoft.com/office/drawing/2014/main" id="{88CC94A5-5523-8B17-9999-86319AB53D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40" y="293687"/>
            <a:ext cx="5430920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include{macros}&#10;\begin{document} Es seien $A$ und $B$ Aussagen. Dann ist auch &#10;``$A$ oder $B$'', dargestellt durch &#10;$(A\vee B)$, eine Aussage, die sogenannte \gr{Disjunktion}.&#10;\end{document}&#10;" title="IguanaTex Bitmap Display">
            <a:extLst>
              <a:ext uri="{FF2B5EF4-FFF2-40B4-BE49-F238E27FC236}">
                <a16:creationId xmlns:a16="http://schemas.microsoft.com/office/drawing/2014/main" id="{A0E8C191-2901-0BCE-08B0-8FCBC199303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46" y="1206332"/>
            <a:ext cx="8640000" cy="4771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410" y="4113076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6" y="4473116"/>
            <a:ext cx="8544171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vee B)$ ist falsch, genau dann, wenn $A$ falsch ist und $B$ falsch ist.&#10;\end{document}&#10;" title="IguanaTex Bitmap Display">
            <a:extLst>
              <a:ext uri="{FF2B5EF4-FFF2-40B4-BE49-F238E27FC236}">
                <a16:creationId xmlns:a16="http://schemas.microsoft.com/office/drawing/2014/main" id="{54E1D836-8158-4020-2538-522B646CF5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46" y="1822456"/>
            <a:ext cx="6926894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6" name="Grafik 35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6" y="5154978"/>
            <a:ext cx="8168657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Grafik 36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6" y="5836841"/>
            <a:ext cx="8027229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410" y="2384884"/>
            <a:ext cx="1533757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16" y="89815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vee B)$\\\hline&#10;0&amp;0&amp;0\\&#10;0&amp;1&amp;1\\&#10;1&amp;0&amp;1\\&#10;1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4715DEEF-725E-1527-A985-A5A72C28420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124" y="2384884"/>
            <a:ext cx="1710334" cy="12324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C01B448-8EF0-224E-4037-8DEF40F4A2CB}"/>
              </a:ext>
            </a:extLst>
          </p:cNvPr>
          <p:cNvSpPr/>
          <p:nvPr/>
        </p:nvSpPr>
        <p:spPr bwMode="auto">
          <a:xfrm>
            <a:off x="72302" y="817400"/>
            <a:ext cx="8978691" cy="136404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8C9939-3EB3-9243-9B71-39BC813DB995}"/>
              </a:ext>
            </a:extLst>
          </p:cNvPr>
          <p:cNvSpPr/>
          <p:nvPr/>
        </p:nvSpPr>
        <p:spPr bwMode="auto">
          <a:xfrm>
            <a:off x="99499" y="4005064"/>
            <a:ext cx="8889793" cy="238751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Negation}&#10;\end{document}&#10;" title="IguanaTex Bitmap Display">
            <a:extLst>
              <a:ext uri="{FF2B5EF4-FFF2-40B4-BE49-F238E27FC236}">
                <a16:creationId xmlns:a16="http://schemas.microsoft.com/office/drawing/2014/main" id="{D009DD09-0A93-9B95-1504-6CDD248BFA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369" y="293687"/>
            <a:ext cx="508126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1" name="Grafik 30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908720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\documentclass{slides}&#10;\include{macros}&#10;\begin{document} Es sei $A$ ein Aussage. Dann ist auch &#10;``nicht $A$'', dargestellt durch &#10;$(\neg A)$, eine Aussage, die sogenannte \gr{Negation}.&#10;\end{document}&#10;" title="IguanaTex Bitmap Display">
            <a:extLst>
              <a:ext uri="{FF2B5EF4-FFF2-40B4-BE49-F238E27FC236}">
                <a16:creationId xmlns:a16="http://schemas.microsoft.com/office/drawing/2014/main" id="{058EB607-BDE7-08EB-BCBA-CBDB7EB6E24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32756"/>
            <a:ext cx="8640000" cy="47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\neg A)$ ist wahr, genau dann, wenn $A$ falsch ist.&#10;\end{document}&#10;" title="IguanaTex Bitmap Display">
            <a:extLst>
              <a:ext uri="{FF2B5EF4-FFF2-40B4-BE49-F238E27FC236}">
                <a16:creationId xmlns:a16="http://schemas.microsoft.com/office/drawing/2014/main" id="{7EA3E37C-C68D-6322-8380-BDE91535D19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58460"/>
            <a:ext cx="4819751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}\hline&#10;$A$&amp;$(\neg A)$\\\hline&#10;0&amp;1\\&#10;1&amp;0\\\hline&#10;\end{tabular}&#10;\end{document}&#10;" title="IguanaTex Bitmap Display">
            <a:extLst>
              <a:ext uri="{FF2B5EF4-FFF2-40B4-BE49-F238E27FC236}">
                <a16:creationId xmlns:a16="http://schemas.microsoft.com/office/drawing/2014/main" id="{4A701784-900C-36AD-D889-89BBD5CDE91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225" y="2348879"/>
            <a:ext cx="1068582" cy="7460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8" name="Grafik 37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232" y="2372664"/>
            <a:ext cx="1533757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3" name="Grafik 42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866" y="3356992"/>
            <a:ext cx="1209449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\documentclass{slides}&#10;\include{macros}&#10;\begin{document}&#10;$\neg$ geht vor, d.h.~wir schreiben z.B.~$(\neg A\vee B)$ und meinen &#10;$((\neg A) \vee B)$ oder $(\neg A\Rightarrow  B)$ und meinen &#10;$( (\neg A) \Rightarrow B)$ und nicht $(\neg (A \vee B))$ bzw.~$(\neg (A \Rightarrow B))$.&#10;\end{document}&#10;" title="IguanaTex Bitmap Display">
            <a:extLst>
              <a:ext uri="{FF2B5EF4-FFF2-40B4-BE49-F238E27FC236}">
                <a16:creationId xmlns:a16="http://schemas.microsoft.com/office/drawing/2014/main" id="{E56ACECA-70BD-83E8-76F5-7EB7D87D497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48" y="3615049"/>
            <a:ext cx="8640000" cy="48686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10206" y="3140968"/>
            <a:ext cx="610266" cy="1374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Gerade Verbindung mit Pfeil 4"/>
          <p:cNvCxnSpPr/>
          <p:nvPr/>
        </p:nvCxnSpPr>
        <p:spPr bwMode="auto">
          <a:xfrm>
            <a:off x="8515339" y="3356992"/>
            <a:ext cx="72008" cy="258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" name="Grafik 3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866" y="4365104"/>
            <a:ext cx="3077267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\documentclass{slides}&#10;\include{macros}&#10;\begin{document}&#10;Ja, $((\neg A) \vee B)$ ist i.A.~was anderes als $(\neg (A \vee B))$ !&#10;\end{document}&#10;" title="IguanaTex Bitmap Display">
            <a:extLst>
              <a:ext uri="{FF2B5EF4-FFF2-40B4-BE49-F238E27FC236}">
                <a16:creationId xmlns:a16="http://schemas.microsoft.com/office/drawing/2014/main" id="{D70D214D-2C33-6824-026D-754FA8EE055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6" y="4689139"/>
            <a:ext cx="5377178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&#10;\include{macros}&#10;\begin{document}&#10;Z.B.~$A=B=$``Bern liegt in der Schweiz''&#10;\end{document}&#10;" title="IguanaTex Bitmap Display">
            <a:extLst>
              <a:ext uri="{FF2B5EF4-FFF2-40B4-BE49-F238E27FC236}">
                <a16:creationId xmlns:a16="http://schemas.microsoft.com/office/drawing/2014/main" id="{814EE65D-D05F-45C6-2534-496A17C72DE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8" y="5094347"/>
            <a:ext cx="4380675" cy="1832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&#10;\include{macros}&#10;\begin{document} &#10;$\neg$ ist ein sogenannter \gr{einstelliger Operator}. $\wedge$ und $\vee$ sind \gr{zweistellige Operatoren}.&#10;\end{document}&#10;" title="IguanaTex Bitmap Display">
            <a:extLst>
              <a:ext uri="{FF2B5EF4-FFF2-40B4-BE49-F238E27FC236}">
                <a16:creationId xmlns:a16="http://schemas.microsoft.com/office/drawing/2014/main" id="{BCC7BF2F-FBFA-8527-AA24-D803A3812B3F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36" y="6085220"/>
            <a:ext cx="8638036" cy="1806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9" name="Grafik 28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\blue Bemerkung:&#10;\end{document}&#10;" title="IguanaTex Bitmap Display">
            <a:extLst>
              <a:ext uri="{FF2B5EF4-FFF2-40B4-BE49-F238E27FC236}">
                <a16:creationId xmlns:a16="http://schemas.microsoft.com/office/drawing/2014/main" id="{B65951E7-50D7-2D63-C405-2997034F8D7E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66" y="5769260"/>
            <a:ext cx="1188974" cy="1719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B2F9C89-788E-D485-9F38-8B30E5F6DB80}"/>
              </a:ext>
            </a:extLst>
          </p:cNvPr>
          <p:cNvSpPr/>
          <p:nvPr/>
        </p:nvSpPr>
        <p:spPr bwMode="auto">
          <a:xfrm>
            <a:off x="72302" y="817400"/>
            <a:ext cx="8978691" cy="136404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4FB4E18-101D-EFAD-ADC1-D34BE155E5E5}"/>
              </a:ext>
            </a:extLst>
          </p:cNvPr>
          <p:cNvSpPr/>
          <p:nvPr/>
        </p:nvSpPr>
        <p:spPr bwMode="auto">
          <a:xfrm>
            <a:off x="71500" y="5625244"/>
            <a:ext cx="8979493" cy="805886"/>
          </a:xfrm>
          <a:prstGeom prst="rect">
            <a:avLst/>
          </a:prstGeom>
          <a:noFill/>
          <a:ln w="952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\\&#10;0&amp;1&amp;\\&#10;1&amp;0&amp;\\&#10;1&amp;1&amp;\\\hline&#10;\end{tabular}&#10;\end{document}&#10;" title="IguanaTex Bitmap Display">
            <a:extLst>
              <a:ext uri="{FF2B5EF4-FFF2-40B4-BE49-F238E27FC236}">
                <a16:creationId xmlns:a16="http://schemas.microsoft.com/office/drawing/2014/main" id="{551B2DD3-93F8-6DF5-66EE-57FBB6AF2C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63" y="3040553"/>
            <a:ext cx="1808130" cy="12343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 title="IguanaTex Bitmap Display">
            <a:extLst>
              <a:ext uri="{FF2B5EF4-FFF2-40B4-BE49-F238E27FC236}">
                <a16:creationId xmlns:a16="http://schemas.microsoft.com/office/drawing/2014/main" id="{D26BA935-69C1-0853-2123-D1437501721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046" y="293688"/>
            <a:ext cx="537190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214" y="1045570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\documentclass{slides}&#10;\include{macros}&#10;\begin{document} Es seien $A$ und $B$ Aussagen. Dann ist auch &#10;``wenn $A$ dann $B$'', dargestellt durch &#10;$(A\Rightarrow B)$, eine Aussage, die sogenannte \gr{Implikation.}&#10;\end{document}&#10;" title="IguanaTex Bitmap Display">
            <a:extLst>
              <a:ext uri="{FF2B5EF4-FFF2-40B4-BE49-F238E27FC236}">
                <a16:creationId xmlns:a16="http://schemas.microsoft.com/office/drawing/2014/main" id="{3A64393A-9D6B-D08F-0E68-BE6E41DB260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08" y="1333601"/>
            <a:ext cx="8640000" cy="4771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" name="Grafik 9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7708" y="2089687"/>
            <a:ext cx="4084328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feld 14"/>
          <p:cNvSpPr txBox="1"/>
          <p:nvPr/>
        </p:nvSpPr>
        <p:spPr>
          <a:xfrm>
            <a:off x="4397181" y="3377774"/>
            <a:ext cx="4988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400" dirty="0"/>
              <a:t>?</a:t>
            </a:r>
            <a:endParaRPr lang="de-CH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AE8637A-D51E-53C9-47C6-D6598CD5A102}"/>
              </a:ext>
            </a:extLst>
          </p:cNvPr>
          <p:cNvSpPr/>
          <p:nvPr/>
        </p:nvSpPr>
        <p:spPr bwMode="auto">
          <a:xfrm>
            <a:off x="72302" y="817400"/>
            <a:ext cx="8978691" cy="11446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4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.png">
            <a:hlinkClick r:id="rId11" action="ppaction://hlinkfile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564" y="1299933"/>
            <a:ext cx="7038125" cy="4256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AutoShape 2" descr="data:image/jpeg;base64,/9j/4AAQSkZJRgABAQAAAQABAAD/2wCEAAkGBhMQEBQUERQWFBUUEBQXFBUVFxQVFRUUFBUVFBcSFBoYHCYeGBkjGRQVHy8gIycpLCwsFR4xNjAqNicrLSkBCQoKDgwOGg8PGSwkHiM1KjQpMi00LiwqLCwqLCksLCo1Lyk0KSksKSopKSwsLykpKSwpLCwpLSwtLCksLS0pLP/AABEIAL0BCwMBIgACEQEDEQH/xAAcAAEAAgMBAQEAAAAAAAAAAAAABAUDBgcCAQj/xABEEAABAwICBQcJBwMEAgMBAAABAAIDBBEFIQYSMUFREyJhcYGRoQcUFTJSYrHR4RcjQlNyksGCovAzQ2Oyk/EkVMIW/8QAGQEBAQEBAQEAAAAAAAAAAAAAAAEEAwIF/8QAJhEBAQACAgICAgEFAQAAAAAAAAECAxESIUEEMRMicTJRYYGxI//aAAwDAQACEQMRAD8A7iiIgIiICIiAiIgIiICIvEkzWi7iB1kD4oPaLFFVsf6r2u6iD8FlQFr+kWm9NRXa92vJb/SZYuz2a25vb3FUWnmnLonea0mczrB7m5lhdsYwb5Dfsvx2VGCaCNYOUrDrvOZYTdoJz552vd4dag8VHlQrZyRSwNaOhr5ndpFgO5Yf/wCoxnbZ/VyMfw1brazUNYNVjQGjYAA0DqAUV9eeAQUlL5VKuFwbVQNd2Ohf43B7lvOjumtNW5Ru1ZLZxPs1/ZucOonsWtTVbHjVkaCDuIDh3Fa3jGiYH3tISCDrBgJ2jfGdoPR3cEHZ0WieT/Tw1NqepP3wHMecuUA2g8HjxA6Ct7VBERAREQEREBERAREQEREBERAREQEREBERAVbjmkENFFyk7rDY1ozc8+y0bz4DfZZ8VxNlNC+WQ2axtzxPBo6SbAdJXKcKw2bHKt0sxLYWGxtsa3a2GPptmT27wEEip0zxDEnllEx0bN/J21gOMkpyb2W7V9j8ldRLzqioaHHb68zu0uI/lbw6oipWCGnY1obuHqg9O9zuJKqqnEHu2uPYbDuCg1ybyTPbnHUNuNmtGWeLXEjuUZ+J4rhY57i+PYC776MbhZx5zTwBt1FX7qx42OcOolZodID6swD2kWJsL2PEbHBBUaCYJZprJuc+QuLC7MgEnWk/U43z4dav6ie5+AWaokaI2COwZqjVDdmqMgB0fJV0siDzLIoski+ySKLJIoPMsi8Q1xYeI3j+R0rDLIoznXRGHSih5N7amE6p1mklu5+1sg7R324rbG+V+FsLCYnvl1BrgarWB2+ziSbXz2b1U0kYmhdG8XGw9RzHVmF7iwWKP1Y2DpI1j3m5VVLj8szb86mNuiUE9xYPitgwnylUU5DS8wuO6UBo/cCW95C1KaiYdrGH+lvyVTW6PRu9XmHo2doP8IO2NdcXC+riujullRhkgZJeSAnNl72HtRE7D7uw9G1diw/EGVETZYnBzHi7SPgeBByI3EKiQiIgIiICIiAiIgIiICIiAiIgIiIOa+V3FXEw0rM9b7xwG83LI29+se5bPSUQw+ijhZ61uc4b3nN7+/Z2cFpePDldIY2uzDZacdjWNkt3krdNI5ee0cGfEn5KCpkeok8wAJJsBvOQWDFsUbAwvf1ADa48AtboMKqcUcXE6kQNtY31B7rB+N3T4jYgsanSGAZcoD+kF3iBZRvTkLtjwOsFvxCu4tAKSMWeXvPEv1fBtrd5WGr0EpXD7svYeIdrDtDvmFB4wyuz1L3DvV359HWrXzcnbl8VpUtLUYZIHCz2E2vbmn3TvY7/ADNbhQYoyojD2bDtB2tI2tKo9ugbwWCSBp3BZ3uUd7kEKooQdht4hYaTDS91nZAbTx6Apj3LDypBuFEWQaGizRYLC+ReG1OsPisUkiKSSKNI9JJFHe9EY6ynbK0td2HeDxCm+TPH3U1SaWQ8yVx1eDZQMrdDgLdeqoQKp8XcY5WSsycCCD7zCHA/DuVV+gEWGjqBJGx42PY1w6nAEfFZlQREQEREBERAREQEREBERAVJpBphTUI+9fd5FxGznPI422NHSSFA090w8xiDY7GaQHUvmGNG2QjwA3nqK1XRTyfmpHnVe52q/nhhJDng568rtoB4DO28bEGuYppSZcRFXEzVcHMc1jjrXLGhuerbaBsHerKs8ossjgZoWjK3NL2ki5P4r8Vv7K+nphq08TWgew0MHfa56ysFRj0Uo1Zo7tO0OAkHcQoObFzsSrI423azZna7Wga0jzuvl4BdIfqwsbFENVrGgADcOHXvJ6VHwvR+lgkdPALa7NW17sAuCdW+Y2DK+7cvMhLiTxKDy+RRpJ1kkg6fBQZ4XDZn1IMsj2ytdHILhwsRxHz6Vp1HVnD6mRjruZsIFrkbWPG6+du0q984s4dBCy12DxzSB72lxDbWvkc758dpUFJLpm9x5kQt0lzj4WXmPS91+fGP6SQe4rZm0WqLCzRwaMvBRKzDw4ZgPHAj5oiPS4rHMOYc97Tk4fPsXt7lruIYWYzrxEi2dt7ekFejpCdQZc/YfZ6/ogvYprHrWR8w4qvo9DKypAdIRE05jlCQbdDGjLtspMnk1eBlO2/6CB33PwQHvWJV9dhdVR5u5zPaB1mdu9vgs9FXNlGWRG0cPmEElVOPOyYOk/AK2XiWIOFnC4KDpmhGMxVFHEI36zooo2SNOTmua0NzHA2NjsK2BcBpauXD6hssJ379jm7438R/7GYXbsCxllXAyaPY4Zje1wycw9IPzVVYIiKgiIgIiICIiAiIgIi+FBySnh9KY2/X50Ub3G27koDqtb1OeQT+srdtIsRu7kxsbt6XbfBab5KTasqA71uRPhIA7xIVzi8hE0l/zHfFQR5ZVgYwvdYdp4BYZZVa0cOo3Pacz18FBkhhDBYdvSeK+uevj5FHfKqPT5FHfKvEkqjvlUHyYAkE7iPDcpsbxa43qvcxx3fwvkL3NNiMj8UROfKo75VjfKsD5UHirF8+9U2EvbTYhEXAFvKDaL2D+bcdLSbjqVq+S6o8WzmYBt5vfrGyDqM1YT0DxUV9RbevMmtw+Chzaw3H4/BVUg1YOTswcjfp3HoWj6QYX5pMHxeo45Dgd7Oq2z6LYZahea+m85pi3K9+aTuc05Huy7VBRuxaMAG+0XsBc9RXgY3H7w7PqrCj0Tjb615D2tb3DPvKzTaOxW/0gOom/gURWyOZOwta4HLLiDuNtqvvJHi5ZPJTuOT267Rweywd3t/6LWK3AizOInL8J29hUjQScjE6cnaZHA/1MeDfvVHdURFVEREBERAREQEREBa7plpgzD4xkHyvvybOra9/Bo8dnEjYXOsLncuQYNS+mMTkmlzhZzi33AdWKLqNiT1O4oJGgGD1UlV564BkbjIXEjV5XlL3EbR+HWIN9mWV1sOlFLz9dljfJwGZBG+3Cw8FY4pX56jOa1uRtlsysLbANllRzzKCoizkaD7Qv3q8fKqvlQZGk7nDPwUmSRB6klUd8i8ySKNJIoj2+RZ44tXM7fgoULrvHf3KVJIg+ySKPJIvkkijySID5FhLkJXxB8c4AXOQG0qhfM8ycu0ZNeC0kXHNta44ZK4nptfJx5vsjf8AqPDoWYMAFgMrWtutwQXmC4+2pjv6r2+u3h7w4gqW+VaCyTzSpa5vqnaPcOTm9m3sC3N8qqvFVGH7dvEbV9oYbNtfeSVhklWJtTqm/eoi1c+ywPlWN0ywPlQfKpocOlazisJjc2WMlrg4ZjaHDNrh03HgFfvlVZiwvE/qB8Qg7Do3i3ndLFNvewawG545rh+4FWS0rySyE0BB/DUSAdRDHfFxW6r0oiIgIiICIiAiIggY8SKWe23zeW3XqOstA8kThydTx14u7VfbxuumSMDgQcwQQRxByIXHtGKg4ZiUlPKbMceTJOQ260UnUQf7+hQbHUzZnrKrZ51a6QUZY4vA5pNz7p336Frc0yDzLNnkpwqNYA/5dVa8zVwhaXOOXiTwHSklt4iW8LCSVR3yLVqXSOUyjXI1C6xFhkDkM7XyWxrrt05arxk8YZzP6ZYJLOB/zNSXyKCvfKri9vckiwkoSiAiIgIiIKjSAZM/q/hbNRguY39Db9wWq1buXnaxuwZX8XH/ADgtxhIawbsrnq/9IMmoG7B2rFI9ahjOlkhlIgcAwZXs06x3uzGzd2K/pK7lYmv9ptyOB2Ed4K7Z6csMZlfbxjsmVsiQ99lHfIvj3rGuL2+kqtxuezA3e4+A+tlPkcQMhc7h8zuUaCi52u86z93BvQ35oN08lekEHICl9WYOe6x2SXN7sPECwttyvnnboC4BiFMYnNliJaWuBu3ItcDcPHDNdn0Tx0VtJHL+IjVkA3SNyd2HaOghWKuERFQREQEREBERAWo6eaEiuYJIrCdjbC+Qkbt5Nx3HbY9Jvty25EHHML00mpDyFZG52plnlK0bgb5PHA37SrI6QYdJmbNPSx7T/aLLoeJ4JBUt1Z4mSAbNYZj9J2jsK0PTfQmio6OWdjXhwADG8o4t13uDW3vckC97X3K443K8RLeJyocc0opIm2p2Nlef1hjel17E9Q7wqClwCqrPvXgtj9t1mttwjabX7O9WWgejjJb1E41mtcQxhzDnDMudxA2W434Lc6wF2buwbgOAX08McdXjH791hzyufmuZaSUDYXRtYLfdnrJDjmenNbT6WpbesNnB/wAlQaTMMtZHE3adRg/VI7L/ALBdS+yei/5f/J9Fy+b9Y/7e/je2juxWn3OHc/5LE7FYdzh3O+S337J6L/l/8n0Wj6e6KR0E0XJBxiez8TrnWa7nNvbK7S3xXz2tH9KRe14O+S+elIvb8HfJbJV6CUhhbLByjmuaHevfmOFwdm7f9FQy6PQD2v3fRQYfSkXt+DvknpSL2/B3yXh2Cxbtbv8AovgwWP3u/wCiD27Foh+K/UD8lBqcUdLzIwRf9x+QViMEhG5x63H+FnjhawWYA0dH88UFbHqUjNZ+b3ZWG39I/kqK2WrxF2pE0lgtcNyYBxkcf57AvOF0JxCs1XEhguXEbRG02sOkkjvuuk+bNYwRRNDImbGt3neXcT0lfU16sdXHM5y/4xZ53P8AhzzEtHm09M/W50msy7srDnAWb0Z7d6kaOSf/ABwOD3Dxv/KmabSBsOr7UgHYLu/gKJgEdoG9Jce8n+Ar8q86vP8AdNE/dYoiL5TcIiIMNWy8bh7p+C2ryNzkxVDNwkY4dbmkH/oFqOJz6kbuJFh1n6XW9eSXDjHSPkIty0pI/QwaoP7tdWDeURFVEREBERAREQEREBax5SMKdUYbM1gJc3VkAG08m4OcBxOrrLZ0XrHLrlLPSZTmcOHaEY+xsfIvcGkOJbc2Dg7MgHje/er7GMdjiZdzhsyAIu48AFZaSeSGGokdJTycgXElzNXWjJO0tAILb8BcdAVRQeRJ2t9/UN1b5iJh1iOF3Gw7ivpfm1X9uWH8Wc8cKzya4M+txA1LxzIXa5O4yn/TYOr1v6RxXa1CwjCIqSFsUDQxjd28ne5x2kniVNWHdt/Jlz6a9eHTHgVDppg8VTSPbK9serz2yOIDWOGwuJ3G5B6Cml+lsWHQ67+c91xHGDYvcPg0ZXPSN5C5JK6vxqQvkdaJrtpJZBH0NH4nd54letWi5zm+I87Nsx8T7Uc+MzGMQtkdycbnuaGkgXPrHLMtyJseJO9bhoTEyqpi17yJI3lu0EuYQC02PDMZcAo0mj8dLFIGnXJifrPIIvzTkAdgVfoRoc/ERNqSNjMXJ+s0uvr6/A5W1fFa9+GM08Y+mfVnbs8t0dow0fjd+0fNYnaPgfjPcPmo/wBj9R+fF3PT7H6j8+Luevltz27BQPxHuWF+FgfiPcvf2P1H58Xc9PsfqPz4u56DUNH67zGre2TIG7HHhmC13VkO9b7JizNTW126u2+sLd91Wy+Rid3+/FfjqvWH7Eqj/wCxD+16+pjv15znK8VhurPG+PpquOYgayoa2P1Rk08b+s/qy7gr+KINaGjYAAOoZKxi8jM7dk8XXqvWT7Hqj8+L9r1k+Ru/JZMfqO+rX0nn7VqKy+x6o/Pi/a9RsQ8l76eN0k1VCxjRm5wfbqHE9AzKzcWuyMo9RXMZtOfAZnuWnyznWOqTa+W643Gy6pot5MIJoYp5ZXSNkja8MYBGOcAdVxuSbbMrbF22aMtclvtzw2TO2RrGBYHNilQGtBbE089+5jeA4vO4fwF26jpGxRtjjGq1jQ1oG4AWAXmhw+OBgjiY1jG7GtFh19J6VIXJ1EREBERAREQEREBERARFjnnaxpc9wa1ouXOIAA4knIBB7c621QMO0hpqhxZBPHK5ouQx7XEC9r5br/Fc5098p7JY3U9ES4PGrJNmAWnIsiG032a3A5XvcaloZUPpMTptbml0jGOHuzWbY/uB62rZj8W3C5XxfTPlvkykj9BoURY2hw3S6R1fjTonkhjJOSHusjGs+3STrntC3bkWhjY2ANjY0arRsH+fyVqPlHwqShxHzpg5krg9p3coBZ8busAnqceBUmn03p3MuXFptm0tcT1ZAgr60nbDG4/T59vGV5NLJxHTydI1R1uy+F+5XnkWoC2lmlP+5PYdLY22v+5zh2LQa+rkxOoZDTtJu7mg7zvkfwaB3C/Fd0wHCG0lNFAzZGwC/tO2ucetxJ7Vz+Tl1w6+696MecuyeiIvmtoiIgKuqNIqaOUQvnjbKS0CMvaH3dbVFtudxbrVBpb5SaeiDmRkTTjIMabtYf8AkcNn6Rn1bVxWvlmmLqiUkmWQ3fsu7bzegbBwtbcten41z85eIz7N0x8R+mkVZoxiJqKOnlO2SFhd+rVGt/ddTK6qEUT5DsYxzj1NBcfgstll4d5fHLWtN9Po8ObqNAknc27WXsGjc+QjYOA2m27auYOpq/F3ctM77sHJ7zqRN6Im7zuuO0r5o1RnEqySepOsAdd49pzjzY/0gDZwaAt+qRrdDW5NaMgAMrAL6eGE0+J9+6w5Z3Pz6c7x/CWU9O1rdvKi7t7jquF+roXW/Jo8nCqa/svHYJZAPALl2nUwAjZxcXHqAt/+vBdb0HojDh1Mw7eQa49Bf94R/cvPy7/5z+Xr48/ar1ERfNbRERAREQEREBERAREQRcTxFlNC+WU6rI2lzj/A4kmwA3khcTxPF6vHKgsZzYmm4Ze0cbdz5CPWf/gC3Ty0VLm0cTB6r6ga3Tqsc4A9tj/Sq3Q2FsdEwN2yDWed5JNrdgy7Fv8Aj4zHDv7ZN2VuXX0h0uikFMOaXSyD/cNg0H3G5991r1W2+KQAbeWph267fmFvtbYBabodT+eYyxwzayQyk+5EOYe12p3rVMv1trPx+0kd2REXxn00evw+OojdHMxr2OGbXC4PT0Hp3LT5/I/QOdccswey2S4/uaT4reEXvHZlj/TXm4Y5fcVOA6K01C0injDSRznm7nu63HO3RsVsiLzbbeaskniCIiii5Jp/p/LNMaShLtXW1HvZfXlfsMbCNjQciRtz3bel6Q1LoqSoez1mU8rm/qaxxB7wuN+TaBnKSyHNzQ1rb7g7W1iOk2A71s+NhPOd9M+7KzjGe0rDNAY4mh1US99r8kwgNb+t1jc9Ay61A0xYGxMAy+8yHABrsvgt7mtYk7SVz3TSp15mRMzI3De55Aa3ryH7lu15XK+WPKSOueTlpGF0t/yiewvcR4EK9rqUSxPjOx8bmHqc0tPxWHBaDzemhh/LhYzta0AnvBU1fIzy5ytj6WM4xkfn3A612HVUkM4LedqP91zCbO6WkHuIK2yp0ngDL8qwi24gk9QGa3TSjQWmxCzpQWyAWEjCA63suuCHDrHVZarH5EYtbnVMhbfYGMDrfqJI8FvnyNeXnLxWS6c54jTsFw5+L4g0WIiBBk92Fp2X9pxy63Hgu+NbYWVdgOj0FFFydOzVF7uJzc4+04nafhuVksm/b+S+PqNGrX0n+RERcHUREQEREBFE896E896F66157RLRRPPehPPehOtO0S0UTz3oTz3oTrTtFXpvo35/RviBAeCHxE7A9t7A9BBLf6lxvDsdmw9zoJ4zzXHmO5r2E5m24tO3hvBXePPehRK6nhnFpoY5ANmu1rrdVxktOnbcJ1s5jjswmd5l8uKYppXJUjkoY3Av5thznuv+FoA39q6d5NdDDQQufMPv5baw28mwZiO/G5uemw3XVzh+H09Obw08UZO0sY1p6rgXU/z3oV27rnOuM4ia9cxvNqWiiee9Cee9Cy9a79oloobq+wvbxWL0t7vj9E607RYoq70t7vj9E9Le74/ROtO0WKKu9Le74/RPS3u+P0TrTtE6aEPaWuF2uaQQd4IsR3LguLYVUYLVHIuicSGPN9SRl7gE7njeOPEHPtnpb3fH6LHPXNe0tfG1zTtDrEHrBFl3055a79eK57MZnHHKnT+7ObEQ621zgWjpyGfgrrya6GyzzitqQQxrteMOFjJJufb2G7Qd5AtkFvEOFUbHazaOAO4iNlweI5uStfS3u+P0XbZvtx4wnDlhqkvOVWKKu9Le74/RPS3u+P0WLrWntFiirvS3u+P0T0t7vj9E607RYoq70t7vj9E9Le74/ROtO0WKKu9Le74/RPS3u+P0TrTtFiirvS3u+P0T0t7vj9E607RYoq70t7vj9FlbX3F7eKdado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pic>
        <p:nvPicPr>
          <p:cNvPr id="5" name="Grafik 4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132" y="2005985"/>
            <a:ext cx="7051867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168" name="Grafik 7167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052" y="952443"/>
            <a:ext cx="1148489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132" y="2463094"/>
            <a:ext cx="7042114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3555" y="2875084"/>
            <a:ext cx="497434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3555" y="3246120"/>
            <a:ext cx="7832157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132" y="3802722"/>
            <a:ext cx="8544171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528" y="4545124"/>
            <a:ext cx="8534418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487" y="944724"/>
            <a:ext cx="1145005" cy="139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fik 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 title="IguanaTex Bitmap Display">
            <a:extLst>
              <a:ext uri="{FF2B5EF4-FFF2-40B4-BE49-F238E27FC236}">
                <a16:creationId xmlns:a16="http://schemas.microsoft.com/office/drawing/2014/main" id="{A49E292D-8F2E-E04F-2EE7-8A507A5ADA3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046" y="293688"/>
            <a:ext cx="537190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33889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214" y="908720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Rightarrow B)$ ist falsch, genau dann, wenn $A$ wahr ist und $B$ falsch ist.&#10;\end{document}&#10;" title="IguanaTex Bitmap Display">
            <a:extLst>
              <a:ext uri="{FF2B5EF4-FFF2-40B4-BE49-F238E27FC236}">
                <a16:creationId xmlns:a16="http://schemas.microsoft.com/office/drawing/2014/main" id="{D6639E4A-9C02-A42B-1AC9-988D6ECEFA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14" y="1822455"/>
            <a:ext cx="6933191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1\\&#10;0&amp;1&amp;1\\&#10;1&amp;0&amp;0\\&#10;1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CBB404F2-14B9-7292-AE50-4150A29B1F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25" y="2276871"/>
            <a:ext cx="1807222" cy="12336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4313" y="2240867"/>
            <a:ext cx="1533757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214" y="3714172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4313" y="4122708"/>
            <a:ext cx="8544171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4313" y="4932798"/>
            <a:ext cx="8239370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4313" y="5742888"/>
            <a:ext cx="7639522" cy="458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\documentclass{slides}&#10;\include{macros}&#10;\begin{document} Es seien $A$ und $B$ Aussagen. Dann ist auch &#10;``wenn $A$ dann $B$'', dargestellt durch &#10;$(A\Rightarrow B)$, eine Aussage, die sogenannte \gr{Implikation.}&#10;\end{document}&#10;" title="IguanaTex Bitmap Display">
            <a:extLst>
              <a:ext uri="{FF2B5EF4-FFF2-40B4-BE49-F238E27FC236}">
                <a16:creationId xmlns:a16="http://schemas.microsoft.com/office/drawing/2014/main" id="{771C36D5-2EDA-51DC-CB31-FF330F7C9B1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08" y="1196752"/>
            <a:ext cx="8640000" cy="4771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 title="IguanaTex Bitmap Display">
            <a:extLst>
              <a:ext uri="{FF2B5EF4-FFF2-40B4-BE49-F238E27FC236}">
                <a16:creationId xmlns:a16="http://schemas.microsoft.com/office/drawing/2014/main" id="{251BFD99-DC52-93AD-9148-A03D81C4B11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046" y="293688"/>
            <a:ext cx="537190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9B828EF-920A-E722-76B7-BF2FFBB86CA4}"/>
              </a:ext>
            </a:extLst>
          </p:cNvPr>
          <p:cNvSpPr/>
          <p:nvPr/>
        </p:nvSpPr>
        <p:spPr bwMode="auto">
          <a:xfrm>
            <a:off x="72302" y="817400"/>
            <a:ext cx="8978691" cy="136404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9925AD5-D4F2-B4B2-62B2-83163CF53326}"/>
              </a:ext>
            </a:extLst>
          </p:cNvPr>
          <p:cNvSpPr/>
          <p:nvPr/>
        </p:nvSpPr>
        <p:spPr bwMode="auto">
          <a:xfrm>
            <a:off x="99499" y="3633776"/>
            <a:ext cx="8908209" cy="2783556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\documentclass{slides}&#10;\include{macros}&#10;\begin{document} Es seien $A$ und $B$ Aussagen. Dann ist auch &#10;``$A$ genau dann wenn $B$'', dargestellt durch &#10;$(A\Leftrightarrow B)$, eine Aussage, die sogenannte \gr{(logische) \&quot;Aquivalenz}.&#10;\end{document}&#10;" title="IguanaTex Bitmap Display">
            <a:extLst>
              <a:ext uri="{FF2B5EF4-FFF2-40B4-BE49-F238E27FC236}">
                <a16:creationId xmlns:a16="http://schemas.microsoft.com/office/drawing/2014/main" id="{9E48C702-1A89-7015-7349-3DA16FFA7F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85861"/>
            <a:ext cx="8640000" cy="4752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Leftrightarrow B)$ ist wahr, genau dann, wenn $A$ und $B$ den &#10;gleichen Wahrheitswert haben.&#10;\end{document}&#10;" title="IguanaTex Bitmap Display">
            <a:extLst>
              <a:ext uri="{FF2B5EF4-FFF2-40B4-BE49-F238E27FC236}">
                <a16:creationId xmlns:a16="http://schemas.microsoft.com/office/drawing/2014/main" id="{93DB36BB-DB52-E164-1DDB-0679AE2E14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626"/>
            <a:ext cx="8610120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Leftrightarrow B)$\\\hline&#10;0&amp;0&amp;1\\&#10;0&amp;1&amp;0\\&#10;1&amp;0&amp;0\\&#10;1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DA1EC703-9A45-AC0A-CC14-3975F5B4F35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375" y="2483337"/>
            <a:ext cx="1807222" cy="12336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512176"/>
            <a:ext cx="1533757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882" y="900094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Grafik 2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\&quot;Aquivalenz}&#10;\end{document}&#10;" title="IguanaTex Bitmap Display">
            <a:extLst>
              <a:ext uri="{FF2B5EF4-FFF2-40B4-BE49-F238E27FC236}">
                <a16:creationId xmlns:a16="http://schemas.microsoft.com/office/drawing/2014/main" id="{39359078-DE79-9437-EC4C-86B9A2053E7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046" y="293688"/>
            <a:ext cx="5370688" cy="2513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CE674F84-9C56-7ADA-E4FD-0EBF70CCA2F4}"/>
              </a:ext>
            </a:extLst>
          </p:cNvPr>
          <p:cNvSpPr/>
          <p:nvPr/>
        </p:nvSpPr>
        <p:spPr bwMode="auto">
          <a:xfrm>
            <a:off x="72302" y="817400"/>
            <a:ext cx="8978691" cy="1364043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9A10-ABFB-2A3F-F05C-34B5E76F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>
            <a:extLst>
              <a:ext uri="{FF2B5EF4-FFF2-40B4-BE49-F238E27FC236}">
                <a16:creationId xmlns:a16="http://schemas.microsoft.com/office/drawing/2014/main" id="{F2908F36-ED47-A556-4B6A-F154AE2EB6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795" y="293688"/>
            <a:ext cx="3502473" cy="216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&#10;\include{macros}&#10;\begin{document} Wir haben nun eine ganze Reihe an Operatoren kennengelernt.\\&#10;Diese Operatoren machen aus Aussagen neue Aussagen, auf die man dann wiederum solche Operatoren anwenden kann.&#10;\end{document}&#10;" title="IguanaTex Bitmap Display">
            <a:extLst>
              <a:ext uri="{FF2B5EF4-FFF2-40B4-BE49-F238E27FC236}">
                <a16:creationId xmlns:a16="http://schemas.microsoft.com/office/drawing/2014/main" id="{502868A1-2770-E3AA-2AFC-739E71CCDD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26631"/>
            <a:ext cx="8638037" cy="7461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include{macros}&#10;\begin{document} &#10;So entstehen komplexe Gebilde, die man aber einfach schrittweise auswerten kann, um den Wahrheitsgehalt zu bestimmen.&#10;\end{document}&#10;" title="IguanaTex Bitmap Display">
            <a:extLst>
              <a:ext uri="{FF2B5EF4-FFF2-40B4-BE49-F238E27FC236}">
                <a16:creationId xmlns:a16="http://schemas.microsoft.com/office/drawing/2014/main" id="{69B3DFF5-1338-E1ED-9E05-BB2108FCC0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2060848"/>
            <a:ext cx="8640001" cy="463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A$: ``Windisch liegt in der Schweiz''&#10;\end{document}&#10;" title="IguanaTex Bitmap Display">
            <a:extLst>
              <a:ext uri="{FF2B5EF4-FFF2-40B4-BE49-F238E27FC236}">
                <a16:creationId xmlns:a16="http://schemas.microsoft.com/office/drawing/2014/main" id="{142C5E0F-50B8-932A-F010-46430A7F7A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2" y="2819626"/>
            <a:ext cx="3411996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9" name="Grafik 38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B$: ``Windisch liegt in Deutschland''&#10;\end{document}&#10;" title="IguanaTex Bitmap Display">
            <a:extLst>
              <a:ext uri="{FF2B5EF4-FFF2-40B4-BE49-F238E27FC236}">
                <a16:creationId xmlns:a16="http://schemas.microsoft.com/office/drawing/2014/main" id="{5E0C5782-F0D1-7BA8-35E6-00159AC57E9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2" y="3148792"/>
            <a:ext cx="3544381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1" name="Grafik 40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C$: ``Bern liegt in Deutschland''&#10;\end{document}&#10;" title="IguanaTex Bitmap Display">
            <a:extLst>
              <a:ext uri="{FF2B5EF4-FFF2-40B4-BE49-F238E27FC236}">
                <a16:creationId xmlns:a16="http://schemas.microsoft.com/office/drawing/2014/main" id="{0AACDBB2-4C4B-D5DA-A6D4-6749E04BC2E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2" y="3477958"/>
            <a:ext cx="3078497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&#10;\include{macros}&#10;\begin{document} &#10;Wir bestimmen den Wahrheitsgehalt von  $ (\neg A\Rightarrow B)\wedge \neg C $:&#10;\end{document}&#10;" title="IguanaTex Bitmap Display">
            <a:extLst>
              <a:ext uri="{FF2B5EF4-FFF2-40B4-BE49-F238E27FC236}">
                <a16:creationId xmlns:a16="http://schemas.microsoft.com/office/drawing/2014/main" id="{D6F94576-0B59-5EAB-0FDE-801560CDA5C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3" y="3952836"/>
            <a:ext cx="6077817" cy="2031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5" name="Grafik 34" descr="\documentclass{slides}&#10;\include{macros}&#10;\begin{document} &#10;\blue Beispiel:&#10;\end{document}&#10;" title="IguanaTex Bitmap Display">
            <a:extLst>
              <a:ext uri="{FF2B5EF4-FFF2-40B4-BE49-F238E27FC236}">
                <a16:creationId xmlns:a16="http://schemas.microsoft.com/office/drawing/2014/main" id="{57A1866F-38C4-5FA2-FA46-D16F7EE0226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76" y="2827816"/>
            <a:ext cx="858258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4" name="Grafik 43" descr="\documentclass{slides}&#10;\include{macros}&#10;\begin{document} &#10;Es sei&#10;\end{document}&#10;" title="IguanaTex Bitmap Display">
            <a:extLst>
              <a:ext uri="{FF2B5EF4-FFF2-40B4-BE49-F238E27FC236}">
                <a16:creationId xmlns:a16="http://schemas.microsoft.com/office/drawing/2014/main" id="{F9188E7D-73CE-4DA4-2C66-1FF230AD2F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389" y="2827808"/>
            <a:ext cx="643361" cy="1636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9" name="Grafik 48" descr="\documentclass{slides}&#10;\include{macros}&#10;\begin{document} &#10;$ (\neg A\Rightarrow B)\wedge \neg C $:&#10;\end{document}&#10;" title="IguanaTex Bitmap Display">
            <a:extLst>
              <a:ext uri="{FF2B5EF4-FFF2-40B4-BE49-F238E27FC236}">
                <a16:creationId xmlns:a16="http://schemas.microsoft.com/office/drawing/2014/main" id="{E8DF1524-8704-2B50-5A70-6E05D6AFACB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878" y="4437112"/>
            <a:ext cx="2342399" cy="292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1" name="Geschweifte Klammer rechts 50">
            <a:extLst>
              <a:ext uri="{FF2B5EF4-FFF2-40B4-BE49-F238E27FC236}">
                <a16:creationId xmlns:a16="http://schemas.microsoft.com/office/drawing/2014/main" id="{24877872-8FCC-5685-96B0-9A7F089E6111}"/>
              </a:ext>
            </a:extLst>
          </p:cNvPr>
          <p:cNvSpPr/>
          <p:nvPr/>
        </p:nvSpPr>
        <p:spPr bwMode="auto">
          <a:xfrm rot="5400000">
            <a:off x="3182708" y="4657299"/>
            <a:ext cx="241326" cy="23300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Geschweifte Klammer rechts 51">
            <a:extLst>
              <a:ext uri="{FF2B5EF4-FFF2-40B4-BE49-F238E27FC236}">
                <a16:creationId xmlns:a16="http://schemas.microsoft.com/office/drawing/2014/main" id="{363F0ABB-B842-2699-2C29-E30FFCF138CF}"/>
              </a:ext>
            </a:extLst>
          </p:cNvPr>
          <p:cNvSpPr/>
          <p:nvPr/>
        </p:nvSpPr>
        <p:spPr bwMode="auto">
          <a:xfrm rot="5400000">
            <a:off x="3927759" y="4685809"/>
            <a:ext cx="241326" cy="23300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Geschweifte Klammer rechts 52">
            <a:extLst>
              <a:ext uri="{FF2B5EF4-FFF2-40B4-BE49-F238E27FC236}">
                <a16:creationId xmlns:a16="http://schemas.microsoft.com/office/drawing/2014/main" id="{EFA83845-E36D-B6CE-3AE9-6DFE1E348DF0}"/>
              </a:ext>
            </a:extLst>
          </p:cNvPr>
          <p:cNvSpPr/>
          <p:nvPr/>
        </p:nvSpPr>
        <p:spPr bwMode="auto">
          <a:xfrm rot="5400000">
            <a:off x="4864431" y="4685809"/>
            <a:ext cx="241326" cy="23300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Geschweifte Klammer rechts 53">
            <a:extLst>
              <a:ext uri="{FF2B5EF4-FFF2-40B4-BE49-F238E27FC236}">
                <a16:creationId xmlns:a16="http://schemas.microsoft.com/office/drawing/2014/main" id="{7E40E7EC-1729-57E7-0DFC-20FC9797B65E}"/>
              </a:ext>
            </a:extLst>
          </p:cNvPr>
          <p:cNvSpPr/>
          <p:nvPr/>
        </p:nvSpPr>
        <p:spPr bwMode="auto">
          <a:xfrm rot="5400000">
            <a:off x="3066206" y="4949910"/>
            <a:ext cx="241326" cy="466002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Geschweifte Klammer rechts 54">
            <a:extLst>
              <a:ext uri="{FF2B5EF4-FFF2-40B4-BE49-F238E27FC236}">
                <a16:creationId xmlns:a16="http://schemas.microsoft.com/office/drawing/2014/main" id="{CC6D101E-86C6-E495-AAC7-6F9EFF96E651}"/>
              </a:ext>
            </a:extLst>
          </p:cNvPr>
          <p:cNvSpPr/>
          <p:nvPr/>
        </p:nvSpPr>
        <p:spPr bwMode="auto">
          <a:xfrm rot="5400000">
            <a:off x="4798413" y="4949911"/>
            <a:ext cx="241326" cy="466002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Geschweifte Klammer rechts 55">
            <a:extLst>
              <a:ext uri="{FF2B5EF4-FFF2-40B4-BE49-F238E27FC236}">
                <a16:creationId xmlns:a16="http://schemas.microsoft.com/office/drawing/2014/main" id="{EEE29B58-D5EE-BA16-016C-6D3B9B6F6DB5}"/>
              </a:ext>
            </a:extLst>
          </p:cNvPr>
          <p:cNvSpPr/>
          <p:nvPr/>
        </p:nvSpPr>
        <p:spPr bwMode="auto">
          <a:xfrm rot="5400000">
            <a:off x="3433514" y="4872923"/>
            <a:ext cx="241326" cy="138757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Geschweifte Klammer rechts 56">
            <a:extLst>
              <a:ext uri="{FF2B5EF4-FFF2-40B4-BE49-F238E27FC236}">
                <a16:creationId xmlns:a16="http://schemas.microsoft.com/office/drawing/2014/main" id="{6B78D2E0-72CF-C907-C8D8-B015C1654F06}"/>
              </a:ext>
            </a:extLst>
          </p:cNvPr>
          <p:cNvSpPr/>
          <p:nvPr/>
        </p:nvSpPr>
        <p:spPr bwMode="auto">
          <a:xfrm rot="5400000">
            <a:off x="3922324" y="4803800"/>
            <a:ext cx="241326" cy="23424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0" name="Grafik 59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AE31A32D-EF15-63D3-FCFD-E3614482342C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724" y="4944286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3" name="Grafik 62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8904D969-65EE-1717-2159-7693A8AD277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866" y="4939786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193" name="Grafik 8192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BF247DDF-D0EE-FEB5-BCDD-4A56C87A9022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845" y="4944286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194" name="Grafik 8193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6D7D3631-FFB0-546F-E10D-C473D89A0400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621" y="5321109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196" name="Grafik 8195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1C2CFE63-863E-B6E9-D192-8E3ADA377B7B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571" y="5389469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197" name="Grafik 8196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82B747D4-F518-25A0-C523-43FDB6A42288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672" y="5770226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198" name="Grafik 8197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33FDAB37-17BD-0494-B4E4-FB63A39029D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82" y="6184819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253B967-50B5-AEFE-69F1-F14A027CCE0E}"/>
              </a:ext>
            </a:extLst>
          </p:cNvPr>
          <p:cNvSpPr/>
          <p:nvPr/>
        </p:nvSpPr>
        <p:spPr bwMode="auto">
          <a:xfrm>
            <a:off x="99499" y="2672916"/>
            <a:ext cx="8889793" cy="383022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6795CCD-8CDC-C731-52F4-21984C0918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62" y="3785490"/>
            <a:ext cx="700178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795" y="293688"/>
            <a:ext cx="3502473" cy="216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5" name="Grafik 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09" y="2763270"/>
            <a:ext cx="6092363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" name="Grafik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4" y="908721"/>
            <a:ext cx="1375164" cy="1413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include{macros}&#10;\begin{document} &#10;\itmE{ $(A\wedge B)\vee C$}&#10;\end{document}&#10;" title="IguanaTex Bitmap Display">
            <a:extLst>
              <a:ext uri="{FF2B5EF4-FFF2-40B4-BE49-F238E27FC236}">
                <a16:creationId xmlns:a16="http://schemas.microsoft.com/office/drawing/2014/main" id="{2C413D0B-D1BA-0FA5-B91B-A5B2D72B5E7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65" y="3338742"/>
            <a:ext cx="1440764" cy="1805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09" y="1304763"/>
            <a:ext cx="4600517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include{macros}&#10;\begin{document} &#10;\itmZ{ $ A\Rightarrow (B\vee C)$}&#10;\end{document}&#10;" title="IguanaTex Bitmap Display">
            <a:extLst>
              <a:ext uri="{FF2B5EF4-FFF2-40B4-BE49-F238E27FC236}">
                <a16:creationId xmlns:a16="http://schemas.microsoft.com/office/drawing/2014/main" id="{1B82C0CC-EC90-B363-53BB-ADA9101E3C3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65" y="3798173"/>
            <a:ext cx="1605725" cy="1915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&#10;\include{macros}&#10;\begin{document} &#10;\itmD{ $(A\Leftrightarrow B)\Rightarrow \neg C$}&#10;\end{document}&#10;" title="IguanaTex Bitmap Display">
            <a:extLst>
              <a:ext uri="{FF2B5EF4-FFF2-40B4-BE49-F238E27FC236}">
                <a16:creationId xmlns:a16="http://schemas.microsoft.com/office/drawing/2014/main" id="{08CCE06B-D6E4-3030-7860-C79E3AC063D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65" y="4268656"/>
            <a:ext cx="1787412" cy="1847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6" name="Grafik 3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62" y="3284984"/>
            <a:ext cx="700178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1" name="Grafik 4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305" y="4266297"/>
            <a:ext cx="612939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2" name="Rechteck 41"/>
          <p:cNvSpPr/>
          <p:nvPr/>
        </p:nvSpPr>
        <p:spPr bwMode="auto">
          <a:xfrm>
            <a:off x="3272376" y="3212373"/>
            <a:ext cx="1245308" cy="21602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Grafik 5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A$: ``Windisch liegt in der Schweiz''&#10;\end{document}&#10;" title="IguanaTex Bitmap Display">
            <a:extLst>
              <a:ext uri="{FF2B5EF4-FFF2-40B4-BE49-F238E27FC236}">
                <a16:creationId xmlns:a16="http://schemas.microsoft.com/office/drawing/2014/main" id="{243F0717-E802-AF1E-9E1F-A3F4123382A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78" y="1679022"/>
            <a:ext cx="3411996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B$: ``Windisch liegt in Deutschland''&#10;\end{document}&#10;" title="IguanaTex Bitmap Display">
            <a:extLst>
              <a:ext uri="{FF2B5EF4-FFF2-40B4-BE49-F238E27FC236}">
                <a16:creationId xmlns:a16="http://schemas.microsoft.com/office/drawing/2014/main" id="{F368CFB8-9811-530F-7B73-716373F6FAB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78" y="2008188"/>
            <a:ext cx="3544381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C$: ``Bern liegt in Deutschland''&#10;\end{document}&#10;" title="IguanaTex Bitmap Display">
            <a:extLst>
              <a:ext uri="{FF2B5EF4-FFF2-40B4-BE49-F238E27FC236}">
                <a16:creationId xmlns:a16="http://schemas.microsoft.com/office/drawing/2014/main" id="{5185124D-F78C-F9C5-5B4C-D2C0D28EA36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78" y="2337354"/>
            <a:ext cx="3078497" cy="169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9975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AF36-7C15-9EDF-EA38-FE8350CF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logische Formel, Belegungen}&#10;\end{document}&#10;" title="IguanaTex Bitmap Display">
            <a:extLst>
              <a:ext uri="{FF2B5EF4-FFF2-40B4-BE49-F238E27FC236}">
                <a16:creationId xmlns:a16="http://schemas.microsoft.com/office/drawing/2014/main" id="{19FD1414-EBFF-157B-E699-A0A31DE3B6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68" y="293687"/>
            <a:ext cx="401106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&#10;\include{macros}&#10;\begin{document} &#10;Wenn man in einem Ausdruck der Form  $ (\neg A\Rightarrow B)\wedge \neg C $ von den konkreten Aussagen $A$, &#10;$B$ und $C$ abstrahiert und diese als Variablen ansieht, dann nennt man ein solches Gebilde \gr{logische Formel}, die oft mit Kleinbuchstaben bezeichnet werden.&#10;\end{document}&#10;" title="IguanaTex Bitmap Display">
            <a:extLst>
              <a:ext uri="{FF2B5EF4-FFF2-40B4-BE49-F238E27FC236}">
                <a16:creationId xmlns:a16="http://schemas.microsoft.com/office/drawing/2014/main" id="{345E8E76-BA0D-E322-3C40-594A32BBAA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31" y="968354"/>
            <a:ext cx="8640000" cy="761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&#10;\include{macros}&#10;\begin{document} &#10;Wenn man nun jeder Variablen einen Wahrheitswert zuweist (man nennt dies auch \gr{Belegung von Variablen}, kann man den Wahrheitswert der Formel schrittweise bestimmen.&#10;\end{document}&#10;" title="IguanaTex Bitmap Display">
            <a:extLst>
              <a:ext uri="{FF2B5EF4-FFF2-40B4-BE49-F238E27FC236}">
                <a16:creationId xmlns:a16="http://schemas.microsoft.com/office/drawing/2014/main" id="{CA29CC07-C04F-91A6-ED5C-1EB396223E6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31" y="1844824"/>
            <a:ext cx="8638036" cy="7324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 descr="\documentclass{slides}&#10;\include{macros}&#10;\begin{document} &#10;&#10;&#10;Mit der Belegung $A=0$, $B=1$ und $C=0$ hat die Formel $f=(\neg A\Rightarrow B)\wedge \neg C$ den Wahrheitswert 1.&#10;\end{document}&#10;" title="IguanaTex Bitmap Display">
            <a:extLst>
              <a:ext uri="{FF2B5EF4-FFF2-40B4-BE49-F238E27FC236}">
                <a16:creationId xmlns:a16="http://schemas.microsoft.com/office/drawing/2014/main" id="{0CC758CD-CEE1-F8B7-3328-BA7B1CFC69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25" y="3024216"/>
            <a:ext cx="8638037" cy="4457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include{macros}&#10;\begin{document} &#10;&#10;\blue Beispiel:&#10;\end{document}&#10;" title="IguanaTex Bitmap Display">
            <a:extLst>
              <a:ext uri="{FF2B5EF4-FFF2-40B4-BE49-F238E27FC236}">
                <a16:creationId xmlns:a16="http://schemas.microsoft.com/office/drawing/2014/main" id="{D2263101-0896-0AA4-5A9A-E263AD10810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8" y="2744924"/>
            <a:ext cx="858263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&#10;\include{macros}&#10;\begin{document} &#10;Bei einer gegebenen Formel $f$ heisst eine Belegung&#10;\gr{erfüllende Belegung}, wenn die Formel zu 1 auswertet, andernfalls \gr{nicht erfüllende Belegung}.&#10;\end{document}&#10;" title="IguanaTex Bitmap Display">
            <a:extLst>
              <a:ext uri="{FF2B5EF4-FFF2-40B4-BE49-F238E27FC236}">
                <a16:creationId xmlns:a16="http://schemas.microsoft.com/office/drawing/2014/main" id="{8D62CBE5-F5E0-A745-3626-476D48DB7D0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23" y="3973692"/>
            <a:ext cx="8640000" cy="463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include{macros}&#10;\begin{document} &#10;&#10;\blue Definition:&#10;\end{document}&#10;" title="IguanaTex Bitmap Display">
            <a:extLst>
              <a:ext uri="{FF2B5EF4-FFF2-40B4-BE49-F238E27FC236}">
                <a16:creationId xmlns:a16="http://schemas.microsoft.com/office/drawing/2014/main" id="{D6286C00-6544-FBE1-8783-A7961FB50AB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8" y="3692524"/>
            <a:ext cx="1099568" cy="1539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include{macros}&#10;\begin{document} &#10;Man kann für eine Formel immer alle Kombinationen ausprobieren, um eine erfüllende Belegung zu finden. Bei grossen Formel dauert das aber extrem lang.&#10;\end{document}&#10;" title="IguanaTex Bitmap Display">
            <a:extLst>
              <a:ext uri="{FF2B5EF4-FFF2-40B4-BE49-F238E27FC236}">
                <a16:creationId xmlns:a16="http://schemas.microsoft.com/office/drawing/2014/main" id="{9B458B04-3E27-F92A-E2CD-72D9CAEA10B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8" y="4657768"/>
            <a:ext cx="8641963" cy="463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\documentclass{slides}&#10;\include{macros}&#10;\begin{document} &#10;Die Frage, ob eine gegebene logische Formel überhaupt eine erfüllende Belegung hat, wird das&#10;\gr{Erfüllbarkeitsproblem} (SAT, von engl. satisfiability) genannt.&#10;\end{document}&#10;" title="IguanaTex Bitmap Display">
            <a:extLst>
              <a:ext uri="{FF2B5EF4-FFF2-40B4-BE49-F238E27FC236}">
                <a16:creationId xmlns:a16="http://schemas.microsoft.com/office/drawing/2014/main" id="{5FB4C350-DBC6-B9F4-E7DD-726B724B678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8" y="5330062"/>
            <a:ext cx="8641963" cy="4752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" name="Grafik 11" descr="\documentclass{slides}&#10;\include{macros}&#10;\begin{document} &#10;Für dieses Problem hat man noch keinen effizienten Algorithmus gefunden. Es spielt eine wichtige Rolle in der theoretischen Informatik.&#10;\end{document}&#10;" title="IguanaTex Bitmap Display">
            <a:extLst>
              <a:ext uri="{FF2B5EF4-FFF2-40B4-BE49-F238E27FC236}">
                <a16:creationId xmlns:a16="http://schemas.microsoft.com/office/drawing/2014/main" id="{8721876A-9148-4A8A-5A94-D7C9369688B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8" y="6021288"/>
            <a:ext cx="8641963" cy="463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18D5C6A-E123-6AC5-E4C4-E165ADF8DE6E}"/>
              </a:ext>
            </a:extLst>
          </p:cNvPr>
          <p:cNvSpPr/>
          <p:nvPr/>
        </p:nvSpPr>
        <p:spPr bwMode="auto">
          <a:xfrm>
            <a:off x="72302" y="3584873"/>
            <a:ext cx="8978691" cy="86402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002529B-DD3F-BF5A-C5B4-6E0A2E753047}"/>
              </a:ext>
            </a:extLst>
          </p:cNvPr>
          <p:cNvSpPr/>
          <p:nvPr/>
        </p:nvSpPr>
        <p:spPr bwMode="auto">
          <a:xfrm>
            <a:off x="72302" y="2697672"/>
            <a:ext cx="8978691" cy="820646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1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2150-9CE1-C0E7-F0D3-136CCBFD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436F3A0F-22FD-7540-ABA4-0E8290F214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7964" y="1574549"/>
            <a:ext cx="4723807" cy="3149204"/>
          </a:xfrm>
          <a:prstGeom prst="rect">
            <a:avLst/>
          </a:prstGeom>
        </p:spPr>
      </p:pic>
      <p:pic>
        <p:nvPicPr>
          <p:cNvPr id="8209" name="Grafik 820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Syntaxbaum}&#10;\end{document}&#10;" title="IguanaTex Bitmap Display">
            <a:extLst>
              <a:ext uri="{FF2B5EF4-FFF2-40B4-BE49-F238E27FC236}">
                <a16:creationId xmlns:a16="http://schemas.microsoft.com/office/drawing/2014/main" id="{C5903709-7718-D0F3-A09D-96AE760C5B0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094" y="293688"/>
            <a:ext cx="1639813" cy="2082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&#10;\include{macros}&#10;\begin{document} &#10;Eine logische Formel kann man auch übersichtlich durch einen sogenannten \gr{Syntaxbaum} darstellen.&#10;\end{document}&#10;" title="IguanaTex Bitmap Display">
            <a:extLst>
              <a:ext uri="{FF2B5EF4-FFF2-40B4-BE49-F238E27FC236}">
                <a16:creationId xmlns:a16="http://schemas.microsoft.com/office/drawing/2014/main" id="{FBD024FE-99D2-D0E3-7C85-ACF95CED185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80" y="1232756"/>
            <a:ext cx="8640001" cy="4339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&#10;\include{macros}&#10;\begin{document} &#10;Syntaxbaum von $ f=(\neg A\Rightarrow B)\wedge \neg C $:&#10;\end{document}&#10;" title="IguanaTex Bitmap Display">
            <a:extLst>
              <a:ext uri="{FF2B5EF4-FFF2-40B4-BE49-F238E27FC236}">
                <a16:creationId xmlns:a16="http://schemas.microsoft.com/office/drawing/2014/main" id="{8CE16772-A5D4-CF86-9C77-CCD71A2665B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80" y="1959625"/>
            <a:ext cx="3785505" cy="194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&#10;\include{macros}&#10;\begin{document} &#10;Einen solchen Syntaxbaum kann man auch nutzen, um den Wahrheitswert der Formel bei einer gegebenen Belegung der Variablen zu bestimmen.&#10;\end{document}&#10;" title="IguanaTex Bitmap Display">
            <a:extLst>
              <a:ext uri="{FF2B5EF4-FFF2-40B4-BE49-F238E27FC236}">
                <a16:creationId xmlns:a16="http://schemas.microsoft.com/office/drawing/2014/main" id="{F8BF8304-16A1-B3D7-CA3B-14189CDE2E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4" y="4694217"/>
            <a:ext cx="8640000" cy="4635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9" name="Grafik 28" descr="\documentclass{slides}&#10;\include{macros}&#10;\begin{document} &#10;\blue Beispiel:&#10;\end{document}&#10;" title="IguanaTex Bitmap Display">
            <a:extLst>
              <a:ext uri="{FF2B5EF4-FFF2-40B4-BE49-F238E27FC236}">
                <a16:creationId xmlns:a16="http://schemas.microsoft.com/office/drawing/2014/main" id="{8F1AC4D2-1D53-DE00-24CD-F2D8D9E81E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4" y="5572827"/>
            <a:ext cx="936616" cy="1964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2" name="Grafik 31" descr="\documentclass{slides}&#10;\include{macros}&#10;\begin{document} &#10;Wir werten die Formel unter der Belegung $A=1$, $B=1$, $C=0$ aus.&#10;\end{document}&#10;" title="IguanaTex Bitmap Display">
            <a:extLst>
              <a:ext uri="{FF2B5EF4-FFF2-40B4-BE49-F238E27FC236}">
                <a16:creationId xmlns:a16="http://schemas.microsoft.com/office/drawing/2014/main" id="{54734A7E-5971-5AA0-C557-E2E3578F669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36" y="5929960"/>
            <a:ext cx="7853724" cy="1964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6" name="Grafik 35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47D46084-65F5-2B43-21F5-A4BE54A0FCE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016" y="3026209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0" name="Grafik 39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54B93106-59C2-44D9-A13D-BFFF0AF84FF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578" y="3703196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2" name="Grafik 41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73B9B087-08DA-41EE-49E1-AC32F7C54C8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980" y="3143020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3" name="Grafik 42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035D3535-5074-7B5E-36A1-19022970676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042" y="3033525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5" name="Grafik 44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40E468A3-DE98-1F59-9300-4E86D871CED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992" y="2336151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7" name="Grafik 46" descr="\documentclass{slides}&#10;\include{macros}&#10;\begin{document} &#10;1&#10;\end{document}&#10;" title="IguanaTex Bitmap Display">
            <a:extLst>
              <a:ext uri="{FF2B5EF4-FFF2-40B4-BE49-F238E27FC236}">
                <a16:creationId xmlns:a16="http://schemas.microsoft.com/office/drawing/2014/main" id="{115007BB-3A6E-089D-B6E9-25C59E2F2103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130" y="2316662"/>
            <a:ext cx="71010" cy="119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8" name="Grafik 47" descr="\documentclass{slides}&#10;\include{macros}&#10;\begin{document} &#10;0&#10;\end{document}&#10;" title="IguanaTex Bitmap Display">
            <a:extLst>
              <a:ext uri="{FF2B5EF4-FFF2-40B4-BE49-F238E27FC236}">
                <a16:creationId xmlns:a16="http://schemas.microsoft.com/office/drawing/2014/main" id="{C843660C-D9B8-E193-B539-0C74456FCC2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236" y="1541776"/>
            <a:ext cx="88497" cy="122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0" name="Rechteck 49">
            <a:extLst>
              <a:ext uri="{FF2B5EF4-FFF2-40B4-BE49-F238E27FC236}">
                <a16:creationId xmlns:a16="http://schemas.microsoft.com/office/drawing/2014/main" id="{155747F4-19CB-F3DE-725A-466AB012F1E4}"/>
              </a:ext>
            </a:extLst>
          </p:cNvPr>
          <p:cNvSpPr/>
          <p:nvPr/>
        </p:nvSpPr>
        <p:spPr bwMode="auto">
          <a:xfrm>
            <a:off x="5436096" y="5841268"/>
            <a:ext cx="2412268" cy="336616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C3F0CDFE-6397-865C-7705-FEED12464180}"/>
              </a:ext>
            </a:extLst>
          </p:cNvPr>
          <p:cNvCxnSpPr>
            <a:stCxn id="50" idx="0"/>
          </p:cNvCxnSpPr>
          <p:nvPr/>
        </p:nvCxnSpPr>
        <p:spPr bwMode="auto">
          <a:xfrm flipH="1" flipV="1">
            <a:off x="6624228" y="4077072"/>
            <a:ext cx="18002" cy="176419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8195" name="Gerade Verbindung mit Pfeil 8194">
            <a:extLst>
              <a:ext uri="{FF2B5EF4-FFF2-40B4-BE49-F238E27FC236}">
                <a16:creationId xmlns:a16="http://schemas.microsoft.com/office/drawing/2014/main" id="{A54C0EE3-B26F-6981-D4F2-03A7F9A3B139}"/>
              </a:ext>
            </a:extLst>
          </p:cNvPr>
          <p:cNvCxnSpPr>
            <a:cxnSpLocks/>
            <a:endCxn id="8200" idx="3"/>
          </p:cNvCxnSpPr>
          <p:nvPr/>
        </p:nvCxnSpPr>
        <p:spPr bwMode="auto">
          <a:xfrm flipH="1" flipV="1">
            <a:off x="5040052" y="3765509"/>
            <a:ext cx="1584176" cy="31156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8200" name="Rechteck 8199">
            <a:extLst>
              <a:ext uri="{FF2B5EF4-FFF2-40B4-BE49-F238E27FC236}">
                <a16:creationId xmlns:a16="http://schemas.microsoft.com/office/drawing/2014/main" id="{92312CF8-0312-8AB9-E70E-2DAAFD995730}"/>
              </a:ext>
            </a:extLst>
          </p:cNvPr>
          <p:cNvSpPr/>
          <p:nvPr/>
        </p:nvSpPr>
        <p:spPr bwMode="auto">
          <a:xfrm>
            <a:off x="4825026" y="3645024"/>
            <a:ext cx="215026" cy="24097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01" name="Rechteck 8200">
            <a:extLst>
              <a:ext uri="{FF2B5EF4-FFF2-40B4-BE49-F238E27FC236}">
                <a16:creationId xmlns:a16="http://schemas.microsoft.com/office/drawing/2014/main" id="{7E1C1EC3-5972-7D97-D4B9-E0687193B98F}"/>
              </a:ext>
            </a:extLst>
          </p:cNvPr>
          <p:cNvSpPr/>
          <p:nvPr/>
        </p:nvSpPr>
        <p:spPr bwMode="auto">
          <a:xfrm>
            <a:off x="5809331" y="3085836"/>
            <a:ext cx="215026" cy="24097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02" name="Rechteck 8201">
            <a:extLst>
              <a:ext uri="{FF2B5EF4-FFF2-40B4-BE49-F238E27FC236}">
                <a16:creationId xmlns:a16="http://schemas.microsoft.com/office/drawing/2014/main" id="{96701AF0-C196-F8B3-7D25-0E72C18D9A9A}"/>
              </a:ext>
            </a:extLst>
          </p:cNvPr>
          <p:cNvSpPr/>
          <p:nvPr/>
        </p:nvSpPr>
        <p:spPr bwMode="auto">
          <a:xfrm>
            <a:off x="7511463" y="2970817"/>
            <a:ext cx="215026" cy="24097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204" name="Gerade Verbindung mit Pfeil 8203">
            <a:extLst>
              <a:ext uri="{FF2B5EF4-FFF2-40B4-BE49-F238E27FC236}">
                <a16:creationId xmlns:a16="http://schemas.microsoft.com/office/drawing/2014/main" id="{762A82BD-D5ED-884A-48AF-CF592B598C4E}"/>
              </a:ext>
            </a:extLst>
          </p:cNvPr>
          <p:cNvCxnSpPr>
            <a:endCxn id="8201" idx="2"/>
          </p:cNvCxnSpPr>
          <p:nvPr/>
        </p:nvCxnSpPr>
        <p:spPr bwMode="auto">
          <a:xfrm flipH="1" flipV="1">
            <a:off x="5916844" y="3326806"/>
            <a:ext cx="725386" cy="75026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8207" name="Gerade Verbindung mit Pfeil 8206">
            <a:extLst>
              <a:ext uri="{FF2B5EF4-FFF2-40B4-BE49-F238E27FC236}">
                <a16:creationId xmlns:a16="http://schemas.microsoft.com/office/drawing/2014/main" id="{7D38CE6D-233A-0D6F-13E7-7EBA74B9D31F}"/>
              </a:ext>
            </a:extLst>
          </p:cNvPr>
          <p:cNvCxnSpPr>
            <a:endCxn id="8202" idx="1"/>
          </p:cNvCxnSpPr>
          <p:nvPr/>
        </p:nvCxnSpPr>
        <p:spPr bwMode="auto">
          <a:xfrm flipV="1">
            <a:off x="6624228" y="3091302"/>
            <a:ext cx="887235" cy="98577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67DD7BC0-B8BC-4B11-89DD-2571D1E7C317}"/>
              </a:ext>
            </a:extLst>
          </p:cNvPr>
          <p:cNvSpPr/>
          <p:nvPr/>
        </p:nvSpPr>
        <p:spPr bwMode="auto">
          <a:xfrm>
            <a:off x="99499" y="5409220"/>
            <a:ext cx="8889793" cy="1001485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4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8200" grpId="0" animBg="1"/>
      <p:bldP spid="8201" grpId="0" animBg="1"/>
      <p:bldP spid="820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autologie und Kontradiktion}&#10;\end{document}&#10;" title="IguanaTex Bitmap Display">
            <a:extLst>
              <a:ext uri="{FF2B5EF4-FFF2-40B4-BE49-F238E27FC236}">
                <a16:creationId xmlns:a16="http://schemas.microsoft.com/office/drawing/2014/main" id="{F5B3557C-DFEC-4C6B-3FBE-DB2A207B03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25" y="293688"/>
            <a:ext cx="4148350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IguanaTex Bitmap Display&#10;&#10;\documentclass{slides}&#10;\include{macros}&#10;\begin{document}&#10;Wenn eine logische Formel  f\&quot;ur alle Belegungen  stets den Wahrheitswert 1 hat,&#10;dann nennt man diese Formel \mydarkgreen Tautologie\black.&#10;\end{document}&#10;">
            <a:extLst>
              <a:ext uri="{FF2B5EF4-FFF2-40B4-BE49-F238E27FC236}">
                <a16:creationId xmlns:a16="http://schemas.microsoft.com/office/drawing/2014/main" id="{CF7967D9-C228-0661-E0B5-6CC7E561BD5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" y="1268760"/>
            <a:ext cx="8640000" cy="4635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214" y="872716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\documentclass{slides}&#10;\include{macros}&#10;\begin{document}&#10;Wenn eine logische Formel  f\&quot;ur alle Belegungen  stets den Wahrheitswert 0 hat,&#10;dann nennt man diese Formel \mydarkgreen Kontradiktion\black.&#10;\end{document}&#10;" title="IguanaTex Bitmap Display">
            <a:extLst>
              <a:ext uri="{FF2B5EF4-FFF2-40B4-BE49-F238E27FC236}">
                <a16:creationId xmlns:a16="http://schemas.microsoft.com/office/drawing/2014/main" id="{BF18B496-F0AE-D67A-E0DA-F72A5CF726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" y="1977147"/>
            <a:ext cx="8640000" cy="4340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4" name="Grafik 3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 title="IguanaTex Bitmap Display">
            <a:extLst>
              <a:ext uri="{FF2B5EF4-FFF2-40B4-BE49-F238E27FC236}">
                <a16:creationId xmlns:a16="http://schemas.microsoft.com/office/drawing/2014/main" id="{1C03B7CC-844B-F439-A1AF-42C92600B83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5" y="2672916"/>
            <a:ext cx="913933" cy="168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2" name="Grafik 41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}\hline&#10;$A$&amp;$B$&amp;$(A\vee B)$&amp;$(A\Rightarrow (A\vee B))$\\\hline&#10;0&amp;0&amp;0&amp;1\\&#10;0&amp;1&amp;1&amp;1\\&#10;1&amp;0&amp;1&amp;1\\&#10;1&amp;1&amp;1&amp;1\\&#10;\hline&#10;\end{tabular}&#10;\end{document}&#10;" title="IguanaTex Bitmap Display">
            <a:extLst>
              <a:ext uri="{FF2B5EF4-FFF2-40B4-BE49-F238E27FC236}">
                <a16:creationId xmlns:a16="http://schemas.microsoft.com/office/drawing/2014/main" id="{9F4CAA3F-CFC9-A144-6994-FF296B8B7FC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093" y="3068845"/>
            <a:ext cx="2830762" cy="103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6" name="Rechteck 35">
            <a:extLst>
              <a:ext uri="{FF2B5EF4-FFF2-40B4-BE49-F238E27FC236}">
                <a16:creationId xmlns:a16="http://schemas.microsoft.com/office/drawing/2014/main" id="{C700DE7B-5AF5-06FD-F59C-C5E815ACA16D}"/>
              </a:ext>
            </a:extLst>
          </p:cNvPr>
          <p:cNvSpPr>
            <a:spLocks noChangeAspect="1"/>
          </p:cNvSpPr>
          <p:nvPr/>
        </p:nvSpPr>
        <p:spPr bwMode="auto">
          <a:xfrm>
            <a:off x="3349543" y="3307860"/>
            <a:ext cx="140840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1F7F57C-CE20-1DFA-A8E3-08BB470B0ECF}"/>
              </a:ext>
            </a:extLst>
          </p:cNvPr>
          <p:cNvSpPr>
            <a:spLocks noChangeAspect="1"/>
          </p:cNvSpPr>
          <p:nvPr/>
        </p:nvSpPr>
        <p:spPr bwMode="auto">
          <a:xfrm>
            <a:off x="4461497" y="3320873"/>
            <a:ext cx="140840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0" name="Grafik 3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 $A\Rightarrow (A\vee B)$&#10;\end{document}&#10;" title="IguanaTex Bitmap Display">
            <a:extLst>
              <a:ext uri="{FF2B5EF4-FFF2-40B4-BE49-F238E27FC236}">
                <a16:creationId xmlns:a16="http://schemas.microsoft.com/office/drawing/2014/main" id="{2CC1AF7F-D5E4-3181-8968-BADDA50C185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61" y="3390818"/>
            <a:ext cx="1620942" cy="1962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5" name="Grafik 4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Tautologie&#10;\end{document}&#10;" title="IguanaTex Bitmap Display">
            <a:extLst>
              <a:ext uri="{FF2B5EF4-FFF2-40B4-BE49-F238E27FC236}">
                <a16:creationId xmlns:a16="http://schemas.microsoft.com/office/drawing/2014/main" id="{797BBF08-6C9D-6B1A-B0E9-92BA163677C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51" y="3711628"/>
            <a:ext cx="1081643" cy="1724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6" name="Grafik 5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 $(A\Rightarrow B)\Leftrightarrow (\neg B\Rightarrow \neg A)$&#10;\end{document}&#10;" title="IguanaTex Bitmap Display">
            <a:extLst>
              <a:ext uri="{FF2B5EF4-FFF2-40B4-BE49-F238E27FC236}">
                <a16:creationId xmlns:a16="http://schemas.microsoft.com/office/drawing/2014/main" id="{0C25B8CB-56EF-467E-651B-5AB5AFCF663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783068"/>
            <a:ext cx="2723751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0" name="Grafik 59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c|c|}\hline&#10;$A$&amp;$B$&amp;$(A\Rightarrow B)$&amp;$(\neg A)$&amp;$(\neg B)$&amp;&#10;$(\neg B\Rightarrow \neg A)$&amp;$((A\Rightarrow B)\Leftrightarrow&#10;(\neg B\Rightarrow \neg A)$\\\hline&#10;0&amp;0&amp;1&amp;1&amp;1&amp;1&amp;1\\&#10;0&amp;1&amp;1&amp;1&amp;0&amp;1&amp;1\\&#10;1&amp;0&amp;0&amp;0&amp;1&amp;0&amp;1\\&#10;1&amp;1&amp;1&amp;0&amp;0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BAC4C57D-B735-7624-3160-5EDDFF5F7112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66" y="4388780"/>
            <a:ext cx="5608075" cy="9595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EE81FB93-6C53-BDE2-6A1A-DBD1722CFB96}"/>
              </a:ext>
            </a:extLst>
          </p:cNvPr>
          <p:cNvSpPr>
            <a:spLocks noChangeAspect="1"/>
          </p:cNvSpPr>
          <p:nvPr/>
        </p:nvSpPr>
        <p:spPr bwMode="auto">
          <a:xfrm>
            <a:off x="4811326" y="4599420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5FE3381-8823-7575-AE52-B746002F21C7}"/>
              </a:ext>
            </a:extLst>
          </p:cNvPr>
          <p:cNvSpPr>
            <a:spLocks noChangeAspect="1"/>
          </p:cNvSpPr>
          <p:nvPr/>
        </p:nvSpPr>
        <p:spPr bwMode="auto">
          <a:xfrm>
            <a:off x="7740352" y="4599420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80BC79E4-F837-036A-5C30-88D7483581DD}"/>
              </a:ext>
            </a:extLst>
          </p:cNvPr>
          <p:cNvSpPr>
            <a:spLocks noChangeAspect="1"/>
          </p:cNvSpPr>
          <p:nvPr/>
        </p:nvSpPr>
        <p:spPr bwMode="auto">
          <a:xfrm>
            <a:off x="5366830" y="4599420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1D5A8B2-51C7-5488-805D-A67AA6990303}"/>
              </a:ext>
            </a:extLst>
          </p:cNvPr>
          <p:cNvSpPr>
            <a:spLocks noChangeAspect="1"/>
          </p:cNvSpPr>
          <p:nvPr/>
        </p:nvSpPr>
        <p:spPr bwMode="auto">
          <a:xfrm>
            <a:off x="6146585" y="4599420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1" name="Grafik 6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Tautologie&#10;\end{document}&#10;" title="IguanaTex Bitmap Display">
            <a:extLst>
              <a:ext uri="{FF2B5EF4-FFF2-40B4-BE49-F238E27FC236}">
                <a16:creationId xmlns:a16="http://schemas.microsoft.com/office/drawing/2014/main" id="{A542D1C7-0225-1CD8-D4CD-468DE183C1A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34" y="5080112"/>
            <a:ext cx="1081643" cy="1724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6" name="Grafik 6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 $A\wedge \neg A$&#10;\end{document}&#10;" title="IguanaTex Bitmap Display">
            <a:extLst>
              <a:ext uri="{FF2B5EF4-FFF2-40B4-BE49-F238E27FC236}">
                <a16:creationId xmlns:a16="http://schemas.microsoft.com/office/drawing/2014/main" id="{BEF5367D-F18E-2FA8-4E1B-6CA87BEB9BE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5859895"/>
            <a:ext cx="1089006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9" name="Grafik 6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ntradiktion&#10;\end{document}&#10;" title="IguanaTex Bitmap Display">
            <a:extLst>
              <a:ext uri="{FF2B5EF4-FFF2-40B4-BE49-F238E27FC236}">
                <a16:creationId xmlns:a16="http://schemas.microsoft.com/office/drawing/2014/main" id="{120E4F79-6754-0388-32D9-6881EB2F9A4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34" y="6169712"/>
            <a:ext cx="1371706" cy="1419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4" name="Grafik 73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\neg A$&amp;$A\wedge \neg A$ \\\hline&#10;0&amp;1&amp;0\\&#10;1&amp;0&amp;0\\&#10;&#10;\hline&#10;\end{tabular}&#10;\end{document}&#10;" title="IguanaTex Bitmap Display">
            <a:extLst>
              <a:ext uri="{FF2B5EF4-FFF2-40B4-BE49-F238E27FC236}">
                <a16:creationId xmlns:a16="http://schemas.microsoft.com/office/drawing/2014/main" id="{BB0F3FB2-4E92-EFD5-D4B8-0779026F77BC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186" y="5824435"/>
            <a:ext cx="1158932" cy="4872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5" name="Rechteck 74">
            <a:extLst>
              <a:ext uri="{FF2B5EF4-FFF2-40B4-BE49-F238E27FC236}">
                <a16:creationId xmlns:a16="http://schemas.microsoft.com/office/drawing/2014/main" id="{EF82EB19-E889-B03D-191F-35F2BA3148B1}"/>
              </a:ext>
            </a:extLst>
          </p:cNvPr>
          <p:cNvSpPr>
            <a:spLocks noChangeAspect="1"/>
          </p:cNvSpPr>
          <p:nvPr/>
        </p:nvSpPr>
        <p:spPr bwMode="auto">
          <a:xfrm>
            <a:off x="2796653" y="5998986"/>
            <a:ext cx="18002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98D2E9F4-744E-8517-566F-006ADDA3BA56}"/>
              </a:ext>
            </a:extLst>
          </p:cNvPr>
          <p:cNvSpPr>
            <a:spLocks noChangeAspect="1"/>
          </p:cNvSpPr>
          <p:nvPr/>
        </p:nvSpPr>
        <p:spPr bwMode="auto">
          <a:xfrm>
            <a:off x="3239943" y="5998986"/>
            <a:ext cx="18002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C57C99C-48ED-B37C-6CB0-7A008D33CAA8}"/>
              </a:ext>
            </a:extLst>
          </p:cNvPr>
          <p:cNvSpPr/>
          <p:nvPr/>
        </p:nvSpPr>
        <p:spPr bwMode="auto">
          <a:xfrm>
            <a:off x="72302" y="817400"/>
            <a:ext cx="8978691" cy="169459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1F56E05-2152-D858-DF52-82D9EED11D46}"/>
              </a:ext>
            </a:extLst>
          </p:cNvPr>
          <p:cNvSpPr/>
          <p:nvPr/>
        </p:nvSpPr>
        <p:spPr bwMode="auto">
          <a:xfrm>
            <a:off x="71500" y="2567307"/>
            <a:ext cx="8979493" cy="3935831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Grafik 5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}\hline&#10;$A$&amp;$B$&amp;$(A\vee B)$&amp;$(A\Rightarrow (A\vee B))$\\\hline&#10;0&amp;0&amp;0&amp;1\\&#10;0&amp;1&amp;1&amp;1\\&#10;1&amp;0&amp;1&amp;1\\&#10;1&amp;1&amp;1&amp;1\\&#10;\hline&#10;\end{tabular}&#10;\end{document}&#10;" title="IguanaTex Bitmap Display">
            <a:extLst>
              <a:ext uri="{FF2B5EF4-FFF2-40B4-BE49-F238E27FC236}">
                <a16:creationId xmlns:a16="http://schemas.microsoft.com/office/drawing/2014/main" id="{75B6C13E-D5D8-54AF-31D6-B6869B041922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093" y="3068845"/>
            <a:ext cx="2830762" cy="103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c|c|}\hline&#10;$A$&amp;$B$&amp;$(A\Rightarrow B)$&amp;$(\neg A)$&amp;$(\neg B)$&amp;&#10;$(\neg B\Rightarrow \neg A)$&amp;$((A\Rightarrow B)\Leftrightarrow&#10;(\neg B\Rightarrow \neg A)$\\\hline&#10;0&amp;0&amp;1&amp;1&amp;1&amp;1&amp;1\\&#10;0&amp;1&amp;1&amp;1&amp;0&amp;1&amp;1\\&#10;1&amp;0&amp;0&amp;0&amp;1&amp;0&amp;1\\&#10;1&amp;1&amp;1&amp;0&amp;0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E5257B46-AF66-0B10-2D19-C62685EAC070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66" y="4388780"/>
            <a:ext cx="5608075" cy="9595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\neg A$&amp;$A\wedge \neg A$ \\\hline&#10;0&amp;1&amp;0\\&#10;1&amp;0&amp;0\\&#10;&#10;\hline&#10;\end{tabular}&#10;\end{document}&#10;" title="IguanaTex Bitmap Display">
            <a:extLst>
              <a:ext uri="{FF2B5EF4-FFF2-40B4-BE49-F238E27FC236}">
                <a16:creationId xmlns:a16="http://schemas.microsoft.com/office/drawing/2014/main" id="{51CD2682-4E7E-8E08-DA66-1302257718A9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186" y="5822389"/>
            <a:ext cx="1158932" cy="4872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7" grpId="0" animBg="1"/>
      <p:bldP spid="37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75" grpId="0" animBg="1"/>
      <p:bldP spid="75" grpId="1" animBg="1"/>
      <p:bldP spid="76" grpId="0" animBg="1"/>
      <p:bldP spid="76" grpId="1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0783-551A-14E6-505C-A65671B0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Semantische \&quot;Aquivalenz}&#10;\end{document}&#10;" title="IguanaTex Bitmap Display">
            <a:extLst>
              <a:ext uri="{FF2B5EF4-FFF2-40B4-BE49-F238E27FC236}">
                <a16:creationId xmlns:a16="http://schemas.microsoft.com/office/drawing/2014/main" id="{9FEB561E-7A7F-DF4E-54CC-A0D11BD532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88" y="293688"/>
            <a:ext cx="2940425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include{macros}&#10;\begin{document}&#10;Zwei logische Formeln heissen \gr{semantisch äquivalent}, falls sie dieselbe Wahrheitstafel haben, d.h.~wenn sie für alle Belegungen stets den selben Wahrheitsgehalt haben.&#10;\end{document}&#10;" title="IguanaTex Bitmap Display">
            <a:extLst>
              <a:ext uri="{FF2B5EF4-FFF2-40B4-BE49-F238E27FC236}">
                <a16:creationId xmlns:a16="http://schemas.microsoft.com/office/drawing/2014/main" id="{1F5E4325-A1C6-2D46-8166-F95234FF0A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" y="1268760"/>
            <a:ext cx="8640000" cy="7188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txp_fig.png">
            <a:extLst>
              <a:ext uri="{FF2B5EF4-FFF2-40B4-BE49-F238E27FC236}">
                <a16:creationId xmlns:a16="http://schemas.microsoft.com/office/drawing/2014/main" id="{16652E4F-DF10-B492-3C88-E3F0819CB2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214" y="937559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\documentclass{slides}&#10;\include{macros}&#10;\begin{document}&#10;Notation: $f\equiv g$&#10;\end{document}&#10;" title="IguanaTex Bitmap Display">
            <a:extLst>
              <a:ext uri="{FF2B5EF4-FFF2-40B4-BE49-F238E27FC236}">
                <a16:creationId xmlns:a16="http://schemas.microsoft.com/office/drawing/2014/main" id="{AA7665FB-567A-1015-325C-6D99C6A065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1" y="2219158"/>
            <a:ext cx="1645294" cy="1918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4" name="Grafik 3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 title="IguanaTex Bitmap Display">
            <a:extLst>
              <a:ext uri="{FF2B5EF4-FFF2-40B4-BE49-F238E27FC236}">
                <a16:creationId xmlns:a16="http://schemas.microsoft.com/office/drawing/2014/main" id="{5E44AD50-BB29-9071-A8CA-132E32C706A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5" y="3198955"/>
            <a:ext cx="913933" cy="168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 $(A\Rightarrow B)\equiv(\neg B\Rightarrow \neg A)$&#10;\end{document}&#10;" title="IguanaTex Bitmap Display">
            <a:extLst>
              <a:ext uri="{FF2B5EF4-FFF2-40B4-BE49-F238E27FC236}">
                <a16:creationId xmlns:a16="http://schemas.microsoft.com/office/drawing/2014/main" id="{F0E2E81D-D65D-48AD-55BE-DC5466245C6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69" y="3612286"/>
            <a:ext cx="2653226" cy="1962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 $(A\Rightarrow B)\equiv (\neg A\vee B)$&#10;\end{document}&#10;" title="IguanaTex Bitmap Display">
            <a:extLst>
              <a:ext uri="{FF2B5EF4-FFF2-40B4-BE49-F238E27FC236}">
                <a16:creationId xmlns:a16="http://schemas.microsoft.com/office/drawing/2014/main" id="{BA81AFD7-E6CE-777D-F29F-691A8FAB983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69" y="5066262"/>
            <a:ext cx="2415706" cy="1962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}\hline&#10;$A$&amp;$B$&amp;$\neg A$&amp;$\neg A\Rightarrow B$&amp;$A\Rightarrow B$\\\hline&#10;0&amp;0&amp;1&amp;1&amp;1\\&#10;0&amp;1&amp;1&amp;1&amp;1\\&#10;1&amp;0&amp;0&amp;0&amp;0\\&#10;1&amp;1&amp;0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98254982-55D1-73CC-4062-59FF9E82560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577" y="4581128"/>
            <a:ext cx="2685949" cy="10592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AEEFEF03-2531-4703-6486-9D21AC7B2D54}"/>
              </a:ext>
            </a:extLst>
          </p:cNvPr>
          <p:cNvSpPr>
            <a:spLocks noChangeAspect="1"/>
          </p:cNvSpPr>
          <p:nvPr/>
        </p:nvSpPr>
        <p:spPr bwMode="auto">
          <a:xfrm>
            <a:off x="4333928" y="4828316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BCBF53D-277B-C853-8B5B-D89616ED0EB6}"/>
              </a:ext>
            </a:extLst>
          </p:cNvPr>
          <p:cNvSpPr>
            <a:spLocks noChangeAspect="1"/>
          </p:cNvSpPr>
          <p:nvPr/>
        </p:nvSpPr>
        <p:spPr bwMode="auto">
          <a:xfrm>
            <a:off x="4976332" y="4828316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A33300E-C11D-3DEB-9EB1-82B4F05C8D1A}"/>
              </a:ext>
            </a:extLst>
          </p:cNvPr>
          <p:cNvSpPr>
            <a:spLocks noChangeAspect="1"/>
          </p:cNvSpPr>
          <p:nvPr/>
        </p:nvSpPr>
        <p:spPr bwMode="auto">
          <a:xfrm>
            <a:off x="5777821" y="4828316"/>
            <a:ext cx="140841" cy="7422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2" name="Grafik 11" descr="\documentclass{slides}&#10;\include{macros}&#10;\begin{document}&#10;Es gilt also $f\equiv g$ genau dann, wenn $f\Leftrightarrow g$ eine Tautologie ist.&#10;\end{document}&#10;" title="IguanaTex Bitmap Display">
            <a:extLst>
              <a:ext uri="{FF2B5EF4-FFF2-40B4-BE49-F238E27FC236}">
                <a16:creationId xmlns:a16="http://schemas.microsoft.com/office/drawing/2014/main" id="{C79410E3-EF40-849D-E047-15393F6291E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88" y="2669746"/>
            <a:ext cx="6489885" cy="1859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 $(A\Rightarrow B)\Leftrightarrow (\neg B\Rightarrow \neg A)$ ist gemäss voriger Folie eine Tautologie.&#10;\end{document}&#10;" title="IguanaTex Bitmap Display">
            <a:extLst>
              <a:ext uri="{FF2B5EF4-FFF2-40B4-BE49-F238E27FC236}">
                <a16:creationId xmlns:a16="http://schemas.microsoft.com/office/drawing/2014/main" id="{C605C205-BF3E-77A9-5134-1601CBDFD63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022476"/>
            <a:ext cx="6746972" cy="2025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0" name="Grafik 2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r können also die Implikation aus $\neg$ und $\vee$ zusammenbauen.&#10;\end{document}&#10;" title="IguanaTex Bitmap Display">
            <a:extLst>
              <a:ext uri="{FF2B5EF4-FFF2-40B4-BE49-F238E27FC236}">
                <a16:creationId xmlns:a16="http://schemas.microsoft.com/office/drawing/2014/main" id="{374D9479-780B-8D9D-D901-F47E9E5853D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34" y="5913276"/>
            <a:ext cx="6887070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3AA1344-5839-DDBB-4F3E-5E38A407A14C}"/>
              </a:ext>
            </a:extLst>
          </p:cNvPr>
          <p:cNvSpPr/>
          <p:nvPr/>
        </p:nvSpPr>
        <p:spPr bwMode="auto">
          <a:xfrm>
            <a:off x="72302" y="817400"/>
            <a:ext cx="8978691" cy="163837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6970F4-4C57-3132-5F37-B1605EC3AB77}"/>
              </a:ext>
            </a:extLst>
          </p:cNvPr>
          <p:cNvSpPr/>
          <p:nvPr/>
        </p:nvSpPr>
        <p:spPr bwMode="auto">
          <a:xfrm>
            <a:off x="71500" y="3069649"/>
            <a:ext cx="8979493" cy="3433489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Grafik 9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}\hline&#10;$A$&amp;$B$&amp;$\neg A$&amp;$\neg A\Rightarrow B$&amp;$A\Rightarrow B$\\\hline&#10;0&amp;0&amp;1&amp;1&amp;1\\&#10;0&amp;1&amp;1&amp;1&amp;1\\&#10;1&amp;0&amp;0&amp;0&amp;0\\&#10;1&amp;1&amp;0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6A91A97F-3BF2-D169-1AF5-6BE7A4D8737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577" y="4581128"/>
            <a:ext cx="2685949" cy="10592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E6D1C562-A6C7-F564-5082-99D40FD9A0F8}"/>
              </a:ext>
            </a:extLst>
          </p:cNvPr>
          <p:cNvSpPr/>
          <p:nvPr/>
        </p:nvSpPr>
        <p:spPr bwMode="auto">
          <a:xfrm>
            <a:off x="997638" y="5769260"/>
            <a:ext cx="6958738" cy="459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4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9" grpId="0" animBg="1"/>
      <p:bldP spid="49" grpId="1" animBg="1"/>
      <p:bldP spid="51" grpId="0" animBg="1"/>
      <p:bldP spid="51" grpId="1" animBg="1"/>
      <p:bldP spid="9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91B77-32CC-C3D0-5A9B-CC0BB9BA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regeln}&#10;\end{document}&#10;" title="IguanaTex Bitmap Display">
            <a:extLst>
              <a:ext uri="{FF2B5EF4-FFF2-40B4-BE49-F238E27FC236}">
                <a16:creationId xmlns:a16="http://schemas.microsoft.com/office/drawing/2014/main" id="{1D151375-E742-A7B9-460E-075C9DE81C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464" y="293688"/>
            <a:ext cx="184907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" name="Grafik 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m folgenden listen wir einige Rechenregeln auf, die nützlich sind, wenn man logische Formeln vereinfachen will.&#10;\end{document}&#10;" title="IguanaTex Bitmap Display">
            <a:extLst>
              <a:ext uri="{FF2B5EF4-FFF2-40B4-BE49-F238E27FC236}">
                <a16:creationId xmlns:a16="http://schemas.microsoft.com/office/drawing/2014/main" id="{4B50DCBC-BE34-A072-FBF3-1E72FD0E7AE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4" y="872716"/>
            <a:ext cx="8640000" cy="4320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E7F6284-C4A0-E7B6-E6C6-93589A15737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6871" y="1709796"/>
            <a:ext cx="8650257" cy="4854516"/>
          </a:xfrm>
          <a:prstGeom prst="rect">
            <a:avLst/>
          </a:prstGeom>
        </p:spPr>
      </p:pic>
      <p:pic>
        <p:nvPicPr>
          <p:cNvPr id="15" name="Grafik 1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f,g$ und $h$ logische Formeln. Dann gelten die folgenden Regeln:&#10;\end{document}&#10;" title="IguanaTex Bitmap Display">
            <a:extLst>
              <a:ext uri="{FF2B5EF4-FFF2-40B4-BE49-F238E27FC236}">
                <a16:creationId xmlns:a16="http://schemas.microsoft.com/office/drawing/2014/main" id="{183C60DC-4F31-5C11-A5EA-33CDC66B18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4" y="1500578"/>
            <a:ext cx="7852760" cy="19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59078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4888-AC93-C901-89EB-1CFF511D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regeln}&#10;\end{document}&#10;" title="IguanaTex Bitmap Display">
            <a:extLst>
              <a:ext uri="{FF2B5EF4-FFF2-40B4-BE49-F238E27FC236}">
                <a16:creationId xmlns:a16="http://schemas.microsoft.com/office/drawing/2014/main" id="{6E80DD85-3D90-F675-009E-990E314920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464" y="293688"/>
            <a:ext cx="184907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 title="IguanaTex Bitmap Display">
            <a:extLst>
              <a:ext uri="{FF2B5EF4-FFF2-40B4-BE49-F238E27FC236}">
                <a16:creationId xmlns:a16="http://schemas.microsoft.com/office/drawing/2014/main" id="{D6FE8A24-211F-92B2-4B7D-0D65B8103A3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6" y="1031273"/>
            <a:ext cx="944081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" name="Grafik 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r vereinfachen die Formel $f=(A\vee \neg B)\wedge (A\vee B)$.&#10;\end{document}&#10;" title="IguanaTex Bitmap Display">
            <a:extLst>
              <a:ext uri="{FF2B5EF4-FFF2-40B4-BE49-F238E27FC236}">
                <a16:creationId xmlns:a16="http://schemas.microsoft.com/office/drawing/2014/main" id="{105D3C32-F403-DBE5-E77F-6D332543FFE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66" y="1463412"/>
            <a:ext cx="5899895" cy="2159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(A\vee \neg B)\wedge (A\vee B) \equiv A\vee (\neg B\wedge B)$&#10;\end{document}&#10;" title="IguanaTex Bitmap Display">
            <a:extLst>
              <a:ext uri="{FF2B5EF4-FFF2-40B4-BE49-F238E27FC236}">
                <a16:creationId xmlns:a16="http://schemas.microsoft.com/office/drawing/2014/main" id="{DA4655B3-622D-5F37-E742-61500B8A070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6" y="2155082"/>
            <a:ext cx="4436709" cy="2509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equiv A\vee 0$&#10;\end{document}&#10;" title="IguanaTex Bitmap Display">
            <a:extLst>
              <a:ext uri="{FF2B5EF4-FFF2-40B4-BE49-F238E27FC236}">
                <a16:creationId xmlns:a16="http://schemas.microsoft.com/office/drawing/2014/main" id="{D9DDD22B-084E-E2A7-2829-49B0A2C828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782" y="2835184"/>
            <a:ext cx="952725" cy="1942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equiv A$&#10;\end{document}&#10;" title="IguanaTex Bitmap Display">
            <a:extLst>
              <a:ext uri="{FF2B5EF4-FFF2-40B4-BE49-F238E27FC236}">
                <a16:creationId xmlns:a16="http://schemas.microsoft.com/office/drawing/2014/main" id="{0508E66C-38C2-6B3D-E905-3FF4024A69B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782" y="3493697"/>
            <a:ext cx="483556" cy="1886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&#10;\end{document}&#10;" title="IguanaTex Bitmap Display">
            <a:extLst>
              <a:ext uri="{FF2B5EF4-FFF2-40B4-BE49-F238E27FC236}">
                <a16:creationId xmlns:a16="http://schemas.microsoft.com/office/drawing/2014/main" id="{B7D1ADA7-9822-9DBA-F8BC-78370763B8A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036" y="2230574"/>
            <a:ext cx="1476164" cy="150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CA5F553F-E74D-4821-E703-935ECE3408F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4208" y="2152001"/>
            <a:ext cx="2464249" cy="28342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C8651949-01B3-6349-2595-93A92E95E1F9}"/>
              </a:ext>
            </a:extLst>
          </p:cNvPr>
          <p:cNvSpPr/>
          <p:nvPr/>
        </p:nvSpPr>
        <p:spPr bwMode="auto">
          <a:xfrm>
            <a:off x="4824028" y="2152001"/>
            <a:ext cx="4176464" cy="2834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1" name="Grafik 3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Negationsgesetz&#10;\end{document}&#10;" title="IguanaTex Bitmap Display">
            <a:extLst>
              <a:ext uri="{FF2B5EF4-FFF2-40B4-BE49-F238E27FC236}">
                <a16:creationId xmlns:a16="http://schemas.microsoft.com/office/drawing/2014/main" id="{E5C9320B-3B55-8685-4E8D-70722FF7D87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147" y="2878646"/>
            <a:ext cx="1425556" cy="150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E9241276-9893-9335-5B44-4A996335E7A2}"/>
              </a:ext>
            </a:extLst>
          </p:cNvPr>
          <p:cNvSpPr/>
          <p:nvPr/>
        </p:nvSpPr>
        <p:spPr bwMode="auto">
          <a:xfrm>
            <a:off x="3878139" y="2800073"/>
            <a:ext cx="2638077" cy="2834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E8EE787-C9C9-0111-7CB9-8929C63E99B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33783" y="2838274"/>
            <a:ext cx="868470" cy="222882"/>
          </a:xfrm>
          <a:prstGeom prst="rect">
            <a:avLst/>
          </a:prstGeom>
        </p:spPr>
      </p:pic>
      <p:pic>
        <p:nvPicPr>
          <p:cNvPr id="40" name="Grafik 3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dentitätsgesetz&#10;\end{document}&#10;" title="IguanaTex Bitmap Display">
            <a:extLst>
              <a:ext uri="{FF2B5EF4-FFF2-40B4-BE49-F238E27FC236}">
                <a16:creationId xmlns:a16="http://schemas.microsoft.com/office/drawing/2014/main" id="{40AFBC2B-7F07-192D-1543-BF79F387575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476" y="3512177"/>
            <a:ext cx="1404780" cy="150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66F2A5A6-6806-CFCD-5C8E-E198C14D8242}"/>
              </a:ext>
            </a:extLst>
          </p:cNvPr>
          <p:cNvSpPr/>
          <p:nvPr/>
        </p:nvSpPr>
        <p:spPr bwMode="auto">
          <a:xfrm>
            <a:off x="3362468" y="3433604"/>
            <a:ext cx="2433667" cy="2834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BB7C42DA-231C-9E97-E746-A14C434320C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16570" y="3450366"/>
            <a:ext cx="771554" cy="21257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EDEF1747-0982-D0C9-01D1-F6A17ACC2B4A}"/>
              </a:ext>
            </a:extLst>
          </p:cNvPr>
          <p:cNvSpPr/>
          <p:nvPr/>
        </p:nvSpPr>
        <p:spPr bwMode="auto">
          <a:xfrm>
            <a:off x="64626" y="872716"/>
            <a:ext cx="8979493" cy="3433489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03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0132-3CED-5D74-CFA8-07718707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 title="IguanaTex Bitmap Display">
            <a:extLst>
              <a:ext uri="{FF2B5EF4-FFF2-40B4-BE49-F238E27FC236}">
                <a16:creationId xmlns:a16="http://schemas.microsoft.com/office/drawing/2014/main" id="{A2909182-85AD-932D-F6BB-C5718AF1C8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874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&#10;\include{macros}&#10;\begin{document}&#10;Wir lernen nun zwei Normalformen für logische Formeln kennen.&#10;&#10;Normalformen bringen unterschiedliche logische Formeln in eine einheitliche Struktur. Dadurch lassen sie sich leichter analysieren, vergleichen und automatisiert verarbeiten.&#10;\end{document}&#10;" title="IguanaTex Bitmap Display">
            <a:extLst>
              <a:ext uri="{FF2B5EF4-FFF2-40B4-BE49-F238E27FC236}">
                <a16:creationId xmlns:a16="http://schemas.microsoft.com/office/drawing/2014/main" id="{39C9153A-023B-6B50-629B-D02C56EB9B0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01169"/>
            <a:ext cx="8640000" cy="13117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Grafik 32" descr="\documentclass{slides}&#10;\include{macros}&#10;\begin{document}&#10;Wir werden aus Übersichtlichkeitsgründen auch $\bar A$ anstelle von $\neg A$ verwenden.&#10;\end{document}&#10;" title="IguanaTex Bitmap Display">
            <a:extLst>
              <a:ext uri="{FF2B5EF4-FFF2-40B4-BE49-F238E27FC236}">
                <a16:creationId xmlns:a16="http://schemas.microsoft.com/office/drawing/2014/main" id="{3B358828-1344-545A-E324-2645B53220A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2571272"/>
            <a:ext cx="8556399" cy="2196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6" name="Grafik 35" descr="\documentclass{slides}&#10;\include{macros}&#10;\begin{document}&#10;\df&#10;\end{document}&#10;" title="IguanaTex Bitmap Display">
            <a:extLst>
              <a:ext uri="{FF2B5EF4-FFF2-40B4-BE49-F238E27FC236}">
                <a16:creationId xmlns:a16="http://schemas.microsoft.com/office/drawing/2014/main" id="{A629CB25-8407-D5FC-3DA7-C0E6E85FA05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29" y="3112905"/>
            <a:ext cx="1134649" cy="1588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6" name="Grafik 55" descr="\documentclass{slides}&#10;\include{macros}&#10;\begin{document}&#10;Eine Formel $f$ ist in \gr{konjunktiver Normalform (KNF)}, falls sie die Form&#10;$$f = f_1 \wedge f_2 \wedge\ldots\wedge f_m$$&#10;für ein $m \geq 1$ hat, wobei alle $f_i$ für $1 \leq i \leq m$ die Form&#10;$f_i = (l_{i,1} \vee l_{i,2} \vee \ldots \vee l_{i,n_i})$&#10;für $n_i \geq 1$ haben, wobei jedes $l_{i,j}$ ein \gr{Literal} ist, d. h. eine Variable oder&#10;eine negierte Variable. Die Teilformeln $f_i$ werden \gr{Klauseln} genannt.\end{document}&#10;" title="IguanaTex Bitmap Display">
            <a:extLst>
              <a:ext uri="{FF2B5EF4-FFF2-40B4-BE49-F238E27FC236}">
                <a16:creationId xmlns:a16="http://schemas.microsoft.com/office/drawing/2014/main" id="{F9D1D591-E241-5366-44C1-24066589BE8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0" y="3465004"/>
            <a:ext cx="8643928" cy="16026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4" name="Grafik 43" descr="\documentclass{slides}&#10;\include{macros}&#10;\begin{document}&#10;\blue Beispiel:&#10;\end{document}&#10;" title="IguanaTex Bitmap Display">
            <a:extLst>
              <a:ext uri="{FF2B5EF4-FFF2-40B4-BE49-F238E27FC236}">
                <a16:creationId xmlns:a16="http://schemas.microsoft.com/office/drawing/2014/main" id="{DBFF1298-4450-3D1C-934A-674112B092C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29" y="5588969"/>
            <a:ext cx="885645" cy="18574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7" name="Grafik 46" descr="\documentclass{slides}&#10;\include{macros}&#10;\begin{document}&#10;$(A \vee \bar B) \wedge(A \vee\bar C) \wedge (D) \wedge (C \vee\bar D \vee \bar E)$&#10;\end{document}&#10;" title="IguanaTex Bitmap Display">
            <a:extLst>
              <a:ext uri="{FF2B5EF4-FFF2-40B4-BE49-F238E27FC236}">
                <a16:creationId xmlns:a16="http://schemas.microsoft.com/office/drawing/2014/main" id="{54C12A31-78F5-B686-000E-608A18B5D15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150" y="5579682"/>
            <a:ext cx="5701120" cy="319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6ACFC93B-85AA-F952-744E-B8CA98AD3809}"/>
              </a:ext>
            </a:extLst>
          </p:cNvPr>
          <p:cNvSpPr/>
          <p:nvPr/>
        </p:nvSpPr>
        <p:spPr bwMode="auto">
          <a:xfrm>
            <a:off x="1619672" y="5519307"/>
            <a:ext cx="1237956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BBFCFA7-C181-B095-68B4-4982101DC58B}"/>
              </a:ext>
            </a:extLst>
          </p:cNvPr>
          <p:cNvSpPr/>
          <p:nvPr/>
        </p:nvSpPr>
        <p:spPr bwMode="auto">
          <a:xfrm>
            <a:off x="3206041" y="5519307"/>
            <a:ext cx="1125415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2CCDEAC-4DD6-5110-608F-700A2991EFFA}"/>
              </a:ext>
            </a:extLst>
          </p:cNvPr>
          <p:cNvSpPr/>
          <p:nvPr/>
        </p:nvSpPr>
        <p:spPr bwMode="auto">
          <a:xfrm>
            <a:off x="4679869" y="5519307"/>
            <a:ext cx="648215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AB5F5765-FB8D-5A63-9578-1C5F39F89BFC}"/>
              </a:ext>
            </a:extLst>
          </p:cNvPr>
          <p:cNvSpPr/>
          <p:nvPr/>
        </p:nvSpPr>
        <p:spPr bwMode="auto">
          <a:xfrm>
            <a:off x="5638157" y="5519307"/>
            <a:ext cx="1886171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4" name="Grafik 53" descr="\documentclass{slides}&#10;\include{macros}&#10;\begin{document}&#10;\gr{Klauseln}\end{document}&#10;" title="IguanaTex Bitmap Display">
            <a:extLst>
              <a:ext uri="{FF2B5EF4-FFF2-40B4-BE49-F238E27FC236}">
                <a16:creationId xmlns:a16="http://schemas.microsoft.com/office/drawing/2014/main" id="{E8A92A45-D53A-F02E-C8C4-31AE687AAB0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493" y="5436220"/>
            <a:ext cx="957110" cy="166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CDCAF7A6-7111-5483-9C5E-4FB57B218BB4}"/>
              </a:ext>
            </a:extLst>
          </p:cNvPr>
          <p:cNvSpPr/>
          <p:nvPr/>
        </p:nvSpPr>
        <p:spPr bwMode="auto">
          <a:xfrm>
            <a:off x="1827142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DEFB2F81-23F0-C610-0F7C-573E282C04AB}"/>
              </a:ext>
            </a:extLst>
          </p:cNvPr>
          <p:cNvSpPr/>
          <p:nvPr/>
        </p:nvSpPr>
        <p:spPr bwMode="auto">
          <a:xfrm>
            <a:off x="2436980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9AC088DF-0697-54DB-9D91-4CC93C8C9EEA}"/>
              </a:ext>
            </a:extLst>
          </p:cNvPr>
          <p:cNvSpPr/>
          <p:nvPr/>
        </p:nvSpPr>
        <p:spPr bwMode="auto">
          <a:xfrm>
            <a:off x="3342516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FC256957-60FB-0A6C-1A62-7A91755A86B4}"/>
              </a:ext>
            </a:extLst>
          </p:cNvPr>
          <p:cNvSpPr/>
          <p:nvPr/>
        </p:nvSpPr>
        <p:spPr bwMode="auto">
          <a:xfrm>
            <a:off x="3952354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C57D77D5-D2EE-FD06-F287-DC885C23FFE6}"/>
              </a:ext>
            </a:extLst>
          </p:cNvPr>
          <p:cNvSpPr/>
          <p:nvPr/>
        </p:nvSpPr>
        <p:spPr bwMode="auto">
          <a:xfrm>
            <a:off x="5796136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B83E897-CEFD-5325-943C-92D22081BEF2}"/>
              </a:ext>
            </a:extLst>
          </p:cNvPr>
          <p:cNvSpPr/>
          <p:nvPr/>
        </p:nvSpPr>
        <p:spPr bwMode="auto">
          <a:xfrm>
            <a:off x="6405974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2E681AF-8977-2676-5195-279D88A06CBE}"/>
              </a:ext>
            </a:extLst>
          </p:cNvPr>
          <p:cNvSpPr/>
          <p:nvPr/>
        </p:nvSpPr>
        <p:spPr bwMode="auto">
          <a:xfrm>
            <a:off x="4873263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4C1018B-CC56-E147-700E-F41C0B51272D}"/>
              </a:ext>
            </a:extLst>
          </p:cNvPr>
          <p:cNvSpPr/>
          <p:nvPr/>
        </p:nvSpPr>
        <p:spPr bwMode="auto">
          <a:xfrm>
            <a:off x="7055433" y="5562943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4" name="Grafik 73" descr="\documentclass{slides}&#10;\include{macros}&#10;\begin{document}&#10;\blue Literale&#10;\end{document}&#10;" title="IguanaTex Bitmap Display">
            <a:extLst>
              <a:ext uri="{FF2B5EF4-FFF2-40B4-BE49-F238E27FC236}">
                <a16:creationId xmlns:a16="http://schemas.microsoft.com/office/drawing/2014/main" id="{EF19932B-7A50-FFDE-488A-A6648A68876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494" y="5812737"/>
            <a:ext cx="869387" cy="166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8E6DD6C-1EB9-F6FC-2F9B-2D4339771940}"/>
              </a:ext>
            </a:extLst>
          </p:cNvPr>
          <p:cNvSpPr/>
          <p:nvPr/>
        </p:nvSpPr>
        <p:spPr bwMode="auto">
          <a:xfrm>
            <a:off x="82654" y="3009335"/>
            <a:ext cx="8978691" cy="218495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4E0548C-080A-BE94-7837-2B13FF97C57E}"/>
              </a:ext>
            </a:extLst>
          </p:cNvPr>
          <p:cNvSpPr/>
          <p:nvPr/>
        </p:nvSpPr>
        <p:spPr bwMode="auto">
          <a:xfrm>
            <a:off x="82654" y="5337212"/>
            <a:ext cx="8979493" cy="821950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7" grpId="0" animBg="1"/>
      <p:bldP spid="59" grpId="0" animBg="1"/>
      <p:bldP spid="60" grpId="0" animBg="1"/>
      <p:bldP spid="61" grpId="0" animBg="1"/>
      <p:bldP spid="65" grpId="0" animBg="1"/>
      <p:bldP spid="66" grpId="0" animBg="1"/>
      <p:bldP spid="70" grpId="0" animBg="1"/>
      <p:bldP spid="71" grpId="0" animBg="1"/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B825-304D-79CE-C129-C4949E75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 title="IguanaTex Bitmap Display">
            <a:extLst>
              <a:ext uri="{FF2B5EF4-FFF2-40B4-BE49-F238E27FC236}">
                <a16:creationId xmlns:a16="http://schemas.microsoft.com/office/drawing/2014/main" id="{8E7194F1-D8D5-D1DC-02E0-EC917DE496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874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\documentclass{slides}&#10;\include{macros}&#10;\begin{document}&#10;Wie können wir nun aus einer Wahrheitstabelle einer Formel $f$ die konjunktive Normalform bestimmen?&#10;\end{document}&#10;" title="IguanaTex Bitmap Display">
            <a:extLst>
              <a:ext uri="{FF2B5EF4-FFF2-40B4-BE49-F238E27FC236}">
                <a16:creationId xmlns:a16="http://schemas.microsoft.com/office/drawing/2014/main" id="{4D31E87D-EDD2-DE71-345F-BBEAD7A7B6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07077"/>
            <a:ext cx="8638036" cy="4339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213A9AF-9B6C-624B-1259-EC663A8927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352" y="2240868"/>
            <a:ext cx="2369773" cy="3054724"/>
          </a:xfrm>
          <a:prstGeom prst="rect">
            <a:avLst/>
          </a:prstGeom>
        </p:spPr>
      </p:pic>
      <p:pic>
        <p:nvPicPr>
          <p:cNvPr id="39" name="Grafik 38" descr="\documentclass{slides}&#10;\include{macros}&#10;\begin{document}&#10;Wir schauen uns zunächst den Fall an, wo es nur eine nicht erfüllende Belegung gibt.&#10;\end{document}&#10;" title="IguanaTex Bitmap Display">
            <a:extLst>
              <a:ext uri="{FF2B5EF4-FFF2-40B4-BE49-F238E27FC236}">
                <a16:creationId xmlns:a16="http://schemas.microsoft.com/office/drawing/2014/main" id="{FBDD0086-5960-8118-DD50-49B142C6E9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721448"/>
            <a:ext cx="8638037" cy="4634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2555FD3-059F-1AC6-D4D8-D4C401E6F67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9141"/>
          <a:stretch>
            <a:fillRect/>
          </a:stretch>
        </p:blipFill>
        <p:spPr>
          <a:xfrm>
            <a:off x="352289" y="5242569"/>
            <a:ext cx="2133898" cy="320253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E0BB0A80-9103-7E38-AD27-20D88C33633B}"/>
              </a:ext>
            </a:extLst>
          </p:cNvPr>
          <p:cNvSpPr/>
          <p:nvPr/>
        </p:nvSpPr>
        <p:spPr bwMode="auto">
          <a:xfrm>
            <a:off x="575556" y="4185084"/>
            <a:ext cx="1692188" cy="2482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Grafik 14" descr="\documentclass{slides}&#10;\include{macros}&#10;\begin{document}&#10;Warum ist &#10;$\bar A\vee B\vee\bar C$ die KNF?&#10;\end{document}&#10;" title="IguanaTex Bitmap Display">
            <a:extLst>
              <a:ext uri="{FF2B5EF4-FFF2-40B4-BE49-F238E27FC236}">
                <a16:creationId xmlns:a16="http://schemas.microsoft.com/office/drawing/2014/main" id="{E0650A34-16F2-BE35-62C7-F3EEDA85D2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492896"/>
            <a:ext cx="3288543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4" name="Grafik 33" descr="\documentclass{slides}&#10;\include{macros}&#10;\textwidth200mm&#10;\begin{document}&#10;Die Klausel ist genau dann falsch, wenn alle Literale  falsch sind.&#10;\end{document}&#10;" title="IguanaTex Bitmap Display">
            <a:extLst>
              <a:ext uri="{FF2B5EF4-FFF2-40B4-BE49-F238E27FC236}">
                <a16:creationId xmlns:a16="http://schemas.microsoft.com/office/drawing/2014/main" id="{CE0203C9-5D90-98F3-502B-00207E6FA97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3009350"/>
            <a:ext cx="5400000" cy="4027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&#10;\include{macros}&#10;\textwidth220mm&#10;\begin{document}&#10;Also genau im Fall $A=1$, $B=0$, $C=1$.&#10;\end{document}&#10;" title="IguanaTex Bitmap Display">
            <a:extLst>
              <a:ext uri="{FF2B5EF4-FFF2-40B4-BE49-F238E27FC236}">
                <a16:creationId xmlns:a16="http://schemas.microsoft.com/office/drawing/2014/main" id="{09362D63-CE54-BE91-BBF1-80AD6DD697E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3738349"/>
            <a:ext cx="3939026" cy="1665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&#10;\include{macros}&#10;\textwidth200mm&#10;\begin{document}&#10;In allen anderen Fällen ist mindestens ein Literal wahr, womit die Oder-Verknüpfung damit ebenfalls wahr ist.&#10;\end{document}&#10;" title="IguanaTex Bitmap Display">
            <a:extLst>
              <a:ext uri="{FF2B5EF4-FFF2-40B4-BE49-F238E27FC236}">
                <a16:creationId xmlns:a16="http://schemas.microsoft.com/office/drawing/2014/main" id="{66286683-381A-3889-7DFD-77B077F5CA1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4232884"/>
            <a:ext cx="5400000" cy="42954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420471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399E-D836-466C-962F-ABC11B84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 title="IguanaTex Bitmap Display">
            <a:extLst>
              <a:ext uri="{FF2B5EF4-FFF2-40B4-BE49-F238E27FC236}">
                <a16:creationId xmlns:a16="http://schemas.microsoft.com/office/drawing/2014/main" id="{0D7B23B3-1616-885F-E65A-0CF43791EA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874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0E3F4BB-55DE-C154-A064-1BAABF7599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52" y="1615664"/>
            <a:ext cx="2369773" cy="305472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2C90C7-AE01-338A-5487-6C52FC1016C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9141"/>
          <a:stretch>
            <a:fillRect/>
          </a:stretch>
        </p:blipFill>
        <p:spPr>
          <a:xfrm>
            <a:off x="575556" y="4581128"/>
            <a:ext cx="1603229" cy="2406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E558197-08D3-363B-B6E3-696629C8B99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12244"/>
          <a:stretch>
            <a:fillRect/>
          </a:stretch>
        </p:blipFill>
        <p:spPr>
          <a:xfrm>
            <a:off x="6072359" y="1621272"/>
            <a:ext cx="2424077" cy="28387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1A4AF8-E279-CE3F-2A92-DE2082D3E8A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88057"/>
          <a:stretch>
            <a:fillRect/>
          </a:stretch>
        </p:blipFill>
        <p:spPr>
          <a:xfrm>
            <a:off x="6084168" y="4541717"/>
            <a:ext cx="2424077" cy="38631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D5776C-154A-AE79-56DB-7572A46DF38B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75000"/>
          </a:blip>
          <a:stretch>
            <a:fillRect/>
          </a:stretch>
        </p:blipFill>
        <p:spPr>
          <a:xfrm>
            <a:off x="3114414" y="1621272"/>
            <a:ext cx="2459465" cy="304911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C2542AC3-8248-2A03-14F3-EB24FAF8239A}"/>
              </a:ext>
            </a:extLst>
          </p:cNvPr>
          <p:cNvSpPr/>
          <p:nvPr/>
        </p:nvSpPr>
        <p:spPr bwMode="auto">
          <a:xfrm>
            <a:off x="4971807" y="2548005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02D84F0-1622-5F83-5D06-EBF8BB577B94}"/>
              </a:ext>
            </a:extLst>
          </p:cNvPr>
          <p:cNvSpPr/>
          <p:nvPr/>
        </p:nvSpPr>
        <p:spPr bwMode="auto">
          <a:xfrm>
            <a:off x="7888131" y="2548005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2B72477-81BE-C6FA-7661-E97824F2FCBC}"/>
              </a:ext>
            </a:extLst>
          </p:cNvPr>
          <p:cNvSpPr/>
          <p:nvPr/>
        </p:nvSpPr>
        <p:spPr bwMode="auto">
          <a:xfrm>
            <a:off x="4971807" y="357599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E3012D1-8700-91D0-29AF-43B79A5BBF6F}"/>
              </a:ext>
            </a:extLst>
          </p:cNvPr>
          <p:cNvSpPr/>
          <p:nvPr/>
        </p:nvSpPr>
        <p:spPr bwMode="auto">
          <a:xfrm>
            <a:off x="2060051" y="357599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2" name="Grafik 21" descr="\documentclass{slides}&#10;\include{macros}&#10;\begin{document}&#10;Wie kann man nun eine KNF für eine Formel bauen, bei der zwei&#10;Nullen vorkommen?&#10;\end{document}&#10;" title="IguanaTex Bitmap Display">
            <a:extLst>
              <a:ext uri="{FF2B5EF4-FFF2-40B4-BE49-F238E27FC236}">
                <a16:creationId xmlns:a16="http://schemas.microsoft.com/office/drawing/2014/main" id="{788BA065-5DFD-F0EF-A8A4-B16FD5E6A9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52" y="1304764"/>
            <a:ext cx="8638037" cy="172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&#10;\include{macros}&#10;\begin{document}&#10;Durch eine Konjunktion!&#10;\end{document}&#10;" title="IguanaTex Bitmap Display">
            <a:extLst>
              <a:ext uri="{FF2B5EF4-FFF2-40B4-BE49-F238E27FC236}">
                <a16:creationId xmlns:a16="http://schemas.microsoft.com/office/drawing/2014/main" id="{A73F180D-A509-F282-ABD4-5AB24596D58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5" y="5270591"/>
            <a:ext cx="2517054" cy="172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0" name="Grafik 29" descr="\documentclass{slides}&#10;\include{macros}&#10;\begin{document}&#10;KNF:&#10;\end{document}&#10;" title="IguanaTex Bitmap Display">
            <a:extLst>
              <a:ext uri="{FF2B5EF4-FFF2-40B4-BE49-F238E27FC236}">
                <a16:creationId xmlns:a16="http://schemas.microsoft.com/office/drawing/2014/main" id="{5B599AA2-648B-C5EE-ECCE-EA3DBA30A42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545" y="4532556"/>
            <a:ext cx="512825" cy="1399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0" name="Grafik 39" descr="\documentclass{slides}&#10;\include{macros}&#10;\begin{document}&#10;$(\bar A\vee B \vee \bar C)\wedge (A\vee B\vee \bar C)$&#10;\end{document}&#10;" title="IguanaTex Bitmap Display">
            <a:extLst>
              <a:ext uri="{FF2B5EF4-FFF2-40B4-BE49-F238E27FC236}">
                <a16:creationId xmlns:a16="http://schemas.microsoft.com/office/drawing/2014/main" id="{D163B527-9E44-AEC4-E863-FDA30BA7A94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315" y="4765933"/>
            <a:ext cx="2285671" cy="1907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5" name="Grafik 44" descr="\documentclass{slides}&#10;\include{macros}&#10;\begin{document}&#10;Dabei kommt ja genau dann eine 0 raus, wenn mindestems eine Teil 0 ist.&#10;\end{document}&#10;" title="IguanaTex Bitmap Display">
            <a:extLst>
              <a:ext uri="{FF2B5EF4-FFF2-40B4-BE49-F238E27FC236}">
                <a16:creationId xmlns:a16="http://schemas.microsoft.com/office/drawing/2014/main" id="{964090F9-6DCF-D42D-BBB4-B057C5C9F54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74" y="5665940"/>
            <a:ext cx="8248221" cy="185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49720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ABF5-0FE7-BCD7-F6C6-A80509EB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 title="IguanaTex Bitmap Display">
            <a:extLst>
              <a:ext uri="{FF2B5EF4-FFF2-40B4-BE49-F238E27FC236}">
                <a16:creationId xmlns:a16="http://schemas.microsoft.com/office/drawing/2014/main" id="{780D1C3F-4861-8BCA-4074-C1C1895C0E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7964" cy="2237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include{macros}&#10;\begin{document}&#10;\df&#10;\end{document}&#10;" title="IguanaTex Bitmap Display">
            <a:extLst>
              <a:ext uri="{FF2B5EF4-FFF2-40B4-BE49-F238E27FC236}">
                <a16:creationId xmlns:a16="http://schemas.microsoft.com/office/drawing/2014/main" id="{9065EA3A-5FE9-96E1-492D-584BB584D2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75" y="1484784"/>
            <a:ext cx="1134649" cy="1588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include{macros}&#10;\begin{document}&#10;Eine Formel $f$ ist in \gr{disjunktiver Normalform (DNF)}, falls sie die Form&#10;$$f = f_1 \vee f_2 \vee \ldots\vee f_m$$&#10;für ein $m \geq 1$ hat, wobei alle $f_i$ für $1 \leq i \leq m$ die Form&#10;$f_i = (l_{i,1} \wedge l_{i,2} \wedge \ldots \wedge l_{i,n_i})$&#10;für $n_i \geq 1$ haben, wobei jedes $l_{i,j}$ ein \gr{Literal} ist, d. h. eine Variable oder&#10;eine negierte Variable. Die Teilformeln $f_i$ werden \gr{Minterme} genannt.\end{document}&#10;" title="IguanaTex Bitmap Display">
            <a:extLst>
              <a:ext uri="{FF2B5EF4-FFF2-40B4-BE49-F238E27FC236}">
                <a16:creationId xmlns:a16="http://schemas.microsoft.com/office/drawing/2014/main" id="{2A7E2AC3-C0D8-2F73-7223-386F4A536C9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6" y="1871644"/>
            <a:ext cx="8643928" cy="16026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&#10;\include{macros}&#10;\begin{document}&#10;Bei der disjunktiven Normalform sind $\vee$ und $\wedge$ in gewisser Weise vertauscht.&#10;\end{document}&#10;" title="IguanaTex Bitmap Display">
            <a:extLst>
              <a:ext uri="{FF2B5EF4-FFF2-40B4-BE49-F238E27FC236}">
                <a16:creationId xmlns:a16="http://schemas.microsoft.com/office/drawing/2014/main" id="{C8C0FDAF-F324-48ED-228B-7AFCA7BE1DD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6" y="971638"/>
            <a:ext cx="8643928" cy="1924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&#10;\include{macros}&#10;\begin{document}&#10;\blue Beispiel:&#10;\end{document}&#10;" title="IguanaTex Bitmap Display">
            <a:extLst>
              <a:ext uri="{FF2B5EF4-FFF2-40B4-BE49-F238E27FC236}">
                <a16:creationId xmlns:a16="http://schemas.microsoft.com/office/drawing/2014/main" id="{45441E42-C681-A3DC-457C-6F6D971E334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60" y="4181858"/>
            <a:ext cx="974210" cy="2043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4" name="Grafik 43" descr="\documentclass{slides}&#10;\include{macros}&#10;\begin{document}&#10;$(A \wedge \bar B) \vee(A \wedge\bar C) \vee (D) \vee (C \wedge\bar D \wedge \bar E)$&#10;\end{document}&#10;" title="IguanaTex Bitmap Display">
            <a:extLst>
              <a:ext uri="{FF2B5EF4-FFF2-40B4-BE49-F238E27FC236}">
                <a16:creationId xmlns:a16="http://schemas.microsoft.com/office/drawing/2014/main" id="{C76A480B-F523-B7AF-BAE8-AFEA6B0EF18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150" y="4181858"/>
            <a:ext cx="5701120" cy="319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EB4D1811-88FF-50EB-5141-4886F8407547}"/>
              </a:ext>
            </a:extLst>
          </p:cNvPr>
          <p:cNvSpPr/>
          <p:nvPr/>
        </p:nvSpPr>
        <p:spPr bwMode="auto">
          <a:xfrm>
            <a:off x="1619672" y="4121483"/>
            <a:ext cx="1237956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874FE76-076B-E44D-FA19-772C577937EE}"/>
              </a:ext>
            </a:extLst>
          </p:cNvPr>
          <p:cNvSpPr/>
          <p:nvPr/>
        </p:nvSpPr>
        <p:spPr bwMode="auto">
          <a:xfrm>
            <a:off x="3206041" y="4121483"/>
            <a:ext cx="1125415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952E999-8161-42EF-79CE-2DB121247F2E}"/>
              </a:ext>
            </a:extLst>
          </p:cNvPr>
          <p:cNvSpPr/>
          <p:nvPr/>
        </p:nvSpPr>
        <p:spPr bwMode="auto">
          <a:xfrm>
            <a:off x="4679869" y="4121483"/>
            <a:ext cx="648215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D5123B6-C741-9DE2-5B59-1ABF716C3A8C}"/>
              </a:ext>
            </a:extLst>
          </p:cNvPr>
          <p:cNvSpPr/>
          <p:nvPr/>
        </p:nvSpPr>
        <p:spPr bwMode="auto">
          <a:xfrm>
            <a:off x="5638157" y="4121483"/>
            <a:ext cx="1886171" cy="472119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6" name="Grafik 45" descr="\documentclass{slides}&#10;\include{macros}&#10;\begin{document}&#10;\gr{Minterme}\end{document}&#10;" title="IguanaTex Bitmap Display">
            <a:extLst>
              <a:ext uri="{FF2B5EF4-FFF2-40B4-BE49-F238E27FC236}">
                <a16:creationId xmlns:a16="http://schemas.microsoft.com/office/drawing/2014/main" id="{D152808C-B0B3-7AB4-0AF5-C1217CE589D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364" y="4038396"/>
            <a:ext cx="1114013" cy="166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2" name="Rechteck 31">
            <a:extLst>
              <a:ext uri="{FF2B5EF4-FFF2-40B4-BE49-F238E27FC236}">
                <a16:creationId xmlns:a16="http://schemas.microsoft.com/office/drawing/2014/main" id="{2868C24F-48AD-BEE1-5631-D09F6D19579F}"/>
              </a:ext>
            </a:extLst>
          </p:cNvPr>
          <p:cNvSpPr/>
          <p:nvPr/>
        </p:nvSpPr>
        <p:spPr bwMode="auto">
          <a:xfrm>
            <a:off x="1827142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724F0A2-28A1-3974-D717-BE1A6A615AD1}"/>
              </a:ext>
            </a:extLst>
          </p:cNvPr>
          <p:cNvSpPr/>
          <p:nvPr/>
        </p:nvSpPr>
        <p:spPr bwMode="auto">
          <a:xfrm>
            <a:off x="2436980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DD1A009-1DBF-7EBD-927D-E5277BEB7C09}"/>
              </a:ext>
            </a:extLst>
          </p:cNvPr>
          <p:cNvSpPr/>
          <p:nvPr/>
        </p:nvSpPr>
        <p:spPr bwMode="auto">
          <a:xfrm>
            <a:off x="3342516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CE65FC5-7975-9317-0E8E-FB60BDCA18DD}"/>
              </a:ext>
            </a:extLst>
          </p:cNvPr>
          <p:cNvSpPr/>
          <p:nvPr/>
        </p:nvSpPr>
        <p:spPr bwMode="auto">
          <a:xfrm>
            <a:off x="3952354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CB943F9-C982-D99C-33DB-CCC555FD0863}"/>
              </a:ext>
            </a:extLst>
          </p:cNvPr>
          <p:cNvSpPr/>
          <p:nvPr/>
        </p:nvSpPr>
        <p:spPr bwMode="auto">
          <a:xfrm>
            <a:off x="5796136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A4A392A-F579-446D-7027-EAAD1E65A5A1}"/>
              </a:ext>
            </a:extLst>
          </p:cNvPr>
          <p:cNvSpPr/>
          <p:nvPr/>
        </p:nvSpPr>
        <p:spPr bwMode="auto">
          <a:xfrm>
            <a:off x="6405974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F511F36-A504-101D-4582-0EDE19F0C57D}"/>
              </a:ext>
            </a:extLst>
          </p:cNvPr>
          <p:cNvSpPr/>
          <p:nvPr/>
        </p:nvSpPr>
        <p:spPr bwMode="auto">
          <a:xfrm>
            <a:off x="4873263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F620B45-8315-7177-9914-22EB2B2A28ED}"/>
              </a:ext>
            </a:extLst>
          </p:cNvPr>
          <p:cNvSpPr/>
          <p:nvPr/>
        </p:nvSpPr>
        <p:spPr bwMode="auto">
          <a:xfrm>
            <a:off x="7055433" y="4165119"/>
            <a:ext cx="261425" cy="332882"/>
          </a:xfrm>
          <a:prstGeom prst="rect">
            <a:avLst/>
          </a:prstGeom>
          <a:noFill/>
          <a:ln w="19050" cap="flat" cmpd="sng" algn="ctr">
            <a:solidFill>
              <a:srgbClr val="3333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1" name="Grafik 40" descr="\documentclass{slides}&#10;\include{macros}&#10;\begin{document}&#10;\blue Literale&#10;\end{document}&#10;" title="IguanaTex Bitmap Display">
            <a:extLst>
              <a:ext uri="{FF2B5EF4-FFF2-40B4-BE49-F238E27FC236}">
                <a16:creationId xmlns:a16="http://schemas.microsoft.com/office/drawing/2014/main" id="{9EF8DC4E-D852-70D4-5066-B3CE4762A1B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364" y="4414913"/>
            <a:ext cx="869387" cy="166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D8998FE-35FF-061D-0BC7-3865BF8CDB25}"/>
              </a:ext>
            </a:extLst>
          </p:cNvPr>
          <p:cNvSpPr/>
          <p:nvPr/>
        </p:nvSpPr>
        <p:spPr bwMode="auto">
          <a:xfrm>
            <a:off x="79816" y="1351789"/>
            <a:ext cx="8978691" cy="22932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CE2C78-B42E-7F68-2A6E-DB0C19D73C13}"/>
              </a:ext>
            </a:extLst>
          </p:cNvPr>
          <p:cNvSpPr/>
          <p:nvPr/>
        </p:nvSpPr>
        <p:spPr bwMode="auto">
          <a:xfrm>
            <a:off x="71500" y="3873060"/>
            <a:ext cx="8979493" cy="92409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2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1025-090A-DE83-0658-928E8F5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136DA697-05EE-EF1D-E52C-F10D29A655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808" y="2359030"/>
            <a:ext cx="2533992" cy="2671909"/>
          </a:xfrm>
          <a:prstGeom prst="rect">
            <a:avLst/>
          </a:prstGeom>
        </p:spPr>
      </p:pic>
      <p:pic>
        <p:nvPicPr>
          <p:cNvPr id="4" name="Grafik 3" descr="\documentclass{slides}&#10;\include{macros}&#10;\begin{document}&#10;Wie können wir nun aus einer Wahrheitstabelle einer Formel $f$ die disjunktive Normalform bestimmen?&#10;\end{document}&#10;" title="IguanaTex Bitmap Display">
            <a:extLst>
              <a:ext uri="{FF2B5EF4-FFF2-40B4-BE49-F238E27FC236}">
                <a16:creationId xmlns:a16="http://schemas.microsoft.com/office/drawing/2014/main" id="{7BD54EC6-3E1A-A9C6-E219-95FB2F612A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07077"/>
            <a:ext cx="8638037" cy="4339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&#10;\include{macros}&#10;\begin{document}&#10;Wir schauen uns zunächst den Fall an, wo es nur eine  erfüllende Belegung gibt.&#10;\end{document}&#10;" title="IguanaTex Bitmap Display">
            <a:extLst>
              <a:ext uri="{FF2B5EF4-FFF2-40B4-BE49-F238E27FC236}">
                <a16:creationId xmlns:a16="http://schemas.microsoft.com/office/drawing/2014/main" id="{CDD18132-03C7-D173-96EA-584002E0DEC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721448"/>
            <a:ext cx="8641965" cy="1845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398F02B4-DE65-92AC-BCFB-756E4A1C4CFF}"/>
              </a:ext>
            </a:extLst>
          </p:cNvPr>
          <p:cNvSpPr/>
          <p:nvPr/>
        </p:nvSpPr>
        <p:spPr bwMode="auto">
          <a:xfrm>
            <a:off x="575556" y="4185084"/>
            <a:ext cx="1692188" cy="2482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3" name="Grafik 22" descr="\documentclass{slides}&#10;\include{macros}&#10;\begin{document}&#10;Warum ist &#10;$A\wedge \bar B\wedge C$ die DNF?&#10;\end{document}&#10;" title="IguanaTex Bitmap Display">
            <a:extLst>
              <a:ext uri="{FF2B5EF4-FFF2-40B4-BE49-F238E27FC236}">
                <a16:creationId xmlns:a16="http://schemas.microsoft.com/office/drawing/2014/main" id="{6BBF49B3-3E20-A55C-FFB6-87C739AEAED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492896"/>
            <a:ext cx="3286302" cy="1792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&#10;\include{macros}&#10;\textwidth200mm&#10;\begin{document}&#10;Der Minterm ist genau dann wahr, wenn alle Literale  wahr sind.&#10;\end{document}&#10;" title="IguanaTex Bitmap Display">
            <a:extLst>
              <a:ext uri="{FF2B5EF4-FFF2-40B4-BE49-F238E27FC236}">
                <a16:creationId xmlns:a16="http://schemas.microsoft.com/office/drawing/2014/main" id="{89B2F521-8A21-A99C-21D2-28B24AB4B56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3009350"/>
            <a:ext cx="5401227" cy="4002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&#10;\include{macros}&#10;\textwidth220mm&#10;\begin{document}&#10;Also genau im Fall $A=1$, $B=0$, $C=1$.&#10;\end{document}&#10;" title="IguanaTex Bitmap Display">
            <a:extLst>
              <a:ext uri="{FF2B5EF4-FFF2-40B4-BE49-F238E27FC236}">
                <a16:creationId xmlns:a16="http://schemas.microsoft.com/office/drawing/2014/main" id="{E39757A0-D28B-F6A1-488A-A150E1152D8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3738349"/>
            <a:ext cx="3939026" cy="1665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 descr="\documentclass{slides}&#10;\include{macros}&#10;\textwidth200mm&#10;\begin{document}&#10;In allen anderen Fällen ist mindestens ein Literal falsch, womit die Und-Verknüpfung damit ebenfalls falsch ist.&#10;\end{document}&#10;" title="IguanaTex Bitmap Display">
            <a:extLst>
              <a:ext uri="{FF2B5EF4-FFF2-40B4-BE49-F238E27FC236}">
                <a16:creationId xmlns:a16="http://schemas.microsoft.com/office/drawing/2014/main" id="{521F5B58-A2F4-8E20-B0C0-52B4AE64085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40" y="4232884"/>
            <a:ext cx="5400000" cy="4307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 title="IguanaTex Bitmap Display">
            <a:extLst>
              <a:ext uri="{FF2B5EF4-FFF2-40B4-BE49-F238E27FC236}">
                <a16:creationId xmlns:a16="http://schemas.microsoft.com/office/drawing/2014/main" id="{C78A9B72-7C63-2880-7733-5B2E5EA0E4A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7964" cy="2237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96C3955-645B-1320-C81D-B1F44C25FE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9223" y="5172659"/>
            <a:ext cx="1841750" cy="31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2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571C-F4CA-3CE7-193A-1D9B7040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AB2EFAAA-1CD5-6B5C-ECAE-F98A9230F3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32" y="1578163"/>
            <a:ext cx="8157403" cy="295600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FACA127-5B97-D037-49FF-3D7AC318A82B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3370327" y="1622521"/>
            <a:ext cx="2061197" cy="2714227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E5ED8E32-32BB-D0BA-EC7A-C0A11C148AA5}"/>
              </a:ext>
            </a:extLst>
          </p:cNvPr>
          <p:cNvSpPr/>
          <p:nvPr/>
        </p:nvSpPr>
        <p:spPr bwMode="auto">
          <a:xfrm>
            <a:off x="4971807" y="237816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F64DF19-C5CE-4C06-F971-AC4668B21664}"/>
              </a:ext>
            </a:extLst>
          </p:cNvPr>
          <p:cNvSpPr/>
          <p:nvPr/>
        </p:nvSpPr>
        <p:spPr bwMode="auto">
          <a:xfrm>
            <a:off x="8003444" y="237816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E7DCD3C-C67C-9CF1-E9DF-460C4E9C0EE4}"/>
              </a:ext>
            </a:extLst>
          </p:cNvPr>
          <p:cNvSpPr/>
          <p:nvPr/>
        </p:nvSpPr>
        <p:spPr bwMode="auto">
          <a:xfrm>
            <a:off x="4971807" y="333974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233116F-6F57-098C-9685-FC10AD047852}"/>
              </a:ext>
            </a:extLst>
          </p:cNvPr>
          <p:cNvSpPr/>
          <p:nvPr/>
        </p:nvSpPr>
        <p:spPr bwMode="auto">
          <a:xfrm>
            <a:off x="2060051" y="3339740"/>
            <a:ext cx="180020" cy="216024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8" name="Grafik 17" descr="\documentclass{slides}&#10;\include{macros}&#10;\begin{document}&#10;Wie kann man nun eine DNF für eine Formel bauen, bei der zwei&#10;Einsen vorkommen?&#10;\end{document}&#10;" title="IguanaTex Bitmap Display">
            <a:extLst>
              <a:ext uri="{FF2B5EF4-FFF2-40B4-BE49-F238E27FC236}">
                <a16:creationId xmlns:a16="http://schemas.microsoft.com/office/drawing/2014/main" id="{51310AD0-C4D1-7EA6-FA30-ACE676EB7B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52" y="1160748"/>
            <a:ext cx="8638037" cy="172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&#10;\include{macros}&#10;\begin{document}&#10;Durch eine Disjunktion!&#10;\end{document}&#10;" title="IguanaTex Bitmap Display">
            <a:extLst>
              <a:ext uri="{FF2B5EF4-FFF2-40B4-BE49-F238E27FC236}">
                <a16:creationId xmlns:a16="http://schemas.microsoft.com/office/drawing/2014/main" id="{BDA63CF5-DA7B-0CA8-8805-FBDAC79A29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5" y="5270591"/>
            <a:ext cx="2426628" cy="172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&#10;\include{macros}&#10;\begin{document}&#10;DNF:&#10;\end{document}&#10;" title="IguanaTex Bitmap Display">
            <a:extLst>
              <a:ext uri="{FF2B5EF4-FFF2-40B4-BE49-F238E27FC236}">
                <a16:creationId xmlns:a16="http://schemas.microsoft.com/office/drawing/2014/main" id="{BE333B01-FBA7-83A7-04D0-1942BAA465E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545" y="4223395"/>
            <a:ext cx="523354" cy="1399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Grafik 32" descr="\documentclass{slides}&#10;\include{macros}&#10;\begin{document}&#10;$(A\wedge \bar B \wedge  C)\vee (\bar A\wedge\bar B\wedge  C)$&#10;\end{document}&#10;" title="IguanaTex Bitmap Display">
            <a:extLst>
              <a:ext uri="{FF2B5EF4-FFF2-40B4-BE49-F238E27FC236}">
                <a16:creationId xmlns:a16="http://schemas.microsoft.com/office/drawing/2014/main" id="{31B34CA6-4DA1-9067-3779-B8DA59DB478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316" y="4456772"/>
            <a:ext cx="2285671" cy="1907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include{macros}&#10;\begin{document}&#10;Dabei kommt ja genau dann eine 1 raus, wenn mindestens eine Teil 1 ist.&#10;\end{document}&#10;" title="IguanaTex Bitmap Display">
            <a:extLst>
              <a:ext uri="{FF2B5EF4-FFF2-40B4-BE49-F238E27FC236}">
                <a16:creationId xmlns:a16="http://schemas.microsoft.com/office/drawing/2014/main" id="{42004D3F-AEEC-F8E5-32AA-CE94C83D936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74" y="5665939"/>
            <a:ext cx="8251972" cy="1875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 title="IguanaTex Bitmap Display">
            <a:extLst>
              <a:ext uri="{FF2B5EF4-FFF2-40B4-BE49-F238E27FC236}">
                <a16:creationId xmlns:a16="http://schemas.microsoft.com/office/drawing/2014/main" id="{F6C41990-5A97-9821-8F23-795A38A5259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27964" cy="2237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312187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8F68-E776-4407-1EB1-75BA26DD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\documentclass{slides}&#10;\include{macros}&#10;\begin{document}&#10;KNF bestimmen:&#10;\end{document}&#10;" title="IguanaTex Bitmap Display">
            <a:extLst>
              <a:ext uri="{FF2B5EF4-FFF2-40B4-BE49-F238E27FC236}">
                <a16:creationId xmlns:a16="http://schemas.microsoft.com/office/drawing/2014/main" id="{BF3792C4-650C-2534-6D45-CBF0D06F95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53" y="1177652"/>
            <a:ext cx="1958040" cy="1636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4" name="Grafik 23" descr="\documentclass{slides}&#10;\include{macros}&#10;\begin{document}&#10;Zeilen mit 0 anschauen,   Eingänge mit 1 negieren und mit $\vee$ verknüpfen, resultierende Klauseln mit $\wedge$ verknüpfen&#10;\end{document}&#10;" title="IguanaTex Bitmap Display">
            <a:extLst>
              <a:ext uri="{FF2B5EF4-FFF2-40B4-BE49-F238E27FC236}">
                <a16:creationId xmlns:a16="http://schemas.microsoft.com/office/drawing/2014/main" id="{CC3C6D13-34DF-2BBA-DC64-89013D1F94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36" y="1516291"/>
            <a:ext cx="8638036" cy="4595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Normalformen bestimmen}&#10;\end{document}&#10;" title="IguanaTex Bitmap Display">
            <a:extLst>
              <a:ext uri="{FF2B5EF4-FFF2-40B4-BE49-F238E27FC236}">
                <a16:creationId xmlns:a16="http://schemas.microsoft.com/office/drawing/2014/main" id="{B079E73F-D394-7814-D1EC-78FD939A44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28" y="293687"/>
            <a:ext cx="3432642" cy="1715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include{macros}&#10;\begin{document}&#10;DNF bestimmen:&#10;\end{document}&#10;" title="IguanaTex Bitmap Display">
            <a:extLst>
              <a:ext uri="{FF2B5EF4-FFF2-40B4-BE49-F238E27FC236}">
                <a16:creationId xmlns:a16="http://schemas.microsoft.com/office/drawing/2014/main" id="{3136EB01-B175-B232-99FE-3267619EF75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48" y="2198715"/>
            <a:ext cx="1969927" cy="1636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&#10;\include{macros}&#10;\begin{document}&#10; Zeilen mit 1 anschauen,   Eingänge mit 0 negieren und mit $\wedge$ verknüpfen, resultierende Minterme mit $\vee$ verknüpfen&#10;\end{document}&#10;" title="IguanaTex Bitmap Display">
            <a:extLst>
              <a:ext uri="{FF2B5EF4-FFF2-40B4-BE49-F238E27FC236}">
                <a16:creationId xmlns:a16="http://schemas.microsoft.com/office/drawing/2014/main" id="{3415A114-99F9-4B69-411D-44A94636C7D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36" y="2537354"/>
            <a:ext cx="8638036" cy="4595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9" name="Grafik 28" descr="\documentclass{slides}&#10;\include{macros}&#10;\begin{document}&#10;\blue Zusammenfassung:&#10;\end{document}&#10;" title="IguanaTex Bitmap Display">
            <a:extLst>
              <a:ext uri="{FF2B5EF4-FFF2-40B4-BE49-F238E27FC236}">
                <a16:creationId xmlns:a16="http://schemas.microsoft.com/office/drawing/2014/main" id="{A7352E64-83CE-165B-386D-AFE7367B20B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872716"/>
            <a:ext cx="2206291" cy="20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4" name="Grafik 33" descr="\documentclass{slides}&#10;\include{macros}&#10;\begin{document}&#10;\blue Beispiel:&#10;\end{document}&#10;" title="IguanaTex Bitmap Display">
            <a:extLst>
              <a:ext uri="{FF2B5EF4-FFF2-40B4-BE49-F238E27FC236}">
                <a16:creationId xmlns:a16="http://schemas.microsoft.com/office/drawing/2014/main" id="{3B54F603-FDAD-E665-F63E-65A65032EBF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3199989"/>
            <a:ext cx="920279" cy="1930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5636336-15B2-322C-F795-D5CB654C645C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6F2E6"/>
              </a:clrFrom>
              <a:clrTo>
                <a:srgbClr val="E6F2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68" y="3077225"/>
            <a:ext cx="6766252" cy="342024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A62B418-5AA2-8F16-0A51-08F8B6E88015}"/>
              </a:ext>
            </a:extLst>
          </p:cNvPr>
          <p:cNvSpPr/>
          <p:nvPr/>
        </p:nvSpPr>
        <p:spPr bwMode="auto">
          <a:xfrm>
            <a:off x="3235540" y="3464394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E58EC38-5BCD-784D-A220-A64B1E568AC5}"/>
              </a:ext>
            </a:extLst>
          </p:cNvPr>
          <p:cNvSpPr/>
          <p:nvPr/>
        </p:nvSpPr>
        <p:spPr bwMode="auto">
          <a:xfrm>
            <a:off x="3235540" y="3737959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B37C41E-D4C8-8759-1ADA-34862A5EF65F}"/>
              </a:ext>
            </a:extLst>
          </p:cNvPr>
          <p:cNvSpPr/>
          <p:nvPr/>
        </p:nvSpPr>
        <p:spPr bwMode="auto">
          <a:xfrm>
            <a:off x="3235540" y="5157192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9220345-4C1A-3845-D3E5-0B675E33EA57}"/>
              </a:ext>
            </a:extLst>
          </p:cNvPr>
          <p:cNvSpPr/>
          <p:nvPr/>
        </p:nvSpPr>
        <p:spPr bwMode="auto">
          <a:xfrm>
            <a:off x="4884238" y="4014729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E54496-80FA-0B53-C365-B6B8FF7EACD0}"/>
              </a:ext>
            </a:extLst>
          </p:cNvPr>
          <p:cNvSpPr/>
          <p:nvPr/>
        </p:nvSpPr>
        <p:spPr bwMode="auto">
          <a:xfrm>
            <a:off x="4884238" y="4296921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089F33-18D5-DFB3-7495-FAB9502FEF2D}"/>
              </a:ext>
            </a:extLst>
          </p:cNvPr>
          <p:cNvSpPr/>
          <p:nvPr/>
        </p:nvSpPr>
        <p:spPr bwMode="auto">
          <a:xfrm>
            <a:off x="4884238" y="4588471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9D9FC9D-EBAD-86E2-20A1-97CA2E5E5A1F}"/>
              </a:ext>
            </a:extLst>
          </p:cNvPr>
          <p:cNvSpPr/>
          <p:nvPr/>
        </p:nvSpPr>
        <p:spPr bwMode="auto">
          <a:xfrm>
            <a:off x="4884238" y="4865293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F0D240E-37B0-FA63-DCD9-C0B0D8FA2FD9}"/>
              </a:ext>
            </a:extLst>
          </p:cNvPr>
          <p:cNvSpPr/>
          <p:nvPr/>
        </p:nvSpPr>
        <p:spPr bwMode="auto">
          <a:xfrm>
            <a:off x="4884238" y="5437033"/>
            <a:ext cx="1497196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61E1037-153C-0588-EB94-AD90E0F81DFB}"/>
              </a:ext>
            </a:extLst>
          </p:cNvPr>
          <p:cNvSpPr/>
          <p:nvPr/>
        </p:nvSpPr>
        <p:spPr bwMode="auto">
          <a:xfrm>
            <a:off x="690860" y="5870148"/>
            <a:ext cx="4277183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9A80B0E-938D-2AF6-4AF7-BA409553BD52}"/>
              </a:ext>
            </a:extLst>
          </p:cNvPr>
          <p:cNvSpPr/>
          <p:nvPr/>
        </p:nvSpPr>
        <p:spPr bwMode="auto">
          <a:xfrm>
            <a:off x="690860" y="6202258"/>
            <a:ext cx="6761460" cy="2466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58EE375-C008-D8F9-F8AE-99026952E78E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6F2E6"/>
              </a:clrFrom>
              <a:clrTo>
                <a:srgbClr val="E6F2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68" y="3068960"/>
            <a:ext cx="6766252" cy="342024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A066523-595C-73E9-B455-52A4DD4F0F06}"/>
              </a:ext>
            </a:extLst>
          </p:cNvPr>
          <p:cNvSpPr/>
          <p:nvPr/>
        </p:nvSpPr>
        <p:spPr bwMode="auto">
          <a:xfrm>
            <a:off x="80410" y="808541"/>
            <a:ext cx="8982673" cy="2225084"/>
          </a:xfrm>
          <a:prstGeom prst="rect">
            <a:avLst/>
          </a:prstGeom>
          <a:noFill/>
          <a:ln w="38100" cap="flat" cmpd="dbl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E1A0D5C-F021-272B-C6A6-05ECF4238E43}"/>
              </a:ext>
            </a:extLst>
          </p:cNvPr>
          <p:cNvSpPr/>
          <p:nvPr/>
        </p:nvSpPr>
        <p:spPr bwMode="auto">
          <a:xfrm>
            <a:off x="71500" y="3108852"/>
            <a:ext cx="8979493" cy="3399494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44AF763-55FF-A8CB-5374-E2A15597474D}"/>
              </a:ext>
            </a:extLst>
          </p:cNvPr>
          <p:cNvGrpSpPr/>
          <p:nvPr/>
        </p:nvGrpSpPr>
        <p:grpSpPr>
          <a:xfrm>
            <a:off x="4968043" y="6192046"/>
            <a:ext cx="1245570" cy="260961"/>
            <a:chOff x="7333591" y="4581325"/>
            <a:chExt cx="1245570" cy="260961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C7DD0F56-855E-157D-24B3-AF3B78A0B4D5}"/>
                </a:ext>
              </a:extLst>
            </p:cNvPr>
            <p:cNvSpPr/>
            <p:nvPr/>
          </p:nvSpPr>
          <p:spPr bwMode="auto">
            <a:xfrm>
              <a:off x="7362677" y="4581325"/>
              <a:ext cx="1150262" cy="260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ABEA172A-9906-6D20-B1B7-4D19C9CD8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E6F2E6"/>
                </a:clrFrom>
                <a:clrTo>
                  <a:srgbClr val="E6F2E6">
                    <a:alpha val="0"/>
                  </a:srgbClr>
                </a:clrTo>
              </a:clrChange>
            </a:blip>
            <a:srcRect l="65529" t="52393" r="15315" b="40719"/>
            <a:stretch>
              <a:fillRect/>
            </a:stretch>
          </p:blipFill>
          <p:spPr>
            <a:xfrm>
              <a:off x="7333591" y="4595343"/>
              <a:ext cx="1245570" cy="2264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439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&#10;\usepackage[ngerman]{babel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256"/>
  <p:tag name="DEFAULTBLEND" val="Falsch"/>
  <p:tag name="DEFAULTTRANSPARENT" val="Falsch"/>
  <p:tag name="DEFAULTWORKAROUNDTRANSPARENCYBUG" val="Falsch"/>
  <p:tag name="DEFAULTRESOLUTION" val="300"/>
  <p:tag name="DEFAULTMAGNIFICATION" val="0,8"/>
  <p:tag name="DEFAULTFONTSIZE" val="10"/>
  <p:tag name="DEFAULTWIDTH" val="526"/>
  <p:tag name="DEFAULTHEIGHT" val="3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87331"/>
  <p:tag name="ORIGINALWIDTH" val="959.573"/>
  <p:tag name="LATEXADDIN" val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1: Aussagenlogik}&#10;  \end{center}&#10;\end{document}&#10;"/>
  <p:tag name="IGUANATEXSIZE" val="20"/>
  <p:tag name="IGUANATEXCURSOR" val="283"/>
  <p:tag name="TRANSPARENCY" val="Wahr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Prof.~Dr.~Andreas Vog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7"/>
  <p:tag name="PICTUREFILESIZE" val="35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Men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1"/>
  <p:tag name="PICTUREFILESIZE" val="20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Unter einer \mydarkgreen Menge \black $M$ verstehen wir die Zusammenfassung von&#10;wohl unterschiedenen Objekten $x$ zu einer Gesamthei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72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F\&quot;ur jedes Objekt $x$ soll daher feststehen, ob es zu $M$ geh\&quot;ort --&#10;in diesem Fall schreiben wir $x \in M$ und sagen \mydarkgreen $x$ ist Element von&#10;$M$ \black  -- oder nicht -- in diesem Fall schreiben wir $x \notin M$ und sagen \mydarkgreen&#10;$x$ ist kein Element von $M$\black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830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M_1=\{$Rom, Basel, Paris$\}$ ist eine Menge mit drei St\&quot;adten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00"/>
  <p:tag name="PICTUREFILESIZE" val="727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Mengen werden spezifiziert (beschrieben) indem man entweder die Elemente durch &#10;Komma getrennt auflistet, oder die Eigenschaften der Elemente der Menge spezifizier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90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M_2=\{$1,8,3,55$\}$ ist eine Menge mit vier Zahlen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88"/>
  <p:tag name="PICTUREFILESIZE" val="61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$M_3=\{x\mid x$ ist ein Wochentag, der den Buchstaben s nicht enth\&quot;alt$\}$ ist eine Menge &#10;mit den Elementen Montag, Mittwoch und Freitag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548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also $M_3=\{$Montag, Mittwoch, Freitag$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83"/>
  <p:tag name="PICTUREFILESIZE" val="625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Basel $\in M_1$, aber Basel $\notin M_2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71"/>
  <p:tag name="PICTUREFILESIZE" val="486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(später mehr zu Mengen)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6"/>
  <p:tag name="PICTUREFILESIZE" val="38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Aussa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23"/>
  <p:tag name="PICTUREFILESIZE" val="25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Eine \df{Aussage} ist ein Satz, der entweder wahr oder falsch ist, also nie beides zugleich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55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e Aussagen haben den \df{Wahrheitswert} 1 und falsche Aussagen den Wahrheitswert 0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785"/>
  <p:tag name="TEXPOINTSCALING" val="0.94375186496310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``Windisch liegt in der Schweiz'' ist eine Aussage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10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``Es gibt mehr Ameisen als Spinnen auf der Welt'' ist eine Aussage,&#10; der Wahrheitswert \\\phantom{(2)} ist (mir) unbekann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63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eser Satz kann weder wahr noch falsch sein:\\&#10;Angenommen, der Satz w\&quot;are wahr, dann m\&quot;usste er falsch sein und wenn er&#10;falsch w\&quot;are, dann m\&quot;usste er wahr sein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84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``Der Barbier eines Dorfes rasiert alle M\&quot;anner des Dorfes die sich nicht selbst rasieren''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5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Geht auf Bertrand Russel (1903) zur\&quot;uck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14"/>
  <p:tag name="PICTUREFILESIZE" val="574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L\&quot;oste Grundlagenkrise der Mathematik aus, da man bis dahin dachte, dass man (im Prinzip)&#10;jedem&#10;Satz einen Wahrheitswert zuordnen k\&quot;onne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6290"/>
  <p:tag name="TEXPOINTSCALING" val="0.87400182088216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4) ``Dieser Satz ist falsch'' ist keine Aussage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5"/>
  <p:tag name="PICTUREFILESIZE" val="601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``Wie viel Uhr ist es?'' ist keine Aussage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52"/>
  <p:tag name="PICTUREFILESIZE" val="584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89142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Variablen, die nur zwei Werte 1 (``wahr'') und 0 (``falsch'') anehmen können, nennt man auch {\mydarkgreen Boolesche Variable).&#10;\end{document}&#10;"/>
  <p:tag name="IGUANATEXSIZE" val="20"/>
  <p:tag name="IGUANATEXCURSOR" val="8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.52764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Konjunktion}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0093"/>
  <p:tag name="LATEXADDIN" val="\documentclass{slides}&#10;\include{macros}&#10;\begin{document} Es seien $A$ und $B$ Aussagen. Dann ist auch ``$A$ und $B$'', &#10;dargestellt durch &#10;$(A\wedge B)$, eine Aussage, die sogenannte \gr{Konjunktion}.&#10;\end{document}&#10;"/>
  <p:tag name="IGUANATEXSIZE" val="20"/>
  <p:tag name="IGUANATEXCURSOR" val="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(``Windisch liegt in der Schweiz'' $\wedge$ ``Paris liegt in Frankreich'') &#10;ist eine Aussage\\\phantom{(1)}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75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01842"/>
  <p:tag name="ORIGINALWIDTH" val="960.0093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wedge B)$ ist wahr, genau dann, wenn $A$ wahr ist und $B$ wahr ist.&#10;\end{document}&#10;"/>
  <p:tag name="IGUANATEXSIZE" val="20"/>
  <p:tag name="IGUANATEXCURSOR" val="44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(``Windisch liegt in der Schweiz'' $\wedge$ ``Paris liegt in Italien'') &#10;ist eine Aussage\\\phantom{(1)} mit Wahrheitswert 0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38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(``Windisch liegt in Frankreich'' $\wedge$ ``Paris liegt in Italien'') &#10;ist eine Aussage\\\phantom{(1)} mit Wahrheitswert 0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10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60078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Die Abh\&quot;angigkeit des Wahrheitswertes der Aussage $(A\wedge B)$ von den Wahrheitswerten &#10;der beiden Bestandteile $A$ und $B$ kann man \&quot;ubersichtlich in Form einer&#10;\df{Wahrheitstafel} darstellen.&#10;\end{document}&#10;"/>
  <p:tag name="IGUANATEXSIZE" val="20"/>
  <p:tag name="IGUANATEXCURSOR" val="5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104.237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wedge B)$\\\hline&#10;0&amp;0&amp;0\\&#10;0&amp;1&amp;0\\&#10;1&amp;0&amp;0\\&#10;1&amp;1&amp;1\\\hline&#10;\end{tabular}&#10;\end{document}&#10;"/>
  <p:tag name="IGUANATEXSIZE" val="20"/>
  <p:tag name="IGUANATEXCURSOR" val="43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.18221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Disjunktion}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0093"/>
  <p:tag name="LATEXADDIN" val="\documentclass{slides}&#10;\include{macros}&#10;\begin{document} Es seien $A$ und $B$ Aussagen. Dann ist auch &#10;``$A$ oder $B$'', dargestellt durch &#10;$(A\vee B)$, eine Aussage, die sogenannte \gr{Disjunktion}.&#10;\end{document}&#10;"/>
  <p:tag name="IGUANATEXSIZE" val="20"/>
  <p:tag name="IGUANATEXCURSOR" val="14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(``Windisch liegt in der Schweiz'' $\vee$ ``Paris liegt in Frankreich'') &#10;ist eine Aussage\\\phantom{(1)}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74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92756"/>
  <p:tag name="ORIGINALWIDTH" val="959.573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vee B)$ ist falsch, genau dann, wenn $A$ falsch ist und $B$ falsch ist.&#10;\end{document}&#10;"/>
  <p:tag name="IGUANATEXSIZE" val="20"/>
  <p:tag name="IGUANATEXCURSOR" val="44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(``Windisch liegt in der Schweiz'' $\vee$ ``Paris liegt in Italien'') &#10;ist eine Aussage\\\phantom{(1)}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2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(``Windisch liegt in Frankreich'' $\vee$ ``Paris liegt in Italien'') &#10;ist eine Aussage\\\phantom{(1)} mit Wahrheitswert 0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10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heitstaf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1"/>
  <p:tag name="PICTUREFILESIZE" val="257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104.237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vee B)$\\\hline&#10;0&amp;0&amp;0\\&#10;0&amp;1&amp;1\\&#10;1&amp;0&amp;1\\&#10;1&amp;1&amp;1\\\hline&#10;\end{tabular}&#10;\end{document}&#10;"/>
  <p:tag name="IGUANATEXSIZE" val="20"/>
  <p:tag name="IGUANATEXCURSOR" val="41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80039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Negation}&#10;\end{document}&#10;"/>
  <p:tag name="IGUANATEXSIZE" val="20"/>
  <p:tag name="IGUANATEXCURSOR" val="38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0093"/>
  <p:tag name="LATEXADDIN" val="\documentclass{slides}&#10;\include{macros}&#10;\begin{document} Es sei $A$ ein Aussage. Dann ist auch &#10;``nicht $A$'', dargestellt durch &#10;$(\neg A)$, eine Aussage, die sogenannte \gr{Negation}.&#10;\end{document}&#10;"/>
  <p:tag name="IGUANATEXSIZE" val="20"/>
  <p:tag name="IGUANATEXCURSOR" val="1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14583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\neg A)$ ist wahr, genau dann, wenn $A$ falsch ist.&#10;\end{document}&#10;"/>
  <p:tag name="IGUANATEXSIZE" val="20"/>
  <p:tag name="IGUANATEXCURSOR" val="42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9.385"/>
  <p:tag name="ORIGINALWIDTH" val="1316.835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}\hline&#10;$A$&amp;$(\neg A)$\\\hline&#10;0&amp;1\\&#10;1&amp;0\\\hline&#10;\end{tabular}&#10;\end{document}&#10;"/>
  <p:tag name="IGUANATEXSIZE" val="20"/>
  <p:tag name="IGUANATEXCURSOR" val="42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heitstaf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1"/>
  <p:tag name="PICTUREFILESIZE" val="257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\blue Konven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19"/>
  <p:tag name="PICTUREFILESIZE" val="206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10961"/>
  <p:tag name="ORIGINALWIDTH" val="960.2275"/>
  <p:tag name="LATEXADDIN" val="\documentclass{slides}&#10;\include{macros}&#10;\begin{document}&#10;$\neg$ geht vor, d.h.~wir schreiben z.B.~$(\neg A\vee B)$ und meinen &#10;$((\neg A) \vee B)$ oder $(\neg A\Rightarrow  B)$ und meinen &#10;$( (\neg A) \Rightarrow B)$ und nicht $(\neg (A \vee B))$ bzw.~$(\neg (A \Rightarrow B))$.&#10;\end{document}&#10;"/>
  <p:tag name="IGUANATEXSIZE" val="20"/>
  <p:tag name="IGUANATEXCURSOR" val="2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s.~gleich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76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Macht das einen Unterschied?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3"/>
  <p:tag name="PICTUREFILESIZE" val="404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.00032"/>
  <p:tag name="ORIGINALWIDTH" val="960.2275"/>
  <p:tag name="LATEXADDIN" val="\documentclass{slides}&#10;\include{macros}&#10;\begin{document}&#10;Ja, $((\neg A) \vee B)$ ist i.A.~was anderes als $(\neg (A \vee B))$ !&#10;\end{document}&#10;"/>
  <p:tag name="IGUANATEXSIZE" val="20"/>
  <p:tag name="IGUANATEXCURSOR" val="12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14583"/>
  <p:tag name="ORIGINALWIDTH" val="959.573"/>
  <p:tag name="LATEXADDIN" val="\documentclass{slides}&#10;\include{macros}&#10;\begin{document}&#10;Z.B.~$A=B=$``Bern liegt in der Schweiz''&#10;\end{document}&#10;"/>
  <p:tag name="IGUANATEXSIZE" val="20"/>
  <p:tag name="IGUANATEXCURSOR" val="6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.07291"/>
  <p:tag name="ORIGINALWIDTH" val="959.7911"/>
  <p:tag name="LATEXADDIN" val="\documentclass{slides}&#10;\include{macros}&#10;\begin{document} &#10;$\neg$ ist ein sogenannter \gr{einstelliger Operator}. $\wedge$ und $\vee$ sind \gr{zweistellige Operatoren}.&#10;\end{document}&#10;"/>
  <p:tag name="IGUANATEXSIZE" val="20"/>
  <p:tag name="IGUANATEXCURSOR" val="1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.4735"/>
  <p:tag name="ORIGINALWIDTH" val="1462.317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\blue Bemerkung:&#10;\end{document}&#10;"/>
  <p:tag name="IGUANATEXSIZE" val="20"/>
  <p:tag name="IGUANATEXCURSOR" val="3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221.222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\\&#10;0&amp;1&amp;\\&#10;1&amp;0&amp;\\&#10;1&amp;1&amp;\\\hline&#10;\end{tabular}&#10;\end{document}&#10;"/>
  <p:tag name="IGUANATEXSIZE" val="20"/>
  <p:tag name="IGUANATEXCURSOR" val="43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.61858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0093"/>
  <p:tag name="LATEXADDIN" val="\documentclass{slides}&#10;\include{macros}&#10;\begin{document} Es seien $A$ und $B$ Aussagen. Dann ist auch &#10;``wenn $A$ dann $B$'', dargestellt durch &#10;$(A\Rightarrow B)$, eine Aussage, die sogenannte \gr{Implikation.}&#10;\end{document}&#10;"/>
  <p:tag name="IGUANATEXSIZE" val="20"/>
  <p:tag name="IGUANATEXCURSOR" val="1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&#10;Wie sollte die Wahrheitstafel aussehen?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02"/>
  <p:tag name="PICTUREFILESIZE" val="50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``Ein Zahlen-Sortieralgorithmus arbeitet korrekt, wenn bei Eingabe eines\\&#10;Arrays von Zahlen als Ausgabe das zugehörige sortierte Array rauskommt.''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6509"/>
  <p:tag name="TEXPOINTSCALING" val="0.76969867282443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Der Algorithmus stürzt ab, wenn im Array ein Buchstabe vorkomm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94"/>
  <p:tag name="PICTUREFILESIZE" val="8145"/>
  <p:tag name="TEXPOINTSCALING" val="0.8000938569434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\blue Motivation: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13"/>
  <p:tag name="PICTUREFILESIZE" val="203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Ist dies ein Widerspruch dazu, das der Algorithmus korrekt arbeitet?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93"/>
  <p:tag name="PICTUREFILESIZE" val="8296"/>
  <p:tag name="TEXPOINTSCALING" val="0.80014024874864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Nein!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"/>
  <p:tag name="PICTUREFILESIZE" val="142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Denn vom Algorithmus ist nur etwas verlangt,&#10;wenn die Eingabe korrekt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92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Wenn die Eingabe nicht passend ist, kann der Algorithmus tun was er will, ohne&#10;dass dies der Korrektheit widerspricht!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690"/>
  <p:tag name="TEXPOINTSCALING" val="0.9344018724229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 &#10;Der Algorithmus arbeitet genau dann &#10;nicht korrekt, wenn die Eingabe ein Array von Zahlen ist, die Ausgabe aber nicht das&#10;passende sortierte Array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7263"/>
  <p:tag name="TEXPOINTSCALING" val="0.93333528306749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.61858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92756"/>
  <p:tag name="ORIGINALWIDTH" val="960.4457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Rightarrow B)$ ist falsch, genau dann, wenn $A$ wahr ist und $B$ falsch ist.&#10;\end{document}&#10;"/>
  <p:tag name="IGUANATEXSIZE" val="20"/>
  <p:tag name="IGUANATEXCURSOR" val="45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221.222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1\\&#10;0&amp;1&amp;1\\&#10;1&amp;0&amp;0\\&#10;1&amp;1&amp;1\\\hline&#10;\end{tabular}&#10;\end{document}&#10;"/>
  <p:tag name="IGUANATEXSIZE" val="20"/>
  <p:tag name="IGUANATEXCURSOR" val="43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heitstaf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1"/>
  <p:tag name="PICTUREFILESIZE" val="257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(``Windisch liegt in der Schweiz''  $\Rightarrow$ ``Paris liegt in Frankreich'')&#10;ist eine Aussage\\\phantom{(1)}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628"/>
  <p:tag name="TEXPOINTSCALING" val="0.9344018724229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(``Windisch liegt in der Schweiz'' $\Rightarrow$ ``Paris liegt in Italien'') &#10;ist eine Aussage\\\phantom{(1)} mit Wahrheitswert 0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303"/>
  <p:tag name="TEXPOINTSCALING" val="0.9010684543185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(``Windisch liegt in Italien'' $\Rightarrow$ ``Paris liegt in Italien'') &#10;ist eine Aussage\\\phantom{(1)} mit Wahrheitswert 1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996"/>
  <p:tag name="TEXPOINTSCALING" val="0.83546829223632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0093"/>
  <p:tag name="LATEXADDIN" val="\documentclass{slides}&#10;\include{macros}&#10;\begin{document} Es seien $A$ und $B$ Aussagen. Dann ist auch &#10;``wenn $A$ dann $B$'', dargestellt durch &#10;$(A\Rightarrow B)$, eine Aussage, die sogenannte \gr{Implikation.}&#10;\end{document}&#10;"/>
  <p:tag name="IGUANATEXSIZE" val="20"/>
  <p:tag name="IGUANATEXCURSOR" val="1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.61858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Implikation}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60.0093"/>
  <p:tag name="LATEXADDIN" val="\documentclass{slides}&#10;\include{macros}&#10;\begin{document} Es seien $A$ und $B$ Aussagen. Dann ist auch &#10;``$A$ genau dann wenn $B$'', dargestellt durch &#10;$(A\Leftrightarrow B)$, eine Aussage, die sogenannte \gr{(logische) \&quot;Aquivalenz}.&#10;\end{document}&#10;"/>
  <p:tag name="IGUANATEXSIZE" val="20"/>
  <p:tag name="IGUANATEXCURSOR" val="1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.47291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(A\Leftrightarrow B)$ ist wahr, genau dann, wenn $A$ und $B$ den &#10;gleichen Wahrheitswert haben.&#10;\end{document}&#10;"/>
  <p:tag name="IGUANATEXSIZE" val="20"/>
  <p:tag name="IGUANATEXCURSOR" val="44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221.222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Leftrightarrow B)$\\\hline&#10;0&amp;0&amp;1\\&#10;0&amp;1&amp;0\\&#10;1&amp;0&amp;0\\&#10;1&amp;1&amp;1\\\hline&#10;\end{tabular}&#10;\end{document}&#10;"/>
  <p:tag name="IGUANATEXSIZE" val="20"/>
  <p:tag name="IGUANATEXCURSOR" val="44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heitstaf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1"/>
  <p:tag name="PICTUREFILESIZE" val="257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.9459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: \&quot;Aquivalenz}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42"/>
  <p:tag name="PICTUREFILESIZE" val="496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90992"/>
  <p:tag name="ORIGINALWIDTH" val="959.7911"/>
  <p:tag name="LATEXADDIN" val="\documentclass{slides}&#10;\include{macros}&#10;\begin{document} Wir haben nun eine ganze Reihe an Operatoren kennengelernt.\\&#10;Diese Operatoren machen aus Aussagen neue Aussagen, auf die man dann wiederum solche Operatoren anwenden kann.&#10;\end{document}&#10;"/>
  <p:tag name="IGUANATEXSIZE" val="20"/>
  <p:tag name="IGUANATEXCURSOR" val="11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0093"/>
  <p:tag name="LATEXADDIN" val="\documentclass{slides}&#10;\include{macros}&#10;\begin{document} &#10;So entstehen komplexe Gebilde, die man aber einfach schrittweise auswerten kann, um den Wahrheitsgehalt zu bestimmen.&#10;\end{document}&#10;"/>
  <p:tag name="IGUANATEXSIZE" val="20"/>
  <p:tag name="IGUANATEXCURSOR" val="1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56409"/>
  <p:tag name="ORIGINALWIDTH" val="959.1366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A$: ``Windisch liegt in der Schweiz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81866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B$: ``Windisch liegt in Deutschland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60.663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C$: ``Bern liegt in Deutschland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.07307"/>
  <p:tag name="ORIGINALWIDTH" val="959.573"/>
  <p:tag name="LATEXADDIN" val="\documentclass{slides}&#10;\include{macros}&#10;\begin{document} &#10;Wir bestimmen den Wahrheitsgehalt von  $ (\neg A\Rightarrow B)\wedge \neg C $:&#10;\end{document}&#10;"/>
  <p:tag name="IGUANATEXSIZE" val="20"/>
  <p:tag name="IGUANATEXCURSOR" val="13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 &#10;\blue Beispiel:&#10;\end{document}&#10;"/>
  <p:tag name="IGUANATEXSIZE" val="20"/>
  <p:tag name="IGUANATEXCURSOR" val="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689.9138"/>
  <p:tag name="LATEXADDIN" val="\documentclass{slides}&#10;\include{macros}&#10;\begin{document} &#10;Es sei&#10;\end{document}&#10;"/>
  <p:tag name="IGUANATEXSIZE" val="20"/>
  <p:tag name="IGUANATEXCURSOR" val="6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937.008"/>
  <p:tag name="LATEXADDIN" val="\documentclass{slides}&#10;\include{macros}&#10;\begin{document} &#10;$ (\neg A\Rightarrow B)\wedge \neg C $:&#10;\end{document}&#10;"/>
  <p:tag name="IGUANATEXSIZE" val="20"/>
  <p:tag name="IGUANATEXCURSOR" val="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688.413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falsch&#10;\end{document}&#10;"/>
  <p:tag name="IGUANATEXSIZE" val="20"/>
  <p:tag name="IGUANATEXCURSOR" val="389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Verkn\&quot;upfen von Aussa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42"/>
  <p:tag name="PICTUREFILESIZE" val="496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.27378"/>
  <p:tag name="ORIGINALWIDTH" val="720.0347"/>
  <p:tag name="LATEXADDIN" val="\documentclass{slides}&#10;\include{macros}&#10;\begin{document}&#10;&#10;Geben Sie den Wahrheitswert der folgenden Aussagen an:&#10;&#10;\end{document}&#10;"/>
  <p:tag name="IGUANATEXSIZE" val="20"/>
  <p:tag name="IGUANATEXCURSOR" val="100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692.53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Lernkontrolle:&#10;\end{document}&#10;"/>
  <p:tag name="IGUANATEXSIZE" val="20"/>
  <p:tag name="IGUANATEXCURSOR" val="356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927.259"/>
  <p:tag name="LATEXADDIN" val="\documentclass{slides}&#10;\include{macros}&#10;\begin{document} &#10;\itmE{ $(A\wedge B)\vee C$}&#10;\end{document}&#10;"/>
  <p:tag name="IGUANATEXSIZE" val="20"/>
  <p:tag name="IGUANATEXCURSOR" val="8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.14685"/>
  <p:tag name="ORIGINALWIDTH" val="719.3802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Gegeben seien die folgenden drei Aussagen:&#10;\end{document}&#10;"/>
  <p:tag name="IGUANATEXSIZE" val="20"/>
  <p:tag name="IGUANATEXCURSOR" val="425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2023.997"/>
  <p:tag name="LATEXADDIN" val="\documentclass{slides}&#10;\include{macros}&#10;\begin{document} &#10;\itmZ{ $ A\Rightarrow (B\vee C)$}&#10;\end{document}&#10;"/>
  <p:tag name="IGUANATEXSIZE" val="20"/>
  <p:tag name="IGUANATEXCURSOR" val="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2336.708"/>
  <p:tag name="LATEXADDIN" val="\documentclass{slides}&#10;\include{macros}&#10;\begin{document} &#10;\itmD{ $(A\Leftrightarrow B)\Rightarrow \neg C$}&#10;\end{document}&#10;"/>
  <p:tag name="IGUANATEXSIZE" val="20"/>
  <p:tag name="IGUANATEXCURSOR" val="1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688.413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falsch&#10;\end{document}&#10;"/>
  <p:tag name="IGUANATEXSIZE" val="20"/>
  <p:tag name="IGUANATEXCURSOR" val="389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592.425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wahr&#10;&#10;\end{document}&#10;"/>
  <p:tag name="IGUANATEXSIZE" val="20"/>
  <p:tag name="IGUANATEXCURSOR" val="388"/>
  <p:tag name="TRANSPARENCY" val="Falsch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56409"/>
  <p:tag name="ORIGINALWIDTH" val="959.1366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A$: ``Windisch liegt in der Schweiz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81866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B$: ``Windisch liegt in Deutschland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60.663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command{\df}[1]{\mydarkgreen {#1} \black}&#10;\newrgbcolor{mydarkblue}{0.0 0.0 0.4}&#10;\newrgbcolor{mydarkgreen}{0.0 0.4 0.0}&#10;\pagestyle{empty}&#10;\begin{document}&#10;$C$: ``Bern liegt in Deutschland''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70961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logische Formel, Belegungen}&#10;\end{document}&#10;"/>
  <p:tag name="IGUANATEXSIZE" val="20"/>
  <p:tag name="IGUANATEXCURSOR" val="3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65536"/>
  <p:tag name="ORIGINALWIDTH" val="960.0093"/>
  <p:tag name="LATEXADDIN" val="\documentclass{slides}&#10;\include{macros}&#10;\begin{document} &#10;Wenn man in einem Ausdruck der Form  $ (\neg A\Rightarrow B)\wedge \neg C $ von den konkreten Aussagen $A$, &#10;$B$ und $C$ abstrahiert und diese als Variablen ansieht, dann nennt man ein solches Gebilde \gr{logische Formel}, die oft mit Kleinbuchstaben bezeichnet werden.&#10;\end{document}&#10;"/>
  <p:tag name="IGUANATEXSIZE" val="20"/>
  <p:tag name="IGUANATEXCURSOR" val="32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3826"/>
  <p:tag name="ORIGINALWIDTH" val="959.7911"/>
  <p:tag name="LATEXADDIN" val="\documentclass{slides}&#10;\include{macros}&#10;\begin{document} &#10;Wenn man nun jeder Variablen einen Wahrheitswert zuweist (man nennt dies auch \gr{Belegung von Variablen}, kann man den Wahrheitswert der Formel schrittweise bestimmen.&#10;\end{document}&#10;"/>
  <p:tag name="IGUANATEXSIZE" val="20"/>
  <p:tag name="IGUANATEXCURSOR" val="22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52772"/>
  <p:tag name="ORIGINALWIDTH" val="959.7911"/>
  <p:tag name="LATEXADDIN" val="\documentclass{slides}&#10;\include{macros}&#10;\begin{document} &#10;&#10;&#10;Mit der Belegung $A=0$, $B=1$ und $C=0$ hat die Formel $f=(\neg A\Rightarrow B)\wedge \neg C$ den Wahrheitswert 1.&#10;\end{document}&#10;"/>
  <p:tag name="IGUANATEXSIZE" val="20"/>
  <p:tag name="IGUANATEXCURSOR" val="1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 &#10;&#10;\blue Beispiel:&#10;\end{document}&#10;"/>
  <p:tag name="IGUANATEXSIZE" val="20"/>
  <p:tag name="IGUANATEXCURSOR" val="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0093"/>
  <p:tag name="LATEXADDIN" val="\documentclass{slides}&#10;\include{macros}&#10;\begin{document} &#10;Bei einer gegebenen Formel $f$ heisst eine Belegung&#10;\gr{erfüllende Belegung}, wenn die Formel zu 1 auswertet, andernfalls \gr{nicht erfüllende Belegung}.&#10;\end{document}&#10;"/>
  <p:tag name="IGUANATEXSIZE" val="20"/>
  <p:tag name="IGUANATEXCURSOR" val="2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&#10;\include{macros}&#10;\begin{document} &#10;&#10;\blue Definition:&#10;\end{document}&#10;"/>
  <p:tag name="IGUANATEXSIZE" val="20"/>
  <p:tag name="IGUANATEXCURSOR" val="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2275"/>
  <p:tag name="LATEXADDIN" val="\documentclass{slides}&#10;\include{macros}&#10;\begin{document} &#10;Man kann für eine Formel immer alle Kombinationen ausprobieren, um eine erfüllende Belegung zu finden. Bei grossen Formel dauert das aber extrem lang.&#10;\end{document}&#10;"/>
  <p:tag name="IGUANATEXSIZE" val="20"/>
  <p:tag name="IGUANATEXCURSOR" val="20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60.2275"/>
  <p:tag name="LATEXADDIN" val="\documentclass{slides}&#10;\include{macros}&#10;\begin{document} &#10;Die Frage, ob eine gegebene logische Formel überhaupt eine erfüllende Belegung hat, wird das&#10;\gr{Erfüllbarkeitsproblem} (SAT, von engl. satisfiability) genannt.&#10;\end{document}&#10;"/>
  <p:tag name="IGUANATEXSIZE" val="20"/>
  <p:tag name="IGUANATEXCURSOR" val="21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2275"/>
  <p:tag name="LATEXADDIN" val="\documentclass{slides}&#10;\include{macros}&#10;\begin{document} &#10;Für dieses Problem hat man noch keinen effizienten Algorithmus gefunden. Es spielt eine wichtige Rolle in der theoretischen Informatik.&#10;\end{document}&#10;"/>
  <p:tag name="IGUANATEXSIZE" val="20"/>
  <p:tag name="IGUANATEXCURSOR" val="18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2001.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Syntaxbaum}&#10;\end{document}&#10;"/>
  <p:tag name="IGUANATEXSIZE" val="20"/>
  <p:tag name="IGUANATEXCURSOR" val="3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21866"/>
  <p:tag name="ORIGINALWIDTH" val="960.0093"/>
  <p:tag name="LATEXADDIN" val="\documentclass{slides}&#10;\include{macros}&#10;\begin{document} &#10;Eine logische Formel kann man auch übersichtlich durch einen sogenannten \gr{Syntaxbaum} darstellen.&#10;\end{document}&#10;"/>
  <p:tag name="IGUANATEXSIZE" val="20"/>
  <p:tag name="IGUANATEXCURSOR" val="1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3096"/>
  <p:tag name="ORIGINALWIDTH" val="960.0093"/>
  <p:tag name="LATEXADDIN" val="\documentclass{slides}&#10;\include{macros}&#10;\begin{document} &#10;Syntaxbaum von $ f=(\neg A\Rightarrow B)\wedge \neg C $:&#10;\end{document}&#10;"/>
  <p:tag name="IGUANATEXSIZE" val="20"/>
  <p:tag name="IGUANATEXCURSOR" val="7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59.7911"/>
  <p:tag name="LATEXADDIN" val="\documentclass{slides}&#10;\include{macros}&#10;\begin{document} &#10;Einen solchen Syntaxbaum kann man auch nutzen, um den Wahrheitswert der Formel bei einer gegebenen Belegung der Variablen zu bestimmen.&#10;\end{document}&#10;"/>
  <p:tag name="IGUANATEXSIZE" val="20"/>
  <p:tag name="IGUANATEXCURSOR" val="1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 &#10;\blue Beispiel:&#10;\end{document}&#10;"/>
  <p:tag name="IGUANATEXSIZE" val="20"/>
  <p:tag name="IGUANATEXCURSOR" val="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00024"/>
  <p:tag name="ORIGINALWIDTH" val="959.573"/>
  <p:tag name="LATEXADDIN" val="\documentclass{slides}&#10;\include{macros}&#10;\begin{document} &#10;Wir werten die Formel unter der Belegung $A=1$, $B=1$, $C=0$ aus.&#10;\end{document}&#10;"/>
  <p:tag name="IGUANATEXSIZE" val="20"/>
  <p:tag name="IGUANATEXCURSOR" val="12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00.4874"/>
  <p:tag name="LATEXADDIN" val="\documentclass{slides}&#10;\include{macros}&#10;\begin{document} &#10;1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25.2343"/>
  <p:tag name="LATEXADDIN" val="\documentclass{slides}&#10;\include{macros}&#10;\begin{document} &#10;0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9641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autologie und Kontradiktion}&#10;\end{document}&#10;"/>
  <p:tag name="IGUANATEXSIZE" val="20"/>
  <p:tag name="IGUANATEXCURSOR" val="3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59.7911"/>
  <p:tag name="LATEXADDIN" val="\documentclass{slides}&#10;\include{macros}&#10;\begin{document}&#10;Wenn eine logische Formel  f\&quot;ur alle Belegungen  stets den Wahrheitswert 1 hat,&#10;dann nennt man diese Formel \mydarkgreen Tautologie\black.&#10;\end{document}&#10;"/>
  <p:tag name="IGUANATEXSIZE" val="20"/>
  <p:tag name="IGUANATEXCURSOR" val="1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21866"/>
  <p:tag name="ORIGINALWIDTH" val="959.7911"/>
  <p:tag name="LATEXADDIN" val="\documentclass{slides}&#10;\include{macros}&#10;\begin{document}&#10;Wenn eine logische Formel  f\&quot;ur alle Belegungen  stets den Wahrheitswert 0 hat,&#10;dann nennt man diese Formel \mydarkgreen Kontradiktion\black.&#10;\end{document}&#10;"/>
  <p:tag name="IGUANATEXSIZE" val="20"/>
  <p:tag name="IGUANATEXCURSOR" val="19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124.85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1.7125"/>
  <p:tag name="ORIGINALWIDTH" val="960.6639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}\hline&#10;$A$&amp;$B$&amp;$(A\vee B)$&amp;$(A\Rightarrow (A\vee B))$\\\hline&#10;0&amp;0&amp;0&amp;1\\&#10;0&amp;1&amp;1&amp;1\\&#10;1&amp;0&amp;1&amp;1\\&#10;1&amp;1&amp;1&amp;1\\&#10;\hline&#10;\end{tabular}&#10;\end{document}&#10;"/>
  <p:tag name="IGUANATEXSIZE" val="20"/>
  <p:tag name="IGUANATEXCURSOR" val="4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994.75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 $A\Rightarrow (A\vee B)$&#10;\end{document}&#10;"/>
  <p:tag name="IGUANATEXSIZE" val="20"/>
  <p:tag name="IGUANATEXCURSOR" val="36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1331.084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Tautologie&#10;\end{document}&#10;"/>
  <p:tag name="IGUANATEXSIZE" val="20"/>
  <p:tag name="IGUANATEXCURSOR" val="34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.8189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 $(A\Rightarrow B)\Leftrightarrow (\neg B\Rightarrow \neg A)$&#10;\end{document}&#10;"/>
  <p:tag name="IGUANATEXSIZE" val="20"/>
  <p:tag name="IGUANATEXCURSOR" val="33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925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c|c|}\hline&#10;$A$&amp;$B$&amp;$(A\Rightarrow B)$&amp;$(\neg A)$&amp;$(\neg B)$&amp;&#10;$(\neg B\Rightarrow \neg A)$&amp;$((A\Rightarrow B)\Leftrightarrow&#10;(\neg B\Rightarrow \neg A)$\\\hline&#10;0&amp;0&amp;1&amp;1&amp;1&amp;1&amp;1\\&#10;0&amp;1&amp;1&amp;1&amp;0&amp;1&amp;1\\&#10;1&amp;0&amp;0&amp;0&amp;1&amp;0&amp;1\\&#10;1&amp;1&amp;1&amp;0&amp;0&amp;1&amp;1\\\hline&#10;\end{tabular}&#10;\end{document}&#10;"/>
  <p:tag name="IGUANATEXSIZE" val="20"/>
  <p:tag name="IGUANATEXCURSOR" val="5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1331.084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Tautologie&#10;\end{document}&#10;"/>
  <p:tag name="IGUANATEXSIZE" val="20"/>
  <p:tag name="IGUANATEXCURSOR" val="34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328.084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 $A\wedge \neg A$&#10;\end{document}&#10;"/>
  <p:tag name="IGUANATEXSIZE" val="20"/>
  <p:tag name="IGUANATEXCURSOR" val="33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1688.03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ntradiktion&#10;\end{document}&#10;"/>
  <p:tag name="IGUANATEXSIZE" val="20"/>
  <p:tag name="IGUANATEXCURSOR" val="35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9.385"/>
  <p:tag name="ORIGINALWIDTH" val="2186.727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\neg A$&amp;$A\wedge \neg A$ \\\hline&#10;0&amp;1&amp;0\\&#10;1&amp;0&amp;0\\&#10;&#10;\hline&#10;\end{tabular}&#10;\end{document}&#10;"/>
  <p:tag name="IGUANATEXSIZE" val="20"/>
  <p:tag name="IGUANATEXCURSOR" val="4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1.7125"/>
  <p:tag name="ORIGINALWIDTH" val="960.6639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}\hline&#10;$A$&amp;$B$&amp;$(A\vee B)$&amp;$(A\Rightarrow (A\vee B))$\\\hline&#10;0&amp;0&amp;0&amp;1\\&#10;0&amp;1&amp;1&amp;1\\&#10;1&amp;0&amp;1&amp;1\\&#10;1&amp;1&amp;1&amp;1\\&#10;\hline&#10;\end{tabular}&#10;\end{document}&#10;"/>
  <p:tag name="IGUANATEXSIZE" val="20"/>
  <p:tag name="IGUANATEXCURSOR" val="4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925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c|c|}\hline&#10;$A$&amp;$B$&amp;$(A\Rightarrow B)$&amp;$(\neg A)$&amp;$(\neg B)$&amp;&#10;$(\neg B\Rightarrow \neg A)$&amp;$((A\Rightarrow B)\Leftrightarrow&#10;(\neg B\Rightarrow \neg A)$\\\hline&#10;0&amp;0&amp;1&amp;1&amp;1&amp;1&amp;1\\&#10;0&amp;1&amp;1&amp;1&amp;0&amp;1&amp;1\\&#10;1&amp;0&amp;0&amp;0&amp;1&amp;0&amp;1\\&#10;1&amp;1&amp;1&amp;0&amp;0&amp;1&amp;1\\\hline&#10;\end{tabular}&#10;\end{document}&#10;"/>
  <p:tag name="IGUANATEXSIZE" val="20"/>
  <p:tag name="IGUANATEXCURSOR" val="5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9.385"/>
  <p:tag name="ORIGINALWIDTH" val="2186.727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\neg A$&amp;$A\wedge \neg A$ \\\hline&#10;0&amp;1&amp;0\\&#10;1&amp;0&amp;0\\&#10;&#10;\hline&#10;\end{tabular}&#10;\end{document}&#10;"/>
  <p:tag name="IGUANATEXSIZE" val="20"/>
  <p:tag name="IGUANATEXCURSOR" val="4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.47339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Semantische \&quot;Aquivalenz}&#10;\end{document}&#10;"/>
  <p:tag name="IGUANATEXSIZE" val="20"/>
  <p:tag name="IGUANATEXCURSOR" val="3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.85535"/>
  <p:tag name="ORIGINALWIDTH" val="959.7911"/>
  <p:tag name="LATEXADDIN" val="\documentclass{slides}&#10;\include{macros}&#10;\begin{document}&#10;Zwei logische Formeln heissen \gr{semantisch äquivalent}, falls sie dieselbe Wahrheitstafel haben, d.h.~wenn sie für alle Belegungen stets den selben Wahrheitsgehalt haben.&#10;\end{document}&#10;"/>
  <p:tag name="IGUANATEXSIZE" val="20"/>
  <p:tag name="IGUANATEXCURSOR" val="22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9719"/>
  <p:tag name="ORIGINALWIDTH" val="1929.509"/>
  <p:tag name="LATEXADDIN" val="\documentclass{slides}&#10;\include{macros}&#10;\begin{document}&#10;Notation: $f\equiv g$&#10;\end{document}&#10;"/>
  <p:tag name="IGUANATEXSIZE" val="20"/>
  <p:tag name="IGUANATEXCURSOR" val="7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124.85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3265.092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 $(A\Rightarrow B)\equiv(\neg B\Rightarrow \neg A)$&#10;\end{document}&#10;"/>
  <p:tag name="IGUANATEXSIZE" val="20"/>
  <p:tag name="IGUANATEXCURSOR" val="39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2972.62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 $(A\Rightarrow B)\equiv (\neg A\vee B)$&#10;\end{document}&#10;"/>
  <p:tag name="IGUANATEXSIZE" val="20"/>
  <p:tag name="IGUANATEXCURSOR" val="37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3309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}\hline&#10;$A$&amp;$B$&amp;$\neg A$&amp;$\neg A\Rightarrow B$&amp;$A\Rightarrow B$\\\hline&#10;0&amp;0&amp;1&amp;1&amp;1\\&#10;0&amp;1&amp;1&amp;1&amp;1\\&#10;1&amp;0&amp;0&amp;0&amp;0\\&#10;1&amp;1&amp;0&amp;1&amp;1\\\hline&#10;\end{tabular}&#10;\end{document}&#10;"/>
  <p:tag name="IGUANATEXSIZE" val="20"/>
  <p:tag name="IGUANATEXCURSOR" val="5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49118"/>
  <p:tag name="ORIGINALWIDTH" val="959.573"/>
  <p:tag name="LATEXADDIN" val="\documentclass{slides}&#10;\include{macros}&#10;\begin{document}&#10;Es gilt also $f\equiv g$ genau dann, wenn $f\Leftrightarrow g$ eine Tautologie ist.&#10;\end{document}&#10;"/>
  <p:tag name="IGUANATEXSIZE" val="20"/>
  <p:tag name="IGUANATEXCURSOR" val="14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.80032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 $(A\Rightarrow B)\Leftrightarrow (\neg B\Rightarrow \neg A)$ ist gemäss voriger Folie eine Tautologie.&#10;\end{document}&#10;"/>
  <p:tag name="IGUANATEXSIZE" val="20"/>
  <p:tag name="IGUANATEXCURSOR" val="4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09118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r können also die Implikation aus $\neg$ und $\vee$ zusammenbauen.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3309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c|c|}\hline&#10;$A$&amp;$B$&amp;$\neg A$&amp;$\neg A\Rightarrow B$&amp;$A\Rightarrow B$\\\hline&#10;0&amp;0&amp;1&amp;1&amp;1\\&#10;0&amp;1&amp;1&amp;1&amp;1\\&#10;1&amp;0&amp;0&amp;0&amp;0\\&#10;1&amp;1&amp;0&amp;1&amp;1\\\hline&#10;\end{tabular}&#10;\end{document}&#10;"/>
  <p:tag name="IGUANATEXSIZE" val="20"/>
  <p:tag name="IGUANATEXCURSOR" val="5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2176.22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regeln}&#10;\end{document}&#10;"/>
  <p:tag name="IGUANATEXSIZE" val="20"/>
  <p:tag name="IGUANATEXCURSOR" val="3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m folgenden listen wir einige Rechenregeln auf, die nützlich sind, wenn man logische Formeln vereinfachen will.&#10;\end{document}&#10;"/>
  <p:tag name="IGUANATEXSIZE" val="20"/>
  <p:tag name="IGUANATEXCURSOR" val="44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78205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f,g$ und $h$ logische Formeln. Dann gelten die folgenden Regeln:&#10;\end{document}&#10;"/>
  <p:tag name="IGUANATEXSIZE" val="20"/>
  <p:tag name="IGUANATEXCURSOR" val="4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2176.22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regeln}&#10;\end{document}&#10;"/>
  <p:tag name="IGUANATEXSIZE" val="20"/>
  <p:tag name="IGUANATEXCURSOR" val="3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.12764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r vereinfachen die Formel $f=(A\vee \neg B)\wedge (A\vee B)$.&#10;\end{document}&#10;"/>
  <p:tag name="IGUANATEXSIZE" val="20"/>
  <p:tag name="IGUANATEXCURSOR" val="4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3278"/>
  <p:tag name="ORIGINALWIDTH" val="960.663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(A\vee \neg B)\wedge (A\vee B) \equiv A\vee (\neg B\wedge B)$&#10;\end{document}&#10;"/>
  <p:tag name="IGUANATEXSIZE" val="20"/>
  <p:tag name="IGUANATEXCURSOR" val="3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2.2272"/>
  <p:tag name="ORIGINALWIDTH" val="893.8882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equiv A\vee 0$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453.693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equiv A$&#10;\end{document}&#10;"/>
  <p:tag name="IGUANATEXSIZE" val="20"/>
  <p:tag name="IGUANATEXCURSOR" val="34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077.9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&#10;\end{document}&#10;"/>
  <p:tag name="IGUANATEXSIZE" val="20"/>
  <p:tag name="IGUANATEXCURSOR" val="35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006.749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Negationsgesetz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1977.50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dentitätsgesetz&#10;\end{document}&#10;"/>
  <p:tag name="IGUANATEXSIZE" val="20"/>
  <p:tag name="IGUANATEXCURSOR" val="34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43693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5.7469"/>
  <p:tag name="ORIGINALWIDTH" val="960.0093"/>
  <p:tag name="LATEXADDIN" val="\documentclass{slides}&#10;\include{macros}&#10;\begin{document}&#10;Wir lernen nun zwei Normalformen für logische Formeln kennen.&#10;&#10;Normalformen bringen unterschiedliche logische Formeln in eine einheitliche Struktur. Dadurch lassen sie sich leichter analysieren, vergleichen und automatisiert verarbeiten.&#10;\end{document}&#10;"/>
  <p:tag name="IGUANATEXSIZE" val="20"/>
  <p:tag name="IGUANATEXCURSOR" val="29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6548"/>
  <p:tag name="ORIGINALWIDTH" val="960.2275"/>
  <p:tag name="LATEXADDIN" val="\documentclass{slides}&#10;\include{macros}&#10;\begin{document}&#10;Wir werden aus Übersichtlichkeitsgründen auch $\bar A$ anstelle von $\neg A$ verwenden.&#10;\end{document}&#10;"/>
  <p:tag name="IGUANATEXSIZE" val="20"/>
  <p:tag name="IGUANATEXCURSOR" val="14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&#10;\include{macros}&#10;\begin{document}&#10;\df&#10;\end{document}&#10;"/>
  <p:tag name="IGUANATEXSIZE" val="20"/>
  <p:tag name="IGUANATEXCURSOR" val="6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0381"/>
  <p:tag name="ORIGINALWIDTH" val="960.2275"/>
  <p:tag name="LATEXADDIN" val="\documentclass{slides}&#10;\include{macros}&#10;\begin{document}&#10;Eine Formel $f$ ist in \gr{konjunktiver Normalform (KNF)}, falls sie die Form&#10;$$f = f_1 \wedge f_2 \wedge\ldots\wedge f_m$$&#10;für ein $m \geq 1$ hat, wobei alle $f_i$ für $1 \leq i \leq m$ die Form&#10;$f_i = (l_{i,1} \vee l_{i,2} \vee \ldots \vee l_{i,n_i})$&#10;für $n_i \geq 1$ haben, wobei jedes $l_{i,j}$ ein \gr{Literal} ist, d. h. eine Variable oder&#10;eine negierte Variable. Die Teilformeln $f_i$ werden \gr{Klauseln} genannt.\end{document}&#10;"/>
  <p:tag name="IGUANATEXSIZE" val="20"/>
  <p:tag name="IGUANATEXCURSOR" val="24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&#10;\blue Beispiel:&#10;\end{document}&#10;"/>
  <p:tag name="IGUANATEXSIZE" val="20"/>
  <p:tag name="IGUANATEXCURSOR" val="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89142"/>
  <p:tag name="ORIGINALWIDTH" val="960.2275"/>
  <p:tag name="LATEXADDIN" val="\documentclass{slides}&#10;\include{macros}&#10;\begin{document}&#10;$(A \vee \bar B) \wedge(A \vee\bar C) \wedge (D) \wedge (C \vee\bar D \vee \bar E)$&#10;\end{document}&#10;"/>
  <p:tag name="IGUANATEXSIZE" val="20"/>
  <p:tag name="IGUANATEXCURSOR" val="1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1006.374"/>
  <p:tag name="LATEXADDIN" val="\documentclass{slides}&#10;\include{macros}&#10;\begin{document}&#10;\gr{Klauseln}\end{document}&#10;"/>
  <p:tag name="IGUANATEXSIZE" val="20"/>
  <p:tag name="IGUANATEXCURSOR" val="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914.1357"/>
  <p:tag name="LATEXADDIN" val="\documentclass{slides}&#10;\include{macros}&#10;\begin{document}&#10;\blue Literale&#10;\end{document}&#10;"/>
  <p:tag name="IGUANATEXSIZE" val="20"/>
  <p:tag name="IGUANATEXCURSOR" val="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43693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21866"/>
  <p:tag name="ORIGINALWIDTH" val="959.7911"/>
  <p:tag name="LATEXADDIN" val="\documentclass{slides}&#10;\include{macros}&#10;\begin{document}&#10;Wie können wir nun aus einer Wahrheitstabelle einer Formel $f$ die konjunktive Normalform bestimmen?&#10;\end{document}&#10;"/>
  <p:tag name="IGUANATEXSIZE" val="20"/>
  <p:tag name="IGUANATEXCURSOR" val="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59.7911"/>
  <p:tag name="LATEXADDIN" val="\documentclass{slides}&#10;\include{macros}&#10;\begin{document}&#10;Wir schauen uns zunächst den Fall an, wo es nur eine nicht erfüllende Belegung gibt.&#10;\end{document}&#10;"/>
  <p:tag name="IGUANATEXSIZE" val="20"/>
  <p:tag name="IGUANATEXCURSOR" val="11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58236"/>
  <p:tag name="ORIGINALWIDTH" val="960.6639"/>
  <p:tag name="LATEXADDIN" val="\documentclass{slides}&#10;\include{macros}&#10;\begin{document}&#10;Warum ist &#10;$\bar A\vee B\vee\bar C$ die KNF?&#10;\end{document}&#10;"/>
  <p:tag name="IGUANATEXSIZE" val="20"/>
  <p:tag name="IGUANATEXCURSOR" val="1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.56433"/>
  <p:tag name="ORIGINALWIDTH" val="959.573"/>
  <p:tag name="LATEXADDIN" val="\documentclass{slides}&#10;\include{macros}&#10;\textwidth200mm&#10;\begin{document}&#10;Die Klausel ist genau dann falsch, wenn alle Literale  falsch sind.&#10;\end{document}&#10;"/>
  <p:tag name="IGUANATEXSIZE" val="20"/>
  <p:tag name="IGUANATEXCURSOR" val="12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5822"/>
  <p:tag name="ORIGINALWIDTH" val="959.7911"/>
  <p:tag name="LATEXADDIN" val="\documentclass{slides}&#10;\include{macros}&#10;\textwidth220mm&#10;\begin{document}&#10;Also genau im Fall $A=1$, $B=0$, $C=1$.&#10;\end{document}&#10;"/>
  <p:tag name="IGUANATEXSIZE" val="20"/>
  <p:tag name="IGUANATEXCURSOR" val="1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6.36441"/>
  <p:tag name="ORIGINALWIDTH" val="960.0093"/>
  <p:tag name="LATEXADDIN" val="\documentclass{slides}&#10;\include{macros}&#10;\textwidth200mm&#10;\begin{document}&#10;In allen anderen Fällen ist mindestens ein Literal wahr, womit die Oder-Verknüpfung damit ebenfalls wahr ist.&#10;\end{document}&#10;"/>
  <p:tag name="IGUANATEXSIZE" val="20"/>
  <p:tag name="IGUANATEXCURSOR" val="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43693"/>
  <p:tag name="ORIGINALWIDTH" val="959.354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njunktive Normalform}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.20016"/>
  <p:tag name="ORIGINALWIDTH" val="959.7911"/>
  <p:tag name="LATEXADDIN" val="\documentclass{slides}&#10;\include{macros}&#10;\begin{document}&#10;Wie kann man nun eine KNF für eine Formel bauen, bei der zwei&#10;Nullen vorkommen?&#10;\end{document}&#10;"/>
  <p:tag name="IGUANATEXSIZE" val="20"/>
  <p:tag name="IGUANATEXCURSOR" val="9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3047.619"/>
  <p:tag name="LATEXADDIN" val="\documentclass{slides}&#10;\include{macros}&#10;\begin{document}&#10;Durch eine Konjunktion!&#10;\end{document}&#10;"/>
  <p:tag name="IGUANATEXSIZE" val="20"/>
  <p:tag name="IGUANATEXCURSOR" val="8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.4788"/>
  <p:tag name="ORIGINALWIDTH" val="620.9224"/>
  <p:tag name="LATEXADDIN" val="\documentclass{slides}&#10;\include{macros}&#10;\begin{document}&#10;KNF:&#10;\end{document}&#10;"/>
  <p:tag name="IGUANATEXSIZE" val="20"/>
  <p:tag name="IGUANATEXCURSOR" val="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2175"/>
  <p:tag name="ORIGINALWIDTH" val="3118.11"/>
  <p:tag name="LATEXADDIN" val="\documentclass{slides}&#10;\include{macros}&#10;\begin{document}&#10;$(\bar A\vee B \vee \bar C)\wedge (A\vee B\vee \bar C)$&#10;\end{document}&#10;"/>
  <p:tag name="IGUANATEXSIZE" val="20"/>
  <p:tag name="IGUANATEXCURSOR" val="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.60024"/>
  <p:tag name="ORIGINALWIDTH" val="959.7911"/>
  <p:tag name="LATEXADDIN" val="\documentclass{slides}&#10;\include{macros}&#10;\begin{document}&#10;Dabei kommt ja genau dann eine 0 raus, wenn mindestems eine Teil 0 ist.&#10;\end{document}&#10;"/>
  <p:tag name="IGUANATEXSIZE" val="20"/>
  <p:tag name="IGUANATEXCURSOR" val="8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59.13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/>
  <p:tag name="IGUANATEXSIZE" val="20"/>
  <p:tag name="IGUANATEXCURSOR" val="34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&#10;\include{macros}&#10;\begin{document}&#10;\df&#10;\end{document}&#10;"/>
  <p:tag name="IGUANATEXSIZE" val="20"/>
  <p:tag name="IGUANATEXCURSOR" val="6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0381"/>
  <p:tag name="ORIGINALWIDTH" val="960.2275"/>
  <p:tag name="LATEXADDIN" val="\documentclass{slides}&#10;\include{macros}&#10;\begin{document}&#10;Eine Formel $f$ ist in \gr{disjunktiver Normalform (DNF)}, falls sie die Form&#10;$$f = f_1 \vee f_2 \vee \ldots\vee f_m$$&#10;für ein $m \geq 1$ hat, wobei alle $f_i$ für $1 \leq i \leq m$ die Form&#10;$f_i = (l_{i,1} \wedge l_{i,2} \wedge \ldots \wedge l_{i,n_i})$&#10;für $n_i \geq 1$ haben, wobei jedes $l_{i,j}$ ein \gr{Literal} ist, d. h. eine Variable oder&#10;eine negierte Variable. Die Teilformeln $f_i$ werden \gr{Minterme} genannt.\end{document}&#10;"/>
  <p:tag name="IGUANATEXSIZE" val="20"/>
  <p:tag name="IGUANATEXCURSOR" val="4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.38205"/>
  <p:tag name="ORIGINALWIDTH" val="960.2275"/>
  <p:tag name="LATEXADDIN" val="\documentclass{slides}&#10;\include{macros}&#10;\begin{document}&#10;Bei der disjunktiven Normalform sind $\vee$ und $\wedge$ in gewisser Weise vertauscht.&#10;\end{document}&#10;"/>
  <p:tag name="IGUANATEXSIZE" val="20"/>
  <p:tag name="IGUANATEXCURSOR" val="14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&#10;\blue Beispiel:&#10;\end{document}&#10;"/>
  <p:tag name="IGUANATEXSIZE" val="20"/>
  <p:tag name="IGUANATEXCURSOR" val="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89142"/>
  <p:tag name="ORIGINALWIDTH" val="960.2275"/>
  <p:tag name="LATEXADDIN" val="\documentclass{slides}&#10;\include{macros}&#10;\begin{document}&#10;$(A \wedge \bar B) \vee(A \wedge\bar C) \vee (D) \vee (C \wedge\bar D \wedge \bar E)$&#10;\end{document}&#10;"/>
  <p:tag name="IGUANATEXSIZE" val="20"/>
  <p:tag name="IGUANATEXCURSOR" val="13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1171.354"/>
  <p:tag name="LATEXADDIN" val="\documentclass{slides}&#10;\include{macros}&#10;\begin{document}&#10;\gr{Minterme}\end{document}&#10;"/>
  <p:tag name="IGUANATEXSIZE" val="20"/>
  <p:tag name="IGUANATEXCURSOR" val="6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914.1357"/>
  <p:tag name="LATEXADDIN" val="\documentclass{slides}&#10;\include{macros}&#10;\begin{document}&#10;\blue Literale&#10;\end{document}&#10;"/>
  <p:tag name="IGUANATEXSIZE" val="20"/>
  <p:tag name="IGUANATEXCURSOR" val="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21866"/>
  <p:tag name="ORIGINALWIDTH" val="959.7911"/>
  <p:tag name="LATEXADDIN" val="\documentclass{slides}&#10;\include{macros}&#10;\begin{document}&#10;Wie können wir nun aus einer Wahrheitstabelle einer Formel $f$ die disjunktive Normalform bestimmen?&#10;\end{document}&#10;"/>
  <p:tag name="IGUANATEXSIZE" val="20"/>
  <p:tag name="IGUANATEXCURSOR" val="12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.50929"/>
  <p:tag name="ORIGINALWIDTH" val="960.2275"/>
  <p:tag name="LATEXADDIN" val="\documentclass{slides}&#10;\include{macros}&#10;\begin{document}&#10;Wir schauen uns zunächst den Fall an, wo es nur eine  erfüllende Belegung gibt.&#10;\end{document}&#10;"/>
  <p:tag name="IGUANATEXSIZE" val="20"/>
  <p:tag name="IGUANATEXCURSOR" val="11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36417"/>
  <p:tag name="ORIGINALWIDTH" val="960.0093"/>
  <p:tag name="LATEXADDIN" val="\documentclass{slides}&#10;\include{macros}&#10;\begin{document}&#10;Warum ist &#10;$A\wedge \bar B\wedge C$ die DNF?&#10;\end{document}&#10;"/>
  <p:tag name="IGUANATEXSIZE" val="20"/>
  <p:tag name="IGUANATEXCURSOR" val="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.12795"/>
  <p:tag name="ORIGINALWIDTH" val="959.7911"/>
  <p:tag name="LATEXADDIN" val="\documentclass{slides}&#10;\include{macros}&#10;\textwidth200mm&#10;\begin{document}&#10;Der Minterm ist genau dann wahr, wenn alle Literale  wahr sind.&#10;\end{document}&#10;"/>
  <p:tag name="IGUANATEXSIZE" val="20"/>
  <p:tag name="IGUANATEXCURSOR" val="13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5822"/>
  <p:tag name="ORIGINALWIDTH" val="959.7911"/>
  <p:tag name="LATEXADDIN" val="\documentclass{slides}&#10;\include{macros}&#10;\textwidth220mm&#10;\begin{document}&#10;Also genau im Fall $A=1$, $B=0$, $C=1$.&#10;\end{document}&#10;"/>
  <p:tag name="IGUANATEXSIZE" val="20"/>
  <p:tag name="IGUANATEXCURSOR" val="1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6.5826"/>
  <p:tag name="ORIGINALWIDTH" val="960.0093"/>
  <p:tag name="LATEXADDIN" val="\documentclass{slides}&#10;\include{macros}&#10;\textwidth200mm&#10;\begin{document}&#10;In allen anderen Fällen ist mindestens ein Literal falsch, womit die Und-Verknüpfung damit ebenfalls falsch ist.&#10;\end{document}&#10;"/>
  <p:tag name="IGUANATEXSIZE" val="20"/>
  <p:tag name="IGUANATEXCURSOR" val="18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59.13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/>
  <p:tag name="IGUANATEXSIZE" val="20"/>
  <p:tag name="IGUANATEXCURSOR" val="34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.20016"/>
  <p:tag name="ORIGINALWIDTH" val="959.7911"/>
  <p:tag name="LATEXADDIN" val="\documentclass{slides}&#10;\include{macros}&#10;\begin{document}&#10;Wie kann man nun eine DNF für eine Formel bauen, bei der zwei&#10;Einsen vorkommen?&#10;\end{document}&#10;"/>
  <p:tag name="IGUANATEXSIZE" val="20"/>
  <p:tag name="IGUANATEXCURSOR" val="12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2938.133"/>
  <p:tag name="LATEXADDIN" val="\documentclass{slides}&#10;\include{macros}&#10;\begin{document}&#10;Durch eine Disjunktion!&#10;\end{document}&#10;"/>
  <p:tag name="IGUANATEXSIZE" val="20"/>
  <p:tag name="IGUANATEXCURSOR" val="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.4788"/>
  <p:tag name="ORIGINALWIDTH" val="633.6708"/>
  <p:tag name="LATEXADDIN" val="\documentclass{slides}&#10;\include{macros}&#10;\begin{document}&#10;DNF:&#10;\end{document}&#10;"/>
  <p:tag name="IGUANATEXSIZE" val="20"/>
  <p:tag name="IGUANATEXCURSOR" val="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2175"/>
  <p:tag name="ORIGINALWIDTH" val="3118.11"/>
  <p:tag name="LATEXADDIN" val="\documentclass{slides}&#10;\include{macros}&#10;\begin{document}&#10;$(A\wedge \bar B \wedge  C)\vee (\bar A\wedge\bar B\wedge  C)$&#10;\end{document}&#10;"/>
  <p:tag name="IGUANATEXSIZE" val="20"/>
  <p:tag name="IGUANATEXCURSOR" val="11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.81843"/>
  <p:tag name="ORIGINALWIDTH" val="960.2275"/>
  <p:tag name="LATEXADDIN" val="\documentclass{slides}&#10;\include{macros}&#10;\begin{document}&#10;Dabei kommt ja genau dann eine 1 raus, wenn mindestens eine Teil 1 ist.&#10;\end{document}&#10;"/>
  <p:tag name="IGUANATEXSIZE" val="20"/>
  <p:tag name="IGUANATEXCURSOR" val="11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59.13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sjunktive Normalform}&#10;\end{document}&#10;"/>
  <p:tag name="IGUANATEXSIZE" val="20"/>
  <p:tag name="IGUANATEXCURSOR" val="34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2099.738"/>
  <p:tag name="LATEXADDIN" val="\documentclass{slides}&#10;\include{macros}&#10;\begin{document}&#10;KNF bestimmen:&#10;\end{document}&#10;"/>
  <p:tag name="IGUANATEXSIZE" val="20"/>
  <p:tag name="IGUANATEXCURSOR" val="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05504"/>
  <p:tag name="ORIGINALWIDTH" val="959.573"/>
  <p:tag name="LATEXADDIN" val="\documentclass{slides}&#10;\include{macros}&#10;\begin{document}&#10;Zeilen mit 0 anschauen,   Eingänge mit 1 negieren und mit $\vee$ verknüpfen, resultierende Klauseln mit $\wedge$ verknüpfen&#10;\end{document}&#10;"/>
  <p:tag name="IGUANATEXSIZE" val="20"/>
  <p:tag name="IGUANATEXCURSOR" val="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Normalformen bestimmen}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2112.486"/>
  <p:tag name="LATEXADDIN" val="\documentclass{slides}&#10;\include{macros}&#10;\begin{document}&#10;DNF bestimmen:&#10;\end{document}&#10;"/>
  <p:tag name="IGUANATEXSIZE" val="20"/>
  <p:tag name="IGUANATEXCURSOR" val="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05504"/>
  <p:tag name="ORIGINALWIDTH" val="959.573"/>
  <p:tag name="LATEXADDIN" val="\documentclass{slides}&#10;\include{macros}&#10;\begin{document}&#10; Zeilen mit 1 anschauen,   Eingänge mit 0 negieren und mit $\wedge$ verknüpfen, resultierende Minterme mit $\vee$ verknüpfen&#10;\end{document}&#10;"/>
  <p:tag name="IGUANATEXSIZE" val="20"/>
  <p:tag name="IGUANATEXCURSOR" val="16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365.954"/>
  <p:tag name="LATEXADDIN" val="\documentclass{slides}&#10;\include{macros}&#10;\begin{document}&#10;\blue Zusammenfassung:&#10;\end{document}&#10;"/>
  <p:tag name="IGUANATEXSIZE" val="20"/>
  <p:tag name="IGUANATEXCURSOR" val="7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include{macros}&#10;\begin{document}&#10;\blue Beispiel:&#10;\end{document}&#10;"/>
  <p:tag name="IGUANATEXSIZE" val="20"/>
  <p:tag name="IGUANATEXCURSOR" val="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96C0376D138147AFD8A93DB6072E62" ma:contentTypeVersion="0" ma:contentTypeDescription="Ein neues Dokument erstellen." ma:contentTypeScope="" ma:versionID="3e0b67005d33fcffb9d24ad1f576ba5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f7b5bc1abea3a6eee9d75eaf0ff07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AE45D1-C75D-4CDB-BE23-6E5FB7A93E27}"/>
</file>

<file path=customXml/itemProps2.xml><?xml version="1.0" encoding="utf-8"?>
<ds:datastoreItem xmlns:ds="http://schemas.openxmlformats.org/officeDocument/2006/customXml" ds:itemID="{996FBFB9-07E2-4A41-A9FC-F4470C03CCB9}"/>
</file>

<file path=customXml/itemProps3.xml><?xml version="1.0" encoding="utf-8"?>
<ds:datastoreItem xmlns:ds="http://schemas.openxmlformats.org/officeDocument/2006/customXml" ds:itemID="{B7632CF1-E5AD-42CD-93A2-B52B5FCB4B8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Bildschirmpräsentation (4:3)</PresentationFormat>
  <Paragraphs>1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7" baseType="lpstr">
      <vt:lpstr>Arial</vt:lpstr>
      <vt:lpstr>Standarddesign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Andreas Vogt</dc:creator>
  <cp:lastModifiedBy>Andreas Vogt</cp:lastModifiedBy>
  <cp:revision>494</cp:revision>
  <dcterms:created xsi:type="dcterms:W3CDTF">2005-01-22T10:46:42Z</dcterms:created>
  <dcterms:modified xsi:type="dcterms:W3CDTF">2026-08-31T10:43:04Z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0x0101008A96C0376D138147AFD8A93DB6072E62</vt:lpwstr>
  </property>
</Properties>
</file>