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1"/>
  </p:notesMasterIdLst>
  <p:sldIdLst>
    <p:sldId id="370" r:id="rId2"/>
    <p:sldId id="418" r:id="rId3"/>
    <p:sldId id="422" r:id="rId4"/>
    <p:sldId id="419" r:id="rId5"/>
    <p:sldId id="421" r:id="rId6"/>
    <p:sldId id="372" r:id="rId7"/>
    <p:sldId id="400" r:id="rId8"/>
    <p:sldId id="417" r:id="rId9"/>
    <p:sldId id="410" r:id="rId10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0">
          <p15:clr>
            <a:srgbClr val="A4A3A4"/>
          </p15:clr>
        </p15:guide>
        <p15:guide id="2" orient="horz" pos="336">
          <p15:clr>
            <a:srgbClr val="A4A3A4"/>
          </p15:clr>
        </p15:guide>
        <p15:guide id="3" orient="horz" pos="3997">
          <p15:clr>
            <a:srgbClr val="A4A3A4"/>
          </p15:clr>
        </p15:guide>
        <p15:guide id="4" orient="horz" pos="3226">
          <p15:clr>
            <a:srgbClr val="A4A3A4"/>
          </p15:clr>
        </p15:guide>
        <p15:guide id="5" pos="1292">
          <p15:clr>
            <a:srgbClr val="A4A3A4"/>
          </p15:clr>
        </p15:guide>
        <p15:guide id="6" pos="771">
          <p15:clr>
            <a:srgbClr val="A4A3A4"/>
          </p15:clr>
        </p15:guide>
        <p15:guide id="7" pos="2925">
          <p15:clr>
            <a:srgbClr val="A4A3A4"/>
          </p15:clr>
        </p15:guide>
        <p15:guide id="8" pos="589">
          <p15:clr>
            <a:srgbClr val="A4A3A4"/>
          </p15:clr>
        </p15:guide>
        <p15:guide id="9" pos="2721">
          <p15:clr>
            <a:srgbClr val="A4A3A4"/>
          </p15:clr>
        </p15:guide>
        <p15:guide id="10" pos="1451">
          <p15:clr>
            <a:srgbClr val="A4A3A4"/>
          </p15:clr>
        </p15:guide>
        <p15:guide id="11" pos="3470">
          <p15:clr>
            <a:srgbClr val="A4A3A4"/>
          </p15:clr>
        </p15:guide>
        <p15:guide id="12" pos="24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5050"/>
    <a:srgbClr val="FF9900"/>
    <a:srgbClr val="333399"/>
    <a:srgbClr val="808080"/>
    <a:srgbClr val="AF0000"/>
    <a:srgbClr val="0066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D1D081-0D5B-41B0-A59F-E6473A5315CA}" v="48" dt="2026-09-14T13:58:07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78" autoAdjust="0"/>
    <p:restoredTop sz="83255" autoAdjust="0"/>
  </p:normalViewPr>
  <p:slideViewPr>
    <p:cSldViewPr snapToObjects="1">
      <p:cViewPr varScale="1">
        <p:scale>
          <a:sx n="77" d="100"/>
          <a:sy n="77" d="100"/>
        </p:scale>
        <p:origin x="1116" y="68"/>
      </p:cViewPr>
      <p:guideLst>
        <p:guide orient="horz" pos="3680"/>
        <p:guide orient="horz" pos="336"/>
        <p:guide orient="horz" pos="3997"/>
        <p:guide orient="horz" pos="3226"/>
        <p:guide pos="1292"/>
        <p:guide pos="771"/>
        <p:guide pos="2925"/>
        <p:guide pos="589"/>
        <p:guide pos="2721"/>
        <p:guide pos="1451"/>
        <p:guide pos="3470"/>
        <p:guide pos="24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1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Vogt" userId="8f2cb726-881e-407e-b2de-45ed121033e4" providerId="ADAL" clId="{70EBE32E-D786-43DC-AA27-849F4B469A0A}"/>
    <pc:docChg chg="undo custSel addSld delSld modSld">
      <pc:chgData name="Andreas Vogt" userId="8f2cb726-881e-407e-b2de-45ed121033e4" providerId="ADAL" clId="{70EBE32E-D786-43DC-AA27-849F4B469A0A}" dt="2026-09-14T13:58:07.039" v="551" actId="962"/>
      <pc:docMkLst>
        <pc:docMk/>
      </pc:docMkLst>
      <pc:sldChg chg="addSp delSp modSp mod delAnim modAnim">
        <pc:chgData name="Andreas Vogt" userId="8f2cb726-881e-407e-b2de-45ed121033e4" providerId="ADAL" clId="{70EBE32E-D786-43DC-AA27-849F4B469A0A}" dt="2026-09-14T13:58:07.039" v="551" actId="962"/>
        <pc:sldMkLst>
          <pc:docMk/>
          <pc:sldMk cId="4031761642" sldId="417"/>
        </pc:sldMkLst>
        <pc:picChg chg="mod ord">
          <ac:chgData name="Andreas Vogt" userId="8f2cb726-881e-407e-b2de-45ed121033e4" providerId="ADAL" clId="{70EBE32E-D786-43DC-AA27-849F4B469A0A}" dt="2026-09-14T13:58:07.039" v="551" actId="962"/>
          <ac:picMkLst>
            <pc:docMk/>
            <pc:sldMk cId="4031761642" sldId="417"/>
            <ac:picMk id="5" creationId="{4050C1A7-B757-BA1A-4C01-8785A8C897DE}"/>
          </ac:picMkLst>
        </pc:picChg>
        <pc:picChg chg="del mod ord">
          <ac:chgData name="Andreas Vogt" userId="8f2cb726-881e-407e-b2de-45ed121033e4" providerId="ADAL" clId="{70EBE32E-D786-43DC-AA27-849F4B469A0A}" dt="2026-09-13T15:25:25.506" v="530" actId="478"/>
          <ac:picMkLst>
            <pc:docMk/>
            <pc:sldMk cId="4031761642" sldId="417"/>
            <ac:picMk id="5" creationId="{E572AAFA-DF96-FBF7-A7D6-14A84C28F610}"/>
          </ac:picMkLst>
        </pc:picChg>
        <pc:picChg chg="del mod ord">
          <ac:chgData name="Andreas Vogt" userId="8f2cb726-881e-407e-b2de-45ed121033e4" providerId="ADAL" clId="{70EBE32E-D786-43DC-AA27-849F4B469A0A}" dt="2026-09-14T13:58:07.037" v="549" actId="478"/>
          <ac:picMkLst>
            <pc:docMk/>
            <pc:sldMk cId="4031761642" sldId="417"/>
            <ac:picMk id="6" creationId="{180F93E1-14EB-3D22-2F88-3E076083B38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Textmasterformate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65D633F-905F-41E3-ACBF-BA4E309FD899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598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1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010400" y="6575425"/>
            <a:ext cx="2133600" cy="238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80ECB9-7D4C-466E-BE12-FD265BA0F2E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470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010400" y="6575425"/>
            <a:ext cx="2133600" cy="238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4FE98B-2E72-49C6-973E-35789109CE4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5498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010400" y="6575425"/>
            <a:ext cx="2133600" cy="238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C764FE-0AFE-416C-B355-BEB952D3C0E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1242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010400" y="6575425"/>
            <a:ext cx="2133600" cy="238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6413A-950F-4B40-B197-2E5DC46E677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040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010400" y="6575425"/>
            <a:ext cx="2133600" cy="238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F373A-ACB2-4958-BE1A-9DEE383CF6E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7628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010400" y="6575425"/>
            <a:ext cx="2133600" cy="238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131C51-9437-4B69-8678-4CE4808C24F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0080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010400" y="6575425"/>
            <a:ext cx="2133600" cy="238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45399-87D2-488B-B041-410F0F4925C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500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CH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010400" y="6575425"/>
            <a:ext cx="2133600" cy="238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136BCD-141F-4BFB-8CD0-10BB50E1A86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884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010400" y="6575425"/>
            <a:ext cx="2133600" cy="238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B301BD-DA1C-4141-8776-F39B83A00EB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6688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010400" y="6575425"/>
            <a:ext cx="2133600" cy="238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17207-8BCA-4C5A-939E-7556E1A379C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5812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"/>
          <p:cNvSpPr>
            <a:spLocks noChangeShapeType="1"/>
          </p:cNvSpPr>
          <p:nvPr/>
        </p:nvSpPr>
        <p:spPr bwMode="auto">
          <a:xfrm>
            <a:off x="0" y="6553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sp>
        <p:nvSpPr>
          <p:cNvPr id="1027" name="Text Box 8"/>
          <p:cNvSpPr txBox="1">
            <a:spLocks noChangeArrowheads="1"/>
          </p:cNvSpPr>
          <p:nvPr/>
        </p:nvSpPr>
        <p:spPr bwMode="auto">
          <a:xfrm>
            <a:off x="4763" y="6613525"/>
            <a:ext cx="150233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sz="1000" dirty="0"/>
              <a:t>Prof. Dr. Andreas Vogt</a:t>
            </a:r>
          </a:p>
        </p:txBody>
      </p:sp>
      <p:sp>
        <p:nvSpPr>
          <p:cNvPr id="1029" name="Line 12"/>
          <p:cNvSpPr>
            <a:spLocks noChangeShapeType="1"/>
          </p:cNvSpPr>
          <p:nvPr/>
        </p:nvSpPr>
        <p:spPr bwMode="auto">
          <a:xfrm>
            <a:off x="4763" y="757238"/>
            <a:ext cx="914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sp>
        <p:nvSpPr>
          <p:cNvPr id="7" name="Text Box 8"/>
          <p:cNvSpPr txBox="1">
            <a:spLocks noChangeArrowheads="1"/>
          </p:cNvSpPr>
          <p:nvPr userDrawn="1"/>
        </p:nvSpPr>
        <p:spPr bwMode="auto">
          <a:xfrm>
            <a:off x="8596677" y="6592888"/>
            <a:ext cx="54854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sz="1000" dirty="0"/>
              <a:t>0.</a:t>
            </a:r>
            <a:fld id="{FECEB821-4237-4D08-924A-E3E43B3AA854}" type="slidenum">
              <a:rPr lang="en-US" sz="1000" smtClean="0"/>
              <a:pPr algn="ctr" eaLnBrk="1" hangingPunct="1">
                <a:defRPr/>
              </a:pPr>
              <a:t>‹Nr.›</a:t>
            </a:fld>
            <a:endParaRPr lang="en-US" sz="1000" dirty="0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F8301BBD-4AC0-4878-B85F-E3F1EDED13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61847" y="6613525"/>
            <a:ext cx="420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sz="1000" dirty="0" err="1"/>
              <a:t>mgli</a:t>
            </a:r>
            <a:endParaRPr lang="en-US" sz="1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3" Type="http://schemas.openxmlformats.org/officeDocument/2006/relationships/tags" Target="../tags/tag10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1.jpeg"/><Relationship Id="rId2" Type="http://schemas.openxmlformats.org/officeDocument/2006/relationships/tags" Target="../tags/tag9.xml"/><Relationship Id="rId16" Type="http://schemas.openxmlformats.org/officeDocument/2006/relationships/image" Target="../media/image15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../media/image10.png"/><Relationship Id="rId5" Type="http://schemas.openxmlformats.org/officeDocument/2006/relationships/tags" Target="../tags/tag12.xml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4" Type="http://schemas.openxmlformats.org/officeDocument/2006/relationships/tags" Target="../tags/tag11.xml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image" Target="../media/image17.png"/><Relationship Id="rId3" Type="http://schemas.openxmlformats.org/officeDocument/2006/relationships/tags" Target="../tags/tag16.xml"/><Relationship Id="rId7" Type="http://schemas.openxmlformats.org/officeDocument/2006/relationships/tags" Target="../tags/tag18.xml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tags" Target="../tags/tag15.xml"/><Relationship Id="rId16" Type="http://schemas.openxmlformats.org/officeDocument/2006/relationships/image" Target="../media/image20.png"/><Relationship Id="rId1" Type="http://schemas.openxmlformats.org/officeDocument/2006/relationships/tags" Target="../tags/tag14.xml"/><Relationship Id="rId6" Type="http://schemas.openxmlformats.org/officeDocument/2006/relationships/video" Target="../media/media1.mp4"/><Relationship Id="rId11" Type="http://schemas.openxmlformats.org/officeDocument/2006/relationships/image" Target="../media/image8.png"/><Relationship Id="rId5" Type="http://schemas.microsoft.com/office/2007/relationships/media" Target="../media/media1.mp4"/><Relationship Id="rId15" Type="http://schemas.openxmlformats.org/officeDocument/2006/relationships/image" Target="../media/image19.png"/><Relationship Id="rId10" Type="http://schemas.openxmlformats.org/officeDocument/2006/relationships/image" Target="../media/image7.png"/><Relationship Id="rId4" Type="http://schemas.openxmlformats.org/officeDocument/2006/relationships/tags" Target="../tags/tag17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5.png"/><Relationship Id="rId3" Type="http://schemas.openxmlformats.org/officeDocument/2006/relationships/tags" Target="../tags/tag22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4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image" Target="../media/image23.png"/><Relationship Id="rId5" Type="http://schemas.openxmlformats.org/officeDocument/2006/relationships/tags" Target="../tags/tag24.xml"/><Relationship Id="rId10" Type="http://schemas.openxmlformats.org/officeDocument/2006/relationships/image" Target="../media/image22.png"/><Relationship Id="rId4" Type="http://schemas.openxmlformats.org/officeDocument/2006/relationships/tags" Target="../tags/tag23.xml"/><Relationship Id="rId9" Type="http://schemas.openxmlformats.org/officeDocument/2006/relationships/image" Target="../media/image8.png"/><Relationship Id="rId14" Type="http://schemas.openxmlformats.org/officeDocument/2006/relationships/image" Target="../media/image2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tags" Target="../tags/tag28.xml"/><Relationship Id="rId7" Type="http://schemas.openxmlformats.org/officeDocument/2006/relationships/image" Target="../media/image29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28.jpeg"/><Relationship Id="rId5" Type="http://schemas.openxmlformats.org/officeDocument/2006/relationships/image" Target="../media/image27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tags" Target="../tags/tag31.xml"/><Relationship Id="rId7" Type="http://schemas.openxmlformats.org/officeDocument/2006/relationships/image" Target="../media/image31.png"/><Relationship Id="rId12" Type="http://schemas.openxmlformats.org/officeDocument/2006/relationships/image" Target="../media/image35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34.png"/><Relationship Id="rId5" Type="http://schemas.openxmlformats.org/officeDocument/2006/relationships/tags" Target="../tags/tag33.xml"/><Relationship Id="rId10" Type="http://schemas.openxmlformats.org/officeDocument/2006/relationships/image" Target="../media/image33.png"/><Relationship Id="rId4" Type="http://schemas.openxmlformats.org/officeDocument/2006/relationships/tags" Target="../tags/tag32.xml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40.png"/><Relationship Id="rId3" Type="http://schemas.openxmlformats.org/officeDocument/2006/relationships/tags" Target="../tags/tag36.xml"/><Relationship Id="rId21" Type="http://schemas.openxmlformats.org/officeDocument/2006/relationships/image" Target="../media/image43.png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tags" Target="../tags/tag35.xml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image" Target="../media/image46.png"/><Relationship Id="rId5" Type="http://schemas.openxmlformats.org/officeDocument/2006/relationships/tags" Target="../tags/tag38.xml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0" Type="http://schemas.openxmlformats.org/officeDocument/2006/relationships/tags" Target="../tags/tag43.xml"/><Relationship Id="rId19" Type="http://schemas.openxmlformats.org/officeDocument/2006/relationships/image" Target="../media/image41.png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18" Type="http://schemas.openxmlformats.org/officeDocument/2006/relationships/tags" Target="../tags/tag63.xml"/><Relationship Id="rId26" Type="http://schemas.openxmlformats.org/officeDocument/2006/relationships/image" Target="../media/image50.png"/><Relationship Id="rId3" Type="http://schemas.openxmlformats.org/officeDocument/2006/relationships/tags" Target="../tags/tag48.xml"/><Relationship Id="rId21" Type="http://schemas.openxmlformats.org/officeDocument/2006/relationships/tags" Target="../tags/tag66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tags" Target="../tags/tag62.xml"/><Relationship Id="rId25" Type="http://schemas.openxmlformats.org/officeDocument/2006/relationships/image" Target="../media/image49.png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20" Type="http://schemas.openxmlformats.org/officeDocument/2006/relationships/tags" Target="../tags/tag65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24" Type="http://schemas.openxmlformats.org/officeDocument/2006/relationships/image" Target="../media/image48.png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23" Type="http://schemas.openxmlformats.org/officeDocument/2006/relationships/image" Target="../media/image36.png"/><Relationship Id="rId28" Type="http://schemas.openxmlformats.org/officeDocument/2006/relationships/image" Target="../media/image52.jpeg"/><Relationship Id="rId10" Type="http://schemas.openxmlformats.org/officeDocument/2006/relationships/tags" Target="../tags/tag55.xml"/><Relationship Id="rId19" Type="http://schemas.openxmlformats.org/officeDocument/2006/relationships/tags" Target="../tags/tag64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Relationship Id="rId22" Type="http://schemas.openxmlformats.org/officeDocument/2006/relationships/slideLayout" Target="../slideLayouts/slideLayout7.xml"/><Relationship Id="rId27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539750" y="1152525"/>
            <a:ext cx="8064500" cy="15398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CH"/>
          </a:p>
        </p:txBody>
      </p:sp>
      <p:pic>
        <p:nvPicPr>
          <p:cNvPr id="12291" name="Picture 14" descr="FHNW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4"/>
          <a:stretch>
            <a:fillRect/>
          </a:stretch>
        </p:blipFill>
        <p:spPr bwMode="auto">
          <a:xfrm>
            <a:off x="3567113" y="5721350"/>
            <a:ext cx="20097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Grafik 2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64687" y="5168507"/>
            <a:ext cx="2414627" cy="18329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Grafik 1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0689" y="4621213"/>
            <a:ext cx="6862624" cy="26394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1613" y="1886446"/>
            <a:ext cx="1320776" cy="21603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3A5C7-12E2-B273-3F6D-4C213B7F1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txp_fig">
            <a:extLst>
              <a:ext uri="{FF2B5EF4-FFF2-40B4-BE49-F238E27FC236}">
                <a16:creationId xmlns:a16="http://schemas.microsoft.com/office/drawing/2014/main" id="{D63D2DEB-1D7D-D0E8-1F0B-7271DC78E70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85200" y="332656"/>
            <a:ext cx="4773601" cy="1836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 descr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Warum \red Mathematik\black?&#10;\end{document}&#10;" title="IguanaTex Bitmap Display">
            <a:extLst>
              <a:ext uri="{FF2B5EF4-FFF2-40B4-BE49-F238E27FC236}">
                <a16:creationId xmlns:a16="http://schemas.microsoft.com/office/drawing/2014/main" id="{897FBD53-635B-26D0-47E9-B4A1E7CCD34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772" y="3165053"/>
            <a:ext cx="3963667" cy="26394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8" name="Grafik 17" descr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Aus $2\frac14$ Gründen...&#10;\end{document}&#10;" title="IguanaTex Bitmap Display">
            <a:extLst>
              <a:ext uri="{FF2B5EF4-FFF2-40B4-BE49-F238E27FC236}">
                <a16:creationId xmlns:a16="http://schemas.microsoft.com/office/drawing/2014/main" id="{2A483C26-2179-D16C-99A7-744EDBCE0AD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629" y="4509120"/>
            <a:ext cx="2223325" cy="3309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1418650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CC0C0-799C-3AF7-A294-0A548471D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txp_fig">
            <a:extLst>
              <a:ext uri="{FF2B5EF4-FFF2-40B4-BE49-F238E27FC236}">
                <a16:creationId xmlns:a16="http://schemas.microsoft.com/office/drawing/2014/main" id="{7BE7A308-58E1-4C6B-F329-082B5AA0685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32868" y="293688"/>
            <a:ext cx="2870326" cy="184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 1" descr="txp_fig.png">
            <a:extLst>
              <a:ext uri="{FF2B5EF4-FFF2-40B4-BE49-F238E27FC236}">
                <a16:creationId xmlns:a16="http://schemas.microsoft.com/office/drawing/2014/main" id="{C40D9BEF-B1BD-5681-9285-1F9671F5D7E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005" y="908720"/>
            <a:ext cx="1897886" cy="1846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101" name="Picture 2 2" descr="http://www.fink-medien.ch/web/uploads/pics/CH600polit.6.2.04.jpg">
            <a:extLst>
              <a:ext uri="{FF2B5EF4-FFF2-40B4-BE49-F238E27FC236}">
                <a16:creationId xmlns:a16="http://schemas.microsoft.com/office/drawing/2014/main" id="{83EB14CC-C4D4-11BF-FD3E-60C6A97D3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1449388"/>
            <a:ext cx="3421063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 1" descr="txp_fig.png">
            <a:extLst>
              <a:ext uri="{FF2B5EF4-FFF2-40B4-BE49-F238E27FC236}">
                <a16:creationId xmlns:a16="http://schemas.microsoft.com/office/drawing/2014/main" id="{12856B3A-FC50-2513-44CC-E8DD7B3D727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08425" y="1485557"/>
            <a:ext cx="4633753" cy="47181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103" name="Picture 4" descr="http://images.kenwood.eu/files/image/1181/8/original/DNX9240BT_GER_Navi.jpg">
            <a:extLst>
              <a:ext uri="{FF2B5EF4-FFF2-40B4-BE49-F238E27FC236}">
                <a16:creationId xmlns:a16="http://schemas.microsoft.com/office/drawing/2014/main" id="{77391FBC-5FCA-FEC9-4054-59B2A6762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167" y="2080951"/>
            <a:ext cx="2636838" cy="160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 2" descr="http://www.oecd.org/media/oecdorg/topics/internet/48405289.jpg">
            <a:extLst>
              <a:ext uri="{FF2B5EF4-FFF2-40B4-BE49-F238E27FC236}">
                <a16:creationId xmlns:a16="http://schemas.microsoft.com/office/drawing/2014/main" id="{722F8FAF-F7F4-A457-ECB7-27E0882CB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4535488"/>
            <a:ext cx="2359025" cy="177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fik 8" descr="txp_fig.png">
            <a:extLst>
              <a:ext uri="{FF2B5EF4-FFF2-40B4-BE49-F238E27FC236}">
                <a16:creationId xmlns:a16="http://schemas.microsoft.com/office/drawing/2014/main" id="{17382550-A9A0-D4D7-BDBA-1D22C49FD4A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7263" y="4600623"/>
            <a:ext cx="4724271" cy="80143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1FF9CCA1-F886-1F38-E171-421CE884F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8" y="1268413"/>
            <a:ext cx="8555037" cy="2700647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lg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546EC9F-D1CD-835F-73EE-05B3BE1D8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8" y="4384675"/>
            <a:ext cx="8675687" cy="2008188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lg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pic>
        <p:nvPicPr>
          <p:cNvPr id="8" name="Grafik 7" descr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to$ Graphentheorie &#10;\end{document}&#10;" title="IguanaTex Bitmap Display">
            <a:extLst>
              <a:ext uri="{FF2B5EF4-FFF2-40B4-BE49-F238E27FC236}">
                <a16:creationId xmlns:a16="http://schemas.microsoft.com/office/drawing/2014/main" id="{A5376153-AFFC-CA4B-C225-12EEC39D410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795" y="3616529"/>
            <a:ext cx="1988093" cy="1837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4" name="Grafik 13" descr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to$ Kryptographie &#10;\end{document}&#10;" title="IguanaTex Bitmap Display">
            <a:extLst>
              <a:ext uri="{FF2B5EF4-FFF2-40B4-BE49-F238E27FC236}">
                <a16:creationId xmlns:a16="http://schemas.microsoft.com/office/drawing/2014/main" id="{F0BE329E-391A-CB93-2A0B-7039A5FFC5A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072" y="5985284"/>
            <a:ext cx="1876106" cy="1864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22941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3DCC3-8C4D-FE7D-ED43-B4F3D443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txp_fig">
            <a:extLst>
              <a:ext uri="{FF2B5EF4-FFF2-40B4-BE49-F238E27FC236}">
                <a16:creationId xmlns:a16="http://schemas.microsoft.com/office/drawing/2014/main" id="{F71D8BF1-6D73-F303-5F7B-E9E2A8FDB8D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32868" y="293688"/>
            <a:ext cx="2870326" cy="184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 1" descr="txp_fig.png">
            <a:extLst>
              <a:ext uri="{FF2B5EF4-FFF2-40B4-BE49-F238E27FC236}">
                <a16:creationId xmlns:a16="http://schemas.microsoft.com/office/drawing/2014/main" id="{B6CC32AE-BAA7-F487-599F-1EB7585F746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005" y="908720"/>
            <a:ext cx="1897886" cy="1846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``Wie kann ich in Computerspielen physikalische Objekte korrekt bewegen?''&#10;\end{document}&#10;" title="IguanaTex Bitmap Display">
            <a:extLst>
              <a:ext uri="{FF2B5EF4-FFF2-40B4-BE49-F238E27FC236}">
                <a16:creationId xmlns:a16="http://schemas.microsoft.com/office/drawing/2014/main" id="{4339A9E2-06D6-8C0F-D571-CC8A45DA97D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552" y="1652112"/>
            <a:ext cx="4179093" cy="42665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5" name="Grafik 14" descr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``Was steckt hinter QR Codes?''&#10;\end{document}&#10;" title="IguanaTex Bitmap Display">
            <a:extLst>
              <a:ext uri="{FF2B5EF4-FFF2-40B4-BE49-F238E27FC236}">
                <a16:creationId xmlns:a16="http://schemas.microsoft.com/office/drawing/2014/main" id="{522BC7CC-0AAB-8600-DA18-E183CA1D6F1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263" y="4600622"/>
            <a:ext cx="3441907" cy="18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88382B89-9367-AC78-246C-029ED05E3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8" y="1268413"/>
            <a:ext cx="8555037" cy="2700647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lg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8C86776-F9B5-A3CA-A353-7D46171B2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8" y="4384675"/>
            <a:ext cx="8675687" cy="2008188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lg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pic>
        <p:nvPicPr>
          <p:cNvPr id="5" name="2025-09-13 23-11-12">
            <a:hlinkClick r:id="" action="ppaction://media"/>
            <a:extLst>
              <a:ext uri="{FF2B5EF4-FFF2-40B4-BE49-F238E27FC236}">
                <a16:creationId xmlns:a16="http://schemas.microsoft.com/office/drawing/2014/main" id="{6E2EB057-D826-2366-EB0F-393B1326A37D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02577" y="1452245"/>
            <a:ext cx="3962281" cy="2228783"/>
          </a:xfrm>
          <a:prstGeom prst="rect">
            <a:avLst/>
          </a:prstGeom>
        </p:spPr>
      </p:pic>
      <p:pic>
        <p:nvPicPr>
          <p:cNvPr id="11" name="Grafik 10" descr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to$ Physik für Computer Science &#10;\end{document}&#10;" title="IguanaTex Bitmap Display">
            <a:extLst>
              <a:ext uri="{FF2B5EF4-FFF2-40B4-BE49-F238E27FC236}">
                <a16:creationId xmlns:a16="http://schemas.microsoft.com/office/drawing/2014/main" id="{30C2A878-85E6-5AB5-6FD7-099B747A5B3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759" y="3726721"/>
            <a:ext cx="2393290" cy="1263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0" name="Grafik 19" descr="\documentclass{slides}&#10;\usepackage{pstricks}&#10;\usepackage{color}&#10;%layout&#10;\textwidth4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to$ Mathematik für die Datenkommunikation &#10;\end{document}&#10;" title="IguanaTex Bitmap Display">
            <a:extLst>
              <a:ext uri="{FF2B5EF4-FFF2-40B4-BE49-F238E27FC236}">
                <a16:creationId xmlns:a16="http://schemas.microsoft.com/office/drawing/2014/main" id="{275DE2B5-BF7A-42E0-0951-DB1ECA04E95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888" y="6117253"/>
            <a:ext cx="3911461" cy="1254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1210FA9D-6409-DF86-E222-7D8AC3FC8B8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4088" y="4487274"/>
            <a:ext cx="1840742" cy="183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7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69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9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12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4AEF4-5418-FAD0-D747-11AE56DC3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txp_fig">
            <a:extLst>
              <a:ext uri="{FF2B5EF4-FFF2-40B4-BE49-F238E27FC236}">
                <a16:creationId xmlns:a16="http://schemas.microsoft.com/office/drawing/2014/main" id="{E23FC26C-C284-42B4-4993-A23BB334E47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32868" y="293688"/>
            <a:ext cx="2870326" cy="184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 1" descr="txp_fig.png">
            <a:extLst>
              <a:ext uri="{FF2B5EF4-FFF2-40B4-BE49-F238E27FC236}">
                <a16:creationId xmlns:a16="http://schemas.microsoft.com/office/drawing/2014/main" id="{60B05808-F67F-3E42-FA93-BCC73753071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005" y="908720"/>
            <a:ext cx="1897886" cy="1846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 descr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``Wie funktioniert der Bayes Spam Filter?''&#10;\end{document}&#10;" title="IguanaTex Bitmap Display">
            <a:extLst>
              <a:ext uri="{FF2B5EF4-FFF2-40B4-BE49-F238E27FC236}">
                <a16:creationId xmlns:a16="http://schemas.microsoft.com/office/drawing/2014/main" id="{9BF033A6-6F62-856D-D469-B2785B35A0A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191" y="1797897"/>
            <a:ext cx="4179093" cy="17104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5" name="Grafik 24" descr="\documentclass{slides}&#10;\usepackage{pstricks}&#10;\usepackage{color}&#10;%layout&#10;\textwidth30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Machine Learning, AI, Bildverarbeitung, Verfikation von Algorithmen, \\ Laufzeitanalysen, Compilerbau,...&#10;\end{document}&#10;" title="IguanaTex Bitmap Display">
            <a:extLst>
              <a:ext uri="{FF2B5EF4-FFF2-40B4-BE49-F238E27FC236}">
                <a16:creationId xmlns:a16="http://schemas.microsoft.com/office/drawing/2014/main" id="{B9FCE22B-C42E-4CFB-0E9B-1F7A4618B53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89" y="5231224"/>
            <a:ext cx="7414163" cy="47496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133D1B7-939A-33BD-B097-706DF29DA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8" y="1268413"/>
            <a:ext cx="8555037" cy="2700647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lg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E19D656-3CBC-1031-B0E5-80387BABF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8" y="4384675"/>
            <a:ext cx="8675687" cy="2008188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lg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pic>
        <p:nvPicPr>
          <p:cNvPr id="9" name="Grafik 8" descr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to$ diskrete Stochastik&#10;\end{document}&#10;" title="IguanaTex Bitmap Display">
            <a:extLst>
              <a:ext uri="{FF2B5EF4-FFF2-40B4-BE49-F238E27FC236}">
                <a16:creationId xmlns:a16="http://schemas.microsoft.com/office/drawing/2014/main" id="{229C6973-D5A9-DDF1-F809-20E24B9992E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212" y="3680725"/>
            <a:ext cx="2073092" cy="13523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7" name="Grafik 26" descr="\documentclass{slides}&#10;\usepackage{pstricks}&#10;\usepackage{color}&#10;%layout&#10;\textwidth4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Weitere zahlreiche Anwendungen in allen möglichen Gebieten:&#10;\end{document}&#10;" title="IguanaTex Bitmap Display">
            <a:extLst>
              <a:ext uri="{FF2B5EF4-FFF2-40B4-BE49-F238E27FC236}">
                <a16:creationId xmlns:a16="http://schemas.microsoft.com/office/drawing/2014/main" id="{BD403C1B-D71F-23A8-737C-8C54A97A611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48" y="4707553"/>
            <a:ext cx="7299896" cy="20079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026" name="Picture 2" descr="What is Bayesian Spam Filtering?">
            <a:extLst>
              <a:ext uri="{FF2B5EF4-FFF2-40B4-BE49-F238E27FC236}">
                <a16:creationId xmlns:a16="http://schemas.microsoft.com/office/drawing/2014/main" id="{5814F86D-4443-40A3-ED28-B291FA771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3" y="1617740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30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5887" y="1035388"/>
            <a:ext cx="2614202" cy="18461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077" name="Picture 10" descr="http://sphotos-a.xx.fbcdn.net/hphotos-ash4/c67.0.403.403/p403x403/320295_335412886552652_690035960_n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1874838"/>
            <a:ext cx="2763837" cy="276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rafik 3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1677" y="4977172"/>
            <a:ext cx="7906767" cy="1765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079" name="Picture 12" descr="http://4.bp.blogspot.com/_AP6x24iUKho/S83nRG2UsuI/AAAAAAAAADo/RaCwoBlq7Cw/s1600/P4190620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813" y="1874838"/>
            <a:ext cx="3717925" cy="278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hteck 9"/>
          <p:cNvSpPr>
            <a:spLocks noChangeArrowheads="1"/>
          </p:cNvSpPr>
          <p:nvPr/>
        </p:nvSpPr>
        <p:spPr bwMode="auto">
          <a:xfrm>
            <a:off x="230188" y="1597025"/>
            <a:ext cx="8675687" cy="3703638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lg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pic>
        <p:nvPicPr>
          <p:cNvPr id="8" name="Grafik 7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32868" y="293688"/>
            <a:ext cx="2870326" cy="184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847" y="1028444"/>
            <a:ext cx="3200066" cy="2043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Rechteck 9"/>
          <p:cNvSpPr>
            <a:spLocks noChangeArrowheads="1"/>
          </p:cNvSpPr>
          <p:nvPr/>
        </p:nvSpPr>
        <p:spPr bwMode="auto">
          <a:xfrm>
            <a:off x="230188" y="1597025"/>
            <a:ext cx="8675687" cy="4748213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lg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pic>
        <p:nvPicPr>
          <p:cNvPr id="5131" name="Picture 11" descr="http://upload.wikimedia.org/wikipedia/commons/thumb/b/b3/Mandel_zoom_07_satellite.jpg/640px-Mandel_zoom_07_satellite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9878" y="4149080"/>
            <a:ext cx="2736304" cy="2052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Grafik 10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32868" y="293688"/>
            <a:ext cx="2870326" cy="184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5945" y="1866509"/>
            <a:ext cx="8544171" cy="4364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Grafik 13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9532" y="2852936"/>
            <a:ext cx="4893659" cy="15261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Grafik 14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62118" y="3144625"/>
            <a:ext cx="4555113" cy="2043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75697" y="296652"/>
            <a:ext cx="2392608" cy="2266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82938970-EE08-46C3-9C00-6AD642BCBC8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59" y="936107"/>
            <a:ext cx="1932612" cy="1700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9DA9BE86-DA1A-48A9-B86B-85C4E8CD081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94" y="1955020"/>
            <a:ext cx="8326262" cy="2138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" name="Grafik 3" descr="\documentclass{slides}&#10;\include{macros}&#10;\begin{document}&#10;&#10;Der Stoff ist mit Hilfe von Erkl\&quot;arvideos und &#10;Folien im Selbststudium flexibel von zu Hause (oder von sonstwo) zu erarbeiten.&#10;\end{document}&#10;" title="IguanaTex Bitmap Display">
            <a:extLst>
              <a:ext uri="{FF2B5EF4-FFF2-40B4-BE49-F238E27FC236}">
                <a16:creationId xmlns:a16="http://schemas.microsoft.com/office/drawing/2014/main" id="{76596104-5D91-E19B-262E-5FE2F42AB19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70" y="1341332"/>
            <a:ext cx="8524800" cy="46897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7" name="Grafik 26" descr="txp_fig">
            <a:extLst>
              <a:ext uri="{FF2B5EF4-FFF2-40B4-BE49-F238E27FC236}">
                <a16:creationId xmlns:a16="http://schemas.microsoft.com/office/drawing/2014/main" id="{F1461D0C-571E-4953-AB68-B3F2B38B789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6765" y="3967073"/>
            <a:ext cx="8524664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8" name="Grafik 27" descr="txp_fig">
            <a:extLst>
              <a:ext uri="{FF2B5EF4-FFF2-40B4-BE49-F238E27FC236}">
                <a16:creationId xmlns:a16="http://schemas.microsoft.com/office/drawing/2014/main" id="{9304E707-9046-465C-9213-5B0D733F92D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99" y="3609020"/>
            <a:ext cx="1392330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\documentclass{slides}&#10;\include{macros}&#10;\begin{document}&#10;&#10;Jede Woche gebe ich am {\red Montag um 16:15 Uhr und am Dienstag um  08:15 Uhr} vor Ort und per Teams eine kurze Zusammenfassung, präsentiere die Lösung von ausgewählten Übungsaufgaben und beantworte Fragen zur Theorie und den Übungsaufgaben. Anschliessend werden weitere Übungen zusammen gelöst.&#10;&#10;\end{document}&#10;" title="IguanaTex Bitmap Display">
            <a:extLst>
              <a:ext uri="{FF2B5EF4-FFF2-40B4-BE49-F238E27FC236}">
                <a16:creationId xmlns:a16="http://schemas.microsoft.com/office/drawing/2014/main" id="{4050C1A7-B757-BA1A-4C01-8785A8C897D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90" y="2327140"/>
            <a:ext cx="8524800" cy="10210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1" name="Grafik 10" descr="\documentclass{slides}&#10;\include{macros}&#10;\begin{document}&#10;&#10;\blue Modulnote:&#10;\end{document}&#10;" title="IguanaTex Bitmap Display">
            <a:extLst>
              <a:ext uri="{FF2B5EF4-FFF2-40B4-BE49-F238E27FC236}">
                <a16:creationId xmlns:a16="http://schemas.microsoft.com/office/drawing/2014/main" id="{269520AE-E8BD-6CF6-8433-3BF75C124DCC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59" y="4436856"/>
            <a:ext cx="1122507" cy="14130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2" name="Grafik 11" descr="txp_fig">
            <a:extLst>
              <a:ext uri="{FF2B5EF4-FFF2-40B4-BE49-F238E27FC236}">
                <a16:creationId xmlns:a16="http://schemas.microsoft.com/office/drawing/2014/main" id="{B59C25D6-34E9-42E4-9EF8-603AF4F5795A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0859" y="5193196"/>
            <a:ext cx="1087529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 descr="\documentclass{slides}&#10;\include{macros}&#10;\begin{document}&#10;Prüfung 1: &#10;eine DIN A4 Seite (Vorder- und Rückseite)&#10;\end{document}&#10;" title="IguanaTex Bitmap Display">
            <a:extLst>
              <a:ext uri="{FF2B5EF4-FFF2-40B4-BE49-F238E27FC236}">
                <a16:creationId xmlns:a16="http://schemas.microsoft.com/office/drawing/2014/main" id="{1C9FA206-7EFF-E34C-10AA-183C19CEAA7A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57" y="5539493"/>
            <a:ext cx="5654610" cy="198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7" name="Grafik 6" descr="\documentclass{slides}&#10;\include{macros}&#10;\begin{document}&#10;&#10;zwei Pr\&quot;ufungen \`a 60 Minuten (Prüfung 1: 40\%, Prüfung 2: 60\%)&#10;\end{document}&#10;" title="IguanaTex Bitmap Display">
            <a:extLst>
              <a:ext uri="{FF2B5EF4-FFF2-40B4-BE49-F238E27FC236}">
                <a16:creationId xmlns:a16="http://schemas.microsoft.com/office/drawing/2014/main" id="{7CE88162-C741-BA72-D9E9-65B96A97FA2F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57" y="4771966"/>
            <a:ext cx="6803132" cy="1963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5" name="Grafik 14" descr="\documentclass{slides}&#10;\include{macros}&#10;\begin{document}&#10;Prüfung 2: &#10;zwei DIN A4 Seiten (Vorder- und Rückseite)&#10;\end{document}&#10;" title="IguanaTex Bitmap Display">
            <a:extLst>
              <a:ext uri="{FF2B5EF4-FFF2-40B4-BE49-F238E27FC236}">
                <a16:creationId xmlns:a16="http://schemas.microsoft.com/office/drawing/2014/main" id="{BD548614-8F07-7A79-6A6C-2753F207F3A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57" y="5931300"/>
            <a:ext cx="5810683" cy="198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403176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 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75697" y="296652"/>
            <a:ext cx="2392608" cy="2266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3672" y="1993598"/>
            <a:ext cx="3665174" cy="15271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Grafik 18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6355" y="1160748"/>
            <a:ext cx="2565781" cy="22653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3672" y="2856566"/>
            <a:ext cx="3757157" cy="2044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fik 9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3672" y="4624088"/>
            <a:ext cx="4353384" cy="18477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26" name="Picture 2 2" descr="http://img.fotocommunity.com/images/Menschen-in-der-Freizeit/Alltagsereignisse/Ein-anonymer-Brief-a29154043.jpg"/>
          <p:cNvPicPr>
            <a:picLocks noChangeAspect="1" noChangeArrowheads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9"/>
          <a:stretch/>
        </p:blipFill>
        <p:spPr bwMode="auto">
          <a:xfrm>
            <a:off x="5768305" y="3429000"/>
            <a:ext cx="1879766" cy="2574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uppieren 25" descr="\documentclass{slides}&#10;\include{macros}&#10;\begin{document}&#10;&#10;\ldots im Teams-Chat&#10;\end{document}&#10;" title="IguanaTex Vector Display">
            <a:extLst>
              <a:ext uri="{FF2B5EF4-FFF2-40B4-BE49-F238E27FC236}">
                <a16:creationId xmlns:a16="http://schemas.microsoft.com/office/drawing/2014/main" id="{5CEE9B9E-0097-D424-3494-61CA3C44929F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825500" y="3771307"/>
            <a:ext cx="1927734" cy="142528"/>
            <a:chOff x="853058" y="5991854"/>
            <a:chExt cx="1927734" cy="142528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CE95AD1A-F386-3D75-DF4F-EECA6B57287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853058" y="6111217"/>
              <a:ext cx="19800" cy="19043"/>
            </a:xfrm>
            <a:custGeom>
              <a:avLst/>
              <a:gdLst>
                <a:gd name="connsiteX0" fmla="*/ 19801 w 19800"/>
                <a:gd name="connsiteY0" fmla="*/ 5745 h 19043"/>
                <a:gd name="connsiteX1" fmla="*/ 14085 w 19800"/>
                <a:gd name="connsiteY1" fmla="*/ 248 h 19043"/>
                <a:gd name="connsiteX2" fmla="*/ 5716 w 19800"/>
                <a:gd name="connsiteY2" fmla="*/ 248 h 19043"/>
                <a:gd name="connsiteX3" fmla="*/ 0 w 19800"/>
                <a:gd name="connsiteY3" fmla="*/ 5745 h 19043"/>
                <a:gd name="connsiteX4" fmla="*/ 0 w 19800"/>
                <a:gd name="connsiteY4" fmla="*/ 13598 h 19043"/>
                <a:gd name="connsiteX5" fmla="*/ 5920 w 19800"/>
                <a:gd name="connsiteY5" fmla="*/ 19291 h 19043"/>
                <a:gd name="connsiteX6" fmla="*/ 14085 w 19800"/>
                <a:gd name="connsiteY6" fmla="*/ 19291 h 19043"/>
                <a:gd name="connsiteX7" fmla="*/ 19801 w 19800"/>
                <a:gd name="connsiteY7" fmla="*/ 13794 h 19043"/>
                <a:gd name="connsiteX8" fmla="*/ 19801 w 19800"/>
                <a:gd name="connsiteY8" fmla="*/ 5745 h 1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00" h="19043">
                  <a:moveTo>
                    <a:pt x="19801" y="5745"/>
                  </a:moveTo>
                  <a:cubicBezTo>
                    <a:pt x="19801" y="640"/>
                    <a:pt x="19597" y="248"/>
                    <a:pt x="14085" y="248"/>
                  </a:cubicBezTo>
                  <a:lnTo>
                    <a:pt x="5716" y="248"/>
                  </a:lnTo>
                  <a:cubicBezTo>
                    <a:pt x="409" y="248"/>
                    <a:pt x="0" y="640"/>
                    <a:pt x="0" y="5745"/>
                  </a:cubicBezTo>
                  <a:lnTo>
                    <a:pt x="0" y="13598"/>
                  </a:lnTo>
                  <a:cubicBezTo>
                    <a:pt x="0" y="18898"/>
                    <a:pt x="409" y="19291"/>
                    <a:pt x="5920" y="19291"/>
                  </a:cubicBezTo>
                  <a:lnTo>
                    <a:pt x="14085" y="19291"/>
                  </a:lnTo>
                  <a:cubicBezTo>
                    <a:pt x="19392" y="19291"/>
                    <a:pt x="19801" y="18898"/>
                    <a:pt x="19801" y="13794"/>
                  </a:cubicBezTo>
                  <a:lnTo>
                    <a:pt x="19801" y="5745"/>
                  </a:lnTo>
                  <a:close/>
                </a:path>
              </a:pathLst>
            </a:custGeom>
            <a:solidFill>
              <a:srgbClr val="000000"/>
            </a:solidFill>
            <a:ln w="102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A275789A-72B1-F00D-8B53-2441E272849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66462" y="6111217"/>
              <a:ext cx="19800" cy="19043"/>
            </a:xfrm>
            <a:custGeom>
              <a:avLst/>
              <a:gdLst>
                <a:gd name="connsiteX0" fmla="*/ 19812 w 19800"/>
                <a:gd name="connsiteY0" fmla="*/ 5745 h 19043"/>
                <a:gd name="connsiteX1" fmla="*/ 14096 w 19800"/>
                <a:gd name="connsiteY1" fmla="*/ 248 h 19043"/>
                <a:gd name="connsiteX2" fmla="*/ 5727 w 19800"/>
                <a:gd name="connsiteY2" fmla="*/ 248 h 19043"/>
                <a:gd name="connsiteX3" fmla="*/ 11 w 19800"/>
                <a:gd name="connsiteY3" fmla="*/ 5745 h 19043"/>
                <a:gd name="connsiteX4" fmla="*/ 11 w 19800"/>
                <a:gd name="connsiteY4" fmla="*/ 13598 h 19043"/>
                <a:gd name="connsiteX5" fmla="*/ 5931 w 19800"/>
                <a:gd name="connsiteY5" fmla="*/ 19291 h 19043"/>
                <a:gd name="connsiteX6" fmla="*/ 14096 w 19800"/>
                <a:gd name="connsiteY6" fmla="*/ 19291 h 19043"/>
                <a:gd name="connsiteX7" fmla="*/ 19812 w 19800"/>
                <a:gd name="connsiteY7" fmla="*/ 13794 h 19043"/>
                <a:gd name="connsiteX8" fmla="*/ 19812 w 19800"/>
                <a:gd name="connsiteY8" fmla="*/ 5745 h 1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00" h="19043">
                  <a:moveTo>
                    <a:pt x="19812" y="5745"/>
                  </a:moveTo>
                  <a:cubicBezTo>
                    <a:pt x="19812" y="640"/>
                    <a:pt x="19608" y="248"/>
                    <a:pt x="14096" y="248"/>
                  </a:cubicBezTo>
                  <a:lnTo>
                    <a:pt x="5727" y="248"/>
                  </a:lnTo>
                  <a:cubicBezTo>
                    <a:pt x="420" y="248"/>
                    <a:pt x="11" y="640"/>
                    <a:pt x="11" y="5745"/>
                  </a:cubicBezTo>
                  <a:lnTo>
                    <a:pt x="11" y="13598"/>
                  </a:lnTo>
                  <a:cubicBezTo>
                    <a:pt x="11" y="18898"/>
                    <a:pt x="420" y="19291"/>
                    <a:pt x="5931" y="19291"/>
                  </a:cubicBezTo>
                  <a:lnTo>
                    <a:pt x="14096" y="19291"/>
                  </a:lnTo>
                  <a:cubicBezTo>
                    <a:pt x="19403" y="19291"/>
                    <a:pt x="19812" y="18898"/>
                    <a:pt x="19812" y="13794"/>
                  </a:cubicBezTo>
                  <a:lnTo>
                    <a:pt x="19812" y="5745"/>
                  </a:lnTo>
                  <a:close/>
                </a:path>
              </a:pathLst>
            </a:custGeom>
            <a:solidFill>
              <a:srgbClr val="000000"/>
            </a:solidFill>
            <a:ln w="102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C71AB40F-06A2-C2CE-A2BB-EB89C6E695DE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079866" y="6111217"/>
              <a:ext cx="19800" cy="19043"/>
            </a:xfrm>
            <a:custGeom>
              <a:avLst/>
              <a:gdLst>
                <a:gd name="connsiteX0" fmla="*/ 19823 w 19800"/>
                <a:gd name="connsiteY0" fmla="*/ 5745 h 19043"/>
                <a:gd name="connsiteX1" fmla="*/ 14107 w 19800"/>
                <a:gd name="connsiteY1" fmla="*/ 248 h 19043"/>
                <a:gd name="connsiteX2" fmla="*/ 5738 w 19800"/>
                <a:gd name="connsiteY2" fmla="*/ 248 h 19043"/>
                <a:gd name="connsiteX3" fmla="*/ 22 w 19800"/>
                <a:gd name="connsiteY3" fmla="*/ 5745 h 19043"/>
                <a:gd name="connsiteX4" fmla="*/ 22 w 19800"/>
                <a:gd name="connsiteY4" fmla="*/ 13598 h 19043"/>
                <a:gd name="connsiteX5" fmla="*/ 5942 w 19800"/>
                <a:gd name="connsiteY5" fmla="*/ 19291 h 19043"/>
                <a:gd name="connsiteX6" fmla="*/ 14107 w 19800"/>
                <a:gd name="connsiteY6" fmla="*/ 19291 h 19043"/>
                <a:gd name="connsiteX7" fmla="*/ 19823 w 19800"/>
                <a:gd name="connsiteY7" fmla="*/ 13794 h 19043"/>
                <a:gd name="connsiteX8" fmla="*/ 19823 w 19800"/>
                <a:gd name="connsiteY8" fmla="*/ 5745 h 1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00" h="19043">
                  <a:moveTo>
                    <a:pt x="19823" y="5745"/>
                  </a:moveTo>
                  <a:cubicBezTo>
                    <a:pt x="19823" y="640"/>
                    <a:pt x="19619" y="248"/>
                    <a:pt x="14107" y="248"/>
                  </a:cubicBezTo>
                  <a:lnTo>
                    <a:pt x="5738" y="248"/>
                  </a:lnTo>
                  <a:cubicBezTo>
                    <a:pt x="431" y="248"/>
                    <a:pt x="22" y="640"/>
                    <a:pt x="22" y="5745"/>
                  </a:cubicBezTo>
                  <a:lnTo>
                    <a:pt x="22" y="13598"/>
                  </a:lnTo>
                  <a:cubicBezTo>
                    <a:pt x="22" y="18898"/>
                    <a:pt x="431" y="19291"/>
                    <a:pt x="5942" y="19291"/>
                  </a:cubicBezTo>
                  <a:lnTo>
                    <a:pt x="14107" y="19291"/>
                  </a:lnTo>
                  <a:cubicBezTo>
                    <a:pt x="19414" y="19291"/>
                    <a:pt x="19823" y="18898"/>
                    <a:pt x="19823" y="13794"/>
                  </a:cubicBezTo>
                  <a:lnTo>
                    <a:pt x="19823" y="5745"/>
                  </a:lnTo>
                  <a:close/>
                </a:path>
              </a:pathLst>
            </a:custGeom>
            <a:solidFill>
              <a:srgbClr val="000000"/>
            </a:solidFill>
            <a:ln w="102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0E998FFA-20BA-5652-DF31-E9CEAC87A3F4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85922" y="5993818"/>
              <a:ext cx="19800" cy="136442"/>
            </a:xfrm>
            <a:custGeom>
              <a:avLst/>
              <a:gdLst>
                <a:gd name="connsiteX0" fmla="*/ 19834 w 19800"/>
                <a:gd name="connsiteY0" fmla="*/ 8886 h 136442"/>
                <a:gd name="connsiteX1" fmla="*/ 10852 w 19800"/>
                <a:gd name="connsiteY1" fmla="*/ 248 h 136442"/>
                <a:gd name="connsiteX2" fmla="*/ 9015 w 19800"/>
                <a:gd name="connsiteY2" fmla="*/ 248 h 136442"/>
                <a:gd name="connsiteX3" fmla="*/ 33 w 19800"/>
                <a:gd name="connsiteY3" fmla="*/ 8886 h 136442"/>
                <a:gd name="connsiteX4" fmla="*/ 33 w 19800"/>
                <a:gd name="connsiteY4" fmla="*/ 10653 h 136442"/>
                <a:gd name="connsiteX5" fmla="*/ 9015 w 19800"/>
                <a:gd name="connsiteY5" fmla="*/ 19291 h 136442"/>
                <a:gd name="connsiteX6" fmla="*/ 10852 w 19800"/>
                <a:gd name="connsiteY6" fmla="*/ 19291 h 136442"/>
                <a:gd name="connsiteX7" fmla="*/ 19834 w 19800"/>
                <a:gd name="connsiteY7" fmla="*/ 10653 h 136442"/>
                <a:gd name="connsiteX8" fmla="*/ 19834 w 19800"/>
                <a:gd name="connsiteY8" fmla="*/ 8886 h 136442"/>
                <a:gd name="connsiteX9" fmla="*/ 17997 w 19800"/>
                <a:gd name="connsiteY9" fmla="*/ 43046 h 136442"/>
                <a:gd name="connsiteX10" fmla="*/ 10036 w 19800"/>
                <a:gd name="connsiteY10" fmla="*/ 34407 h 136442"/>
                <a:gd name="connsiteX11" fmla="*/ 2075 w 19800"/>
                <a:gd name="connsiteY11" fmla="*/ 43046 h 136442"/>
                <a:gd name="connsiteX12" fmla="*/ 2075 w 19800"/>
                <a:gd name="connsiteY12" fmla="*/ 128052 h 136442"/>
                <a:gd name="connsiteX13" fmla="*/ 10036 w 19800"/>
                <a:gd name="connsiteY13" fmla="*/ 136690 h 136442"/>
                <a:gd name="connsiteX14" fmla="*/ 17997 w 19800"/>
                <a:gd name="connsiteY14" fmla="*/ 128052 h 136442"/>
                <a:gd name="connsiteX15" fmla="*/ 17997 w 19800"/>
                <a:gd name="connsiteY15" fmla="*/ 43046 h 136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800" h="136442">
                  <a:moveTo>
                    <a:pt x="19834" y="8886"/>
                  </a:moveTo>
                  <a:cubicBezTo>
                    <a:pt x="19834" y="2211"/>
                    <a:pt x="18201" y="248"/>
                    <a:pt x="10852" y="248"/>
                  </a:cubicBezTo>
                  <a:lnTo>
                    <a:pt x="9015" y="248"/>
                  </a:lnTo>
                  <a:cubicBezTo>
                    <a:pt x="2075" y="248"/>
                    <a:pt x="33" y="1818"/>
                    <a:pt x="33" y="8886"/>
                  </a:cubicBezTo>
                  <a:lnTo>
                    <a:pt x="33" y="10653"/>
                  </a:lnTo>
                  <a:cubicBezTo>
                    <a:pt x="33" y="17328"/>
                    <a:pt x="1666" y="19291"/>
                    <a:pt x="9015" y="19291"/>
                  </a:cubicBezTo>
                  <a:lnTo>
                    <a:pt x="10852" y="19291"/>
                  </a:lnTo>
                  <a:cubicBezTo>
                    <a:pt x="17792" y="19291"/>
                    <a:pt x="19834" y="17720"/>
                    <a:pt x="19834" y="10653"/>
                  </a:cubicBezTo>
                  <a:lnTo>
                    <a:pt x="19834" y="8886"/>
                  </a:lnTo>
                  <a:close/>
                  <a:moveTo>
                    <a:pt x="17997" y="43046"/>
                  </a:moveTo>
                  <a:cubicBezTo>
                    <a:pt x="17997" y="39119"/>
                    <a:pt x="17997" y="34407"/>
                    <a:pt x="10036" y="34407"/>
                  </a:cubicBezTo>
                  <a:cubicBezTo>
                    <a:pt x="2075" y="34407"/>
                    <a:pt x="2075" y="39119"/>
                    <a:pt x="2075" y="43046"/>
                  </a:cubicBezTo>
                  <a:lnTo>
                    <a:pt x="2075" y="128052"/>
                  </a:lnTo>
                  <a:cubicBezTo>
                    <a:pt x="2075" y="131979"/>
                    <a:pt x="2075" y="136690"/>
                    <a:pt x="10036" y="136690"/>
                  </a:cubicBezTo>
                  <a:cubicBezTo>
                    <a:pt x="17997" y="136690"/>
                    <a:pt x="17997" y="131979"/>
                    <a:pt x="17997" y="128052"/>
                  </a:cubicBezTo>
                  <a:lnTo>
                    <a:pt x="17997" y="43046"/>
                  </a:lnTo>
                  <a:close/>
                </a:path>
              </a:pathLst>
            </a:custGeom>
            <a:solidFill>
              <a:srgbClr val="000000"/>
            </a:solidFill>
            <a:ln w="102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769D491-81A8-BAF3-BEA6-CC6D2ED61C84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244665" y="6026014"/>
              <a:ext cx="157994" cy="104246"/>
            </a:xfrm>
            <a:custGeom>
              <a:avLst/>
              <a:gdLst>
                <a:gd name="connsiteX0" fmla="*/ 158033 w 157994"/>
                <a:gd name="connsiteY0" fmla="*/ 33622 h 104246"/>
                <a:gd name="connsiteX1" fmla="*/ 123332 w 157994"/>
                <a:gd name="connsiteY1" fmla="*/ 248 h 104246"/>
                <a:gd name="connsiteX2" fmla="*/ 86180 w 157994"/>
                <a:gd name="connsiteY2" fmla="*/ 23414 h 104246"/>
                <a:gd name="connsiteX3" fmla="*/ 52500 w 157994"/>
                <a:gd name="connsiteY3" fmla="*/ 248 h 104246"/>
                <a:gd name="connsiteX4" fmla="*/ 15961 w 157994"/>
                <a:gd name="connsiteY4" fmla="*/ 22236 h 104246"/>
                <a:gd name="connsiteX5" fmla="*/ 15757 w 157994"/>
                <a:gd name="connsiteY5" fmla="*/ 22236 h 104246"/>
                <a:gd name="connsiteX6" fmla="*/ 15757 w 157994"/>
                <a:gd name="connsiteY6" fmla="*/ 10849 h 104246"/>
                <a:gd name="connsiteX7" fmla="*/ 8000 w 157994"/>
                <a:gd name="connsiteY7" fmla="*/ 2211 h 104246"/>
                <a:gd name="connsiteX8" fmla="*/ 39 w 157994"/>
                <a:gd name="connsiteY8" fmla="*/ 10849 h 104246"/>
                <a:gd name="connsiteX9" fmla="*/ 39 w 157994"/>
                <a:gd name="connsiteY9" fmla="*/ 95856 h 104246"/>
                <a:gd name="connsiteX10" fmla="*/ 8204 w 157994"/>
                <a:gd name="connsiteY10" fmla="*/ 104494 h 104246"/>
                <a:gd name="connsiteX11" fmla="*/ 16369 w 157994"/>
                <a:gd name="connsiteY11" fmla="*/ 95856 h 104246"/>
                <a:gd name="connsiteX12" fmla="*/ 16369 w 157994"/>
                <a:gd name="connsiteY12" fmla="*/ 45009 h 104246"/>
                <a:gd name="connsiteX13" fmla="*/ 46172 w 157994"/>
                <a:gd name="connsiteY13" fmla="*/ 12616 h 104246"/>
                <a:gd name="connsiteX14" fmla="*/ 70871 w 157994"/>
                <a:gd name="connsiteY14" fmla="*/ 34996 h 104246"/>
                <a:gd name="connsiteX15" fmla="*/ 70871 w 157994"/>
                <a:gd name="connsiteY15" fmla="*/ 95856 h 104246"/>
                <a:gd name="connsiteX16" fmla="*/ 79036 w 157994"/>
                <a:gd name="connsiteY16" fmla="*/ 104494 h 104246"/>
                <a:gd name="connsiteX17" fmla="*/ 87201 w 157994"/>
                <a:gd name="connsiteY17" fmla="*/ 95856 h 104246"/>
                <a:gd name="connsiteX18" fmla="*/ 87201 w 157994"/>
                <a:gd name="connsiteY18" fmla="*/ 45009 h 104246"/>
                <a:gd name="connsiteX19" fmla="*/ 117004 w 157994"/>
                <a:gd name="connsiteY19" fmla="*/ 12616 h 104246"/>
                <a:gd name="connsiteX20" fmla="*/ 141703 w 157994"/>
                <a:gd name="connsiteY20" fmla="*/ 34996 h 104246"/>
                <a:gd name="connsiteX21" fmla="*/ 141703 w 157994"/>
                <a:gd name="connsiteY21" fmla="*/ 95856 h 104246"/>
                <a:gd name="connsiteX22" fmla="*/ 149868 w 157994"/>
                <a:gd name="connsiteY22" fmla="*/ 104494 h 104246"/>
                <a:gd name="connsiteX23" fmla="*/ 158033 w 157994"/>
                <a:gd name="connsiteY23" fmla="*/ 95856 h 104246"/>
                <a:gd name="connsiteX24" fmla="*/ 158033 w 157994"/>
                <a:gd name="connsiteY24" fmla="*/ 33622 h 104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7994" h="104246">
                  <a:moveTo>
                    <a:pt x="158033" y="33622"/>
                  </a:moveTo>
                  <a:cubicBezTo>
                    <a:pt x="158033" y="11242"/>
                    <a:pt x="146194" y="248"/>
                    <a:pt x="123332" y="248"/>
                  </a:cubicBezTo>
                  <a:cubicBezTo>
                    <a:pt x="103123" y="248"/>
                    <a:pt x="91488" y="13009"/>
                    <a:pt x="86180" y="23414"/>
                  </a:cubicBezTo>
                  <a:cubicBezTo>
                    <a:pt x="82710" y="7119"/>
                    <a:pt x="70667" y="248"/>
                    <a:pt x="52500" y="248"/>
                  </a:cubicBezTo>
                  <a:cubicBezTo>
                    <a:pt x="35965" y="248"/>
                    <a:pt x="23514" y="8690"/>
                    <a:pt x="15961" y="22236"/>
                  </a:cubicBezTo>
                  <a:lnTo>
                    <a:pt x="15757" y="22236"/>
                  </a:lnTo>
                  <a:lnTo>
                    <a:pt x="15757" y="10849"/>
                  </a:lnTo>
                  <a:cubicBezTo>
                    <a:pt x="15757" y="7119"/>
                    <a:pt x="15757" y="2211"/>
                    <a:pt x="8000" y="2211"/>
                  </a:cubicBezTo>
                  <a:cubicBezTo>
                    <a:pt x="39" y="2211"/>
                    <a:pt x="39" y="6923"/>
                    <a:pt x="39" y="10849"/>
                  </a:cubicBezTo>
                  <a:lnTo>
                    <a:pt x="39" y="95856"/>
                  </a:lnTo>
                  <a:cubicBezTo>
                    <a:pt x="39" y="99978"/>
                    <a:pt x="39" y="104494"/>
                    <a:pt x="8204" y="104494"/>
                  </a:cubicBezTo>
                  <a:cubicBezTo>
                    <a:pt x="16369" y="104494"/>
                    <a:pt x="16369" y="99978"/>
                    <a:pt x="16369" y="95856"/>
                  </a:cubicBezTo>
                  <a:lnTo>
                    <a:pt x="16369" y="45009"/>
                  </a:lnTo>
                  <a:cubicBezTo>
                    <a:pt x="16369" y="26555"/>
                    <a:pt x="28821" y="12616"/>
                    <a:pt x="46172" y="12616"/>
                  </a:cubicBezTo>
                  <a:cubicBezTo>
                    <a:pt x="68217" y="12616"/>
                    <a:pt x="70871" y="24002"/>
                    <a:pt x="70871" y="34996"/>
                  </a:cubicBezTo>
                  <a:lnTo>
                    <a:pt x="70871" y="95856"/>
                  </a:lnTo>
                  <a:cubicBezTo>
                    <a:pt x="70871" y="99978"/>
                    <a:pt x="70871" y="104494"/>
                    <a:pt x="79036" y="104494"/>
                  </a:cubicBezTo>
                  <a:cubicBezTo>
                    <a:pt x="87201" y="104494"/>
                    <a:pt x="87201" y="99978"/>
                    <a:pt x="87201" y="95856"/>
                  </a:cubicBezTo>
                  <a:lnTo>
                    <a:pt x="87201" y="45009"/>
                  </a:lnTo>
                  <a:cubicBezTo>
                    <a:pt x="87201" y="26555"/>
                    <a:pt x="99653" y="12616"/>
                    <a:pt x="117004" y="12616"/>
                  </a:cubicBezTo>
                  <a:cubicBezTo>
                    <a:pt x="139049" y="12616"/>
                    <a:pt x="141703" y="24002"/>
                    <a:pt x="141703" y="34996"/>
                  </a:cubicBezTo>
                  <a:lnTo>
                    <a:pt x="141703" y="95856"/>
                  </a:lnTo>
                  <a:cubicBezTo>
                    <a:pt x="141703" y="99978"/>
                    <a:pt x="141703" y="104494"/>
                    <a:pt x="149868" y="104494"/>
                  </a:cubicBezTo>
                  <a:cubicBezTo>
                    <a:pt x="158033" y="104494"/>
                    <a:pt x="158033" y="99978"/>
                    <a:pt x="158033" y="95856"/>
                  </a:cubicBezTo>
                  <a:lnTo>
                    <a:pt x="158033" y="33622"/>
                  </a:lnTo>
                  <a:close/>
                </a:path>
              </a:pathLst>
            </a:custGeom>
            <a:solidFill>
              <a:srgbClr val="000000"/>
            </a:solidFill>
            <a:ln w="102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541CAEE-97FD-8DE8-F2B8-EAE578122C4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517153" y="5996566"/>
              <a:ext cx="164322" cy="133694"/>
            </a:xfrm>
            <a:custGeom>
              <a:avLst/>
              <a:gdLst>
                <a:gd name="connsiteX0" fmla="*/ 91924 w 164322"/>
                <a:gd name="connsiteY0" fmla="*/ 13205 h 133694"/>
                <a:gd name="connsiteX1" fmla="*/ 155407 w 164322"/>
                <a:gd name="connsiteY1" fmla="*/ 13205 h 133694"/>
                <a:gd name="connsiteX2" fmla="*/ 164389 w 164322"/>
                <a:gd name="connsiteY2" fmla="*/ 6726 h 133694"/>
                <a:gd name="connsiteX3" fmla="*/ 155407 w 164322"/>
                <a:gd name="connsiteY3" fmla="*/ 248 h 133694"/>
                <a:gd name="connsiteX4" fmla="*/ 9048 w 164322"/>
                <a:gd name="connsiteY4" fmla="*/ 248 h 133694"/>
                <a:gd name="connsiteX5" fmla="*/ 66 w 164322"/>
                <a:gd name="connsiteY5" fmla="*/ 6726 h 133694"/>
                <a:gd name="connsiteX6" fmla="*/ 9048 w 164322"/>
                <a:gd name="connsiteY6" fmla="*/ 13205 h 133694"/>
                <a:gd name="connsiteX7" fmla="*/ 72736 w 164322"/>
                <a:gd name="connsiteY7" fmla="*/ 13205 h 133694"/>
                <a:gd name="connsiteX8" fmla="*/ 72736 w 164322"/>
                <a:gd name="connsiteY8" fmla="*/ 125304 h 133694"/>
                <a:gd name="connsiteX9" fmla="*/ 81717 w 164322"/>
                <a:gd name="connsiteY9" fmla="*/ 133942 h 133694"/>
                <a:gd name="connsiteX10" fmla="*/ 82942 w 164322"/>
                <a:gd name="connsiteY10" fmla="*/ 133942 h 133694"/>
                <a:gd name="connsiteX11" fmla="*/ 91924 w 164322"/>
                <a:gd name="connsiteY11" fmla="*/ 125304 h 133694"/>
                <a:gd name="connsiteX12" fmla="*/ 91924 w 164322"/>
                <a:gd name="connsiteY12" fmla="*/ 13205 h 13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4322" h="133694">
                  <a:moveTo>
                    <a:pt x="91924" y="13205"/>
                  </a:moveTo>
                  <a:lnTo>
                    <a:pt x="155407" y="13205"/>
                  </a:lnTo>
                  <a:cubicBezTo>
                    <a:pt x="158265" y="13205"/>
                    <a:pt x="164389" y="13205"/>
                    <a:pt x="164389" y="6726"/>
                  </a:cubicBezTo>
                  <a:cubicBezTo>
                    <a:pt x="164389" y="248"/>
                    <a:pt x="158265" y="248"/>
                    <a:pt x="155407" y="248"/>
                  </a:cubicBezTo>
                  <a:lnTo>
                    <a:pt x="9048" y="248"/>
                  </a:lnTo>
                  <a:cubicBezTo>
                    <a:pt x="6190" y="248"/>
                    <a:pt x="66" y="248"/>
                    <a:pt x="66" y="6726"/>
                  </a:cubicBezTo>
                  <a:cubicBezTo>
                    <a:pt x="66" y="13205"/>
                    <a:pt x="6190" y="13205"/>
                    <a:pt x="9048" y="13205"/>
                  </a:cubicBezTo>
                  <a:lnTo>
                    <a:pt x="72736" y="13205"/>
                  </a:lnTo>
                  <a:lnTo>
                    <a:pt x="72736" y="125304"/>
                  </a:lnTo>
                  <a:cubicBezTo>
                    <a:pt x="72736" y="131979"/>
                    <a:pt x="74369" y="133942"/>
                    <a:pt x="81717" y="133942"/>
                  </a:cubicBezTo>
                  <a:lnTo>
                    <a:pt x="82942" y="133942"/>
                  </a:lnTo>
                  <a:cubicBezTo>
                    <a:pt x="89882" y="133942"/>
                    <a:pt x="91924" y="132371"/>
                    <a:pt x="91924" y="125304"/>
                  </a:cubicBezTo>
                  <a:lnTo>
                    <a:pt x="91924" y="13205"/>
                  </a:lnTo>
                  <a:close/>
                </a:path>
              </a:pathLst>
            </a:custGeom>
            <a:solidFill>
              <a:srgbClr val="000000"/>
            </a:solidFill>
            <a:ln w="102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F8D2E5EF-6525-5D7C-439F-B9A4E715641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679570" y="6025032"/>
              <a:ext cx="95735" cy="107190"/>
            </a:xfrm>
            <a:custGeom>
              <a:avLst/>
              <a:gdLst>
                <a:gd name="connsiteX0" fmla="*/ 86836 w 95735"/>
                <a:gd name="connsiteY0" fmla="*/ 57181 h 107190"/>
                <a:gd name="connsiteX1" fmla="*/ 95818 w 95735"/>
                <a:gd name="connsiteY1" fmla="*/ 49132 h 107190"/>
                <a:gd name="connsiteX2" fmla="*/ 50501 w 95735"/>
                <a:gd name="connsiteY2" fmla="*/ 248 h 107190"/>
                <a:gd name="connsiteX3" fmla="*/ 82 w 95735"/>
                <a:gd name="connsiteY3" fmla="*/ 53647 h 107190"/>
                <a:gd name="connsiteX4" fmla="*/ 53972 w 95735"/>
                <a:gd name="connsiteY4" fmla="*/ 107439 h 107190"/>
                <a:gd name="connsiteX5" fmla="*/ 88673 w 95735"/>
                <a:gd name="connsiteY5" fmla="*/ 97034 h 107190"/>
                <a:gd name="connsiteX6" fmla="*/ 94797 w 95735"/>
                <a:gd name="connsiteY6" fmla="*/ 90555 h 107190"/>
                <a:gd name="connsiteX7" fmla="*/ 91327 w 95735"/>
                <a:gd name="connsiteY7" fmla="*/ 80543 h 107190"/>
                <a:gd name="connsiteX8" fmla="*/ 87857 w 95735"/>
                <a:gd name="connsiteY8" fmla="*/ 82506 h 107190"/>
                <a:gd name="connsiteX9" fmla="*/ 54176 w 95735"/>
                <a:gd name="connsiteY9" fmla="*/ 95070 h 107190"/>
                <a:gd name="connsiteX10" fmla="*/ 15596 w 95735"/>
                <a:gd name="connsiteY10" fmla="*/ 57181 h 107190"/>
                <a:gd name="connsiteX11" fmla="*/ 86836 w 95735"/>
                <a:gd name="connsiteY11" fmla="*/ 57181 h 107190"/>
                <a:gd name="connsiteX12" fmla="*/ 15800 w 95735"/>
                <a:gd name="connsiteY12" fmla="*/ 47561 h 107190"/>
                <a:gd name="connsiteX13" fmla="*/ 50501 w 95735"/>
                <a:gd name="connsiteY13" fmla="*/ 12616 h 107190"/>
                <a:gd name="connsiteX14" fmla="*/ 82549 w 95735"/>
                <a:gd name="connsiteY14" fmla="*/ 47561 h 107190"/>
                <a:gd name="connsiteX15" fmla="*/ 15800 w 95735"/>
                <a:gd name="connsiteY15" fmla="*/ 47561 h 10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735" h="107190">
                  <a:moveTo>
                    <a:pt x="86836" y="57181"/>
                  </a:moveTo>
                  <a:cubicBezTo>
                    <a:pt x="91123" y="57181"/>
                    <a:pt x="95818" y="57181"/>
                    <a:pt x="95818" y="49132"/>
                  </a:cubicBezTo>
                  <a:cubicBezTo>
                    <a:pt x="95818" y="20861"/>
                    <a:pt x="79283" y="248"/>
                    <a:pt x="50501" y="248"/>
                  </a:cubicBezTo>
                  <a:cubicBezTo>
                    <a:pt x="22128" y="248"/>
                    <a:pt x="82" y="24591"/>
                    <a:pt x="82" y="53647"/>
                  </a:cubicBezTo>
                  <a:cubicBezTo>
                    <a:pt x="82" y="83684"/>
                    <a:pt x="24373" y="107439"/>
                    <a:pt x="53972" y="107439"/>
                  </a:cubicBezTo>
                  <a:cubicBezTo>
                    <a:pt x="65607" y="107439"/>
                    <a:pt x="78059" y="104101"/>
                    <a:pt x="88673" y="97034"/>
                  </a:cubicBezTo>
                  <a:cubicBezTo>
                    <a:pt x="94797" y="92911"/>
                    <a:pt x="94797" y="92126"/>
                    <a:pt x="94797" y="90555"/>
                  </a:cubicBezTo>
                  <a:cubicBezTo>
                    <a:pt x="94797" y="86629"/>
                    <a:pt x="94797" y="80543"/>
                    <a:pt x="91327" y="80543"/>
                  </a:cubicBezTo>
                  <a:cubicBezTo>
                    <a:pt x="90102" y="80543"/>
                    <a:pt x="89286" y="81328"/>
                    <a:pt x="87857" y="82506"/>
                  </a:cubicBezTo>
                  <a:cubicBezTo>
                    <a:pt x="77242" y="91733"/>
                    <a:pt x="64178" y="95070"/>
                    <a:pt x="54176" y="95070"/>
                  </a:cubicBezTo>
                  <a:cubicBezTo>
                    <a:pt x="32947" y="95070"/>
                    <a:pt x="16821" y="77402"/>
                    <a:pt x="15596" y="57181"/>
                  </a:cubicBezTo>
                  <a:lnTo>
                    <a:pt x="86836" y="57181"/>
                  </a:lnTo>
                  <a:close/>
                  <a:moveTo>
                    <a:pt x="15800" y="47561"/>
                  </a:moveTo>
                  <a:cubicBezTo>
                    <a:pt x="18454" y="26947"/>
                    <a:pt x="33559" y="12616"/>
                    <a:pt x="50501" y="12616"/>
                  </a:cubicBezTo>
                  <a:cubicBezTo>
                    <a:pt x="80712" y="12616"/>
                    <a:pt x="82141" y="41082"/>
                    <a:pt x="82549" y="47561"/>
                  </a:cubicBezTo>
                  <a:lnTo>
                    <a:pt x="15800" y="47561"/>
                  </a:lnTo>
                  <a:close/>
                </a:path>
              </a:pathLst>
            </a:custGeom>
            <a:solidFill>
              <a:srgbClr val="000000"/>
            </a:solidFill>
            <a:ln w="102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B329D53D-DA30-8567-490D-92DB01A31BD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796036" y="6025032"/>
              <a:ext cx="86958" cy="107190"/>
            </a:xfrm>
            <a:custGeom>
              <a:avLst/>
              <a:gdLst>
                <a:gd name="connsiteX0" fmla="*/ 87051 w 86958"/>
                <a:gd name="connsiteY0" fmla="*/ 35782 h 107190"/>
                <a:gd name="connsiteX1" fmla="*/ 46634 w 86958"/>
                <a:gd name="connsiteY1" fmla="*/ 248 h 107190"/>
                <a:gd name="connsiteX2" fmla="*/ 11320 w 86958"/>
                <a:gd name="connsiteY2" fmla="*/ 7119 h 107190"/>
                <a:gd name="connsiteX3" fmla="*/ 6013 w 86958"/>
                <a:gd name="connsiteY3" fmla="*/ 9867 h 107190"/>
                <a:gd name="connsiteX4" fmla="*/ 4584 w 86958"/>
                <a:gd name="connsiteY4" fmla="*/ 12616 h 107190"/>
                <a:gd name="connsiteX5" fmla="*/ 8258 w 86958"/>
                <a:gd name="connsiteY5" fmla="*/ 23021 h 107190"/>
                <a:gd name="connsiteX6" fmla="*/ 12137 w 86958"/>
                <a:gd name="connsiteY6" fmla="*/ 21254 h 107190"/>
                <a:gd name="connsiteX7" fmla="*/ 46226 w 86958"/>
                <a:gd name="connsiteY7" fmla="*/ 11831 h 107190"/>
                <a:gd name="connsiteX8" fmla="*/ 70721 w 86958"/>
                <a:gd name="connsiteY8" fmla="*/ 36567 h 107190"/>
                <a:gd name="connsiteX9" fmla="*/ 70721 w 86958"/>
                <a:gd name="connsiteY9" fmla="*/ 44420 h 107190"/>
                <a:gd name="connsiteX10" fmla="*/ 93 w 86958"/>
                <a:gd name="connsiteY10" fmla="*/ 78383 h 107190"/>
                <a:gd name="connsiteX11" fmla="*/ 30508 w 86958"/>
                <a:gd name="connsiteY11" fmla="*/ 107439 h 107190"/>
                <a:gd name="connsiteX12" fmla="*/ 71129 w 86958"/>
                <a:gd name="connsiteY12" fmla="*/ 91340 h 107190"/>
                <a:gd name="connsiteX13" fmla="*/ 71129 w 86958"/>
                <a:gd name="connsiteY13" fmla="*/ 96837 h 107190"/>
                <a:gd name="connsiteX14" fmla="*/ 79090 w 86958"/>
                <a:gd name="connsiteY14" fmla="*/ 105475 h 107190"/>
                <a:gd name="connsiteX15" fmla="*/ 87051 w 86958"/>
                <a:gd name="connsiteY15" fmla="*/ 96837 h 107190"/>
                <a:gd name="connsiteX16" fmla="*/ 87051 w 86958"/>
                <a:gd name="connsiteY16" fmla="*/ 35782 h 107190"/>
                <a:gd name="connsiteX17" fmla="*/ 70721 w 86958"/>
                <a:gd name="connsiteY17" fmla="*/ 73672 h 107190"/>
                <a:gd name="connsiteX18" fmla="*/ 40306 w 86958"/>
                <a:gd name="connsiteY18" fmla="*/ 95070 h 107190"/>
                <a:gd name="connsiteX19" fmla="*/ 15811 w 86958"/>
                <a:gd name="connsiteY19" fmla="*/ 78187 h 107190"/>
                <a:gd name="connsiteX20" fmla="*/ 35815 w 86958"/>
                <a:gd name="connsiteY20" fmla="*/ 57573 h 107190"/>
                <a:gd name="connsiteX21" fmla="*/ 70721 w 86958"/>
                <a:gd name="connsiteY21" fmla="*/ 52076 h 107190"/>
                <a:gd name="connsiteX22" fmla="*/ 70721 w 86958"/>
                <a:gd name="connsiteY22" fmla="*/ 73672 h 10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6958" h="107190">
                  <a:moveTo>
                    <a:pt x="87051" y="35782"/>
                  </a:moveTo>
                  <a:cubicBezTo>
                    <a:pt x="87051" y="16542"/>
                    <a:pt x="71129" y="248"/>
                    <a:pt x="46634" y="248"/>
                  </a:cubicBezTo>
                  <a:cubicBezTo>
                    <a:pt x="36836" y="248"/>
                    <a:pt x="24793" y="1426"/>
                    <a:pt x="11320" y="7119"/>
                  </a:cubicBezTo>
                  <a:cubicBezTo>
                    <a:pt x="10912" y="7512"/>
                    <a:pt x="7238" y="9082"/>
                    <a:pt x="6013" y="9867"/>
                  </a:cubicBezTo>
                  <a:cubicBezTo>
                    <a:pt x="4584" y="10653"/>
                    <a:pt x="4584" y="12223"/>
                    <a:pt x="4584" y="12616"/>
                  </a:cubicBezTo>
                  <a:cubicBezTo>
                    <a:pt x="4584" y="14775"/>
                    <a:pt x="4584" y="23021"/>
                    <a:pt x="8258" y="23021"/>
                  </a:cubicBezTo>
                  <a:cubicBezTo>
                    <a:pt x="8871" y="23021"/>
                    <a:pt x="9279" y="23021"/>
                    <a:pt x="12137" y="21254"/>
                  </a:cubicBezTo>
                  <a:cubicBezTo>
                    <a:pt x="24588" y="13794"/>
                    <a:pt x="35203" y="11831"/>
                    <a:pt x="46226" y="11831"/>
                  </a:cubicBezTo>
                  <a:cubicBezTo>
                    <a:pt x="62964" y="11831"/>
                    <a:pt x="70721" y="23217"/>
                    <a:pt x="70721" y="36567"/>
                  </a:cubicBezTo>
                  <a:lnTo>
                    <a:pt x="70721" y="44420"/>
                  </a:lnTo>
                  <a:cubicBezTo>
                    <a:pt x="17852" y="45598"/>
                    <a:pt x="93" y="61892"/>
                    <a:pt x="93" y="78383"/>
                  </a:cubicBezTo>
                  <a:cubicBezTo>
                    <a:pt x="93" y="92518"/>
                    <a:pt x="11320" y="107439"/>
                    <a:pt x="30508" y="107439"/>
                  </a:cubicBezTo>
                  <a:cubicBezTo>
                    <a:pt x="43980" y="107439"/>
                    <a:pt x="61739" y="103120"/>
                    <a:pt x="71129" y="91340"/>
                  </a:cubicBezTo>
                  <a:lnTo>
                    <a:pt x="71129" y="96837"/>
                  </a:lnTo>
                  <a:cubicBezTo>
                    <a:pt x="71129" y="100764"/>
                    <a:pt x="71129" y="105475"/>
                    <a:pt x="79090" y="105475"/>
                  </a:cubicBezTo>
                  <a:cubicBezTo>
                    <a:pt x="87051" y="105475"/>
                    <a:pt x="87051" y="100764"/>
                    <a:pt x="87051" y="96837"/>
                  </a:cubicBezTo>
                  <a:lnTo>
                    <a:pt x="87051" y="35782"/>
                  </a:lnTo>
                  <a:close/>
                  <a:moveTo>
                    <a:pt x="70721" y="73672"/>
                  </a:moveTo>
                  <a:cubicBezTo>
                    <a:pt x="70721" y="95070"/>
                    <a:pt x="42143" y="95070"/>
                    <a:pt x="40306" y="95070"/>
                  </a:cubicBezTo>
                  <a:cubicBezTo>
                    <a:pt x="27242" y="95070"/>
                    <a:pt x="15811" y="88396"/>
                    <a:pt x="15811" y="78187"/>
                  </a:cubicBezTo>
                  <a:cubicBezTo>
                    <a:pt x="15811" y="67389"/>
                    <a:pt x="26426" y="60911"/>
                    <a:pt x="35815" y="57573"/>
                  </a:cubicBezTo>
                  <a:cubicBezTo>
                    <a:pt x="48675" y="53058"/>
                    <a:pt x="60923" y="52469"/>
                    <a:pt x="70721" y="52076"/>
                  </a:cubicBezTo>
                  <a:lnTo>
                    <a:pt x="70721" y="73672"/>
                  </a:lnTo>
                  <a:close/>
                </a:path>
              </a:pathLst>
            </a:custGeom>
            <a:solidFill>
              <a:srgbClr val="000000"/>
            </a:solidFill>
            <a:ln w="102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65C47A43-1D4B-7719-70F1-7F72DED75FA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923673" y="6026014"/>
              <a:ext cx="157994" cy="104246"/>
            </a:xfrm>
            <a:custGeom>
              <a:avLst/>
              <a:gdLst>
                <a:gd name="connsiteX0" fmla="*/ 158099 w 157994"/>
                <a:gd name="connsiteY0" fmla="*/ 33622 h 104246"/>
                <a:gd name="connsiteX1" fmla="*/ 123397 w 157994"/>
                <a:gd name="connsiteY1" fmla="*/ 248 h 104246"/>
                <a:gd name="connsiteX2" fmla="*/ 86246 w 157994"/>
                <a:gd name="connsiteY2" fmla="*/ 23414 h 104246"/>
                <a:gd name="connsiteX3" fmla="*/ 52565 w 157994"/>
                <a:gd name="connsiteY3" fmla="*/ 248 h 104246"/>
                <a:gd name="connsiteX4" fmla="*/ 16027 w 157994"/>
                <a:gd name="connsiteY4" fmla="*/ 22236 h 104246"/>
                <a:gd name="connsiteX5" fmla="*/ 15823 w 157994"/>
                <a:gd name="connsiteY5" fmla="*/ 22236 h 104246"/>
                <a:gd name="connsiteX6" fmla="*/ 15823 w 157994"/>
                <a:gd name="connsiteY6" fmla="*/ 10849 h 104246"/>
                <a:gd name="connsiteX7" fmla="*/ 8066 w 157994"/>
                <a:gd name="connsiteY7" fmla="*/ 2211 h 104246"/>
                <a:gd name="connsiteX8" fmla="*/ 105 w 157994"/>
                <a:gd name="connsiteY8" fmla="*/ 10849 h 104246"/>
                <a:gd name="connsiteX9" fmla="*/ 105 w 157994"/>
                <a:gd name="connsiteY9" fmla="*/ 95856 h 104246"/>
                <a:gd name="connsiteX10" fmla="*/ 8270 w 157994"/>
                <a:gd name="connsiteY10" fmla="*/ 104494 h 104246"/>
                <a:gd name="connsiteX11" fmla="*/ 16435 w 157994"/>
                <a:gd name="connsiteY11" fmla="*/ 95856 h 104246"/>
                <a:gd name="connsiteX12" fmla="*/ 16435 w 157994"/>
                <a:gd name="connsiteY12" fmla="*/ 45009 h 104246"/>
                <a:gd name="connsiteX13" fmla="*/ 46238 w 157994"/>
                <a:gd name="connsiteY13" fmla="*/ 12616 h 104246"/>
                <a:gd name="connsiteX14" fmla="*/ 70937 w 157994"/>
                <a:gd name="connsiteY14" fmla="*/ 34996 h 104246"/>
                <a:gd name="connsiteX15" fmla="*/ 70937 w 157994"/>
                <a:gd name="connsiteY15" fmla="*/ 95856 h 104246"/>
                <a:gd name="connsiteX16" fmla="*/ 79102 w 157994"/>
                <a:gd name="connsiteY16" fmla="*/ 104494 h 104246"/>
                <a:gd name="connsiteX17" fmla="*/ 87267 w 157994"/>
                <a:gd name="connsiteY17" fmla="*/ 95856 h 104246"/>
                <a:gd name="connsiteX18" fmla="*/ 87267 w 157994"/>
                <a:gd name="connsiteY18" fmla="*/ 45009 h 104246"/>
                <a:gd name="connsiteX19" fmla="*/ 117070 w 157994"/>
                <a:gd name="connsiteY19" fmla="*/ 12616 h 104246"/>
                <a:gd name="connsiteX20" fmla="*/ 141769 w 157994"/>
                <a:gd name="connsiteY20" fmla="*/ 34996 h 104246"/>
                <a:gd name="connsiteX21" fmla="*/ 141769 w 157994"/>
                <a:gd name="connsiteY21" fmla="*/ 95856 h 104246"/>
                <a:gd name="connsiteX22" fmla="*/ 149934 w 157994"/>
                <a:gd name="connsiteY22" fmla="*/ 104494 h 104246"/>
                <a:gd name="connsiteX23" fmla="*/ 158099 w 157994"/>
                <a:gd name="connsiteY23" fmla="*/ 95856 h 104246"/>
                <a:gd name="connsiteX24" fmla="*/ 158099 w 157994"/>
                <a:gd name="connsiteY24" fmla="*/ 33622 h 104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7994" h="104246">
                  <a:moveTo>
                    <a:pt x="158099" y="33622"/>
                  </a:moveTo>
                  <a:cubicBezTo>
                    <a:pt x="158099" y="11242"/>
                    <a:pt x="146260" y="248"/>
                    <a:pt x="123397" y="248"/>
                  </a:cubicBezTo>
                  <a:cubicBezTo>
                    <a:pt x="103189" y="248"/>
                    <a:pt x="91554" y="13009"/>
                    <a:pt x="86246" y="23414"/>
                  </a:cubicBezTo>
                  <a:cubicBezTo>
                    <a:pt x="82776" y="7119"/>
                    <a:pt x="70733" y="248"/>
                    <a:pt x="52565" y="248"/>
                  </a:cubicBezTo>
                  <a:cubicBezTo>
                    <a:pt x="36031" y="248"/>
                    <a:pt x="23579" y="8690"/>
                    <a:pt x="16027" y="22236"/>
                  </a:cubicBezTo>
                  <a:lnTo>
                    <a:pt x="15823" y="22236"/>
                  </a:lnTo>
                  <a:lnTo>
                    <a:pt x="15823" y="10849"/>
                  </a:lnTo>
                  <a:cubicBezTo>
                    <a:pt x="15823" y="7119"/>
                    <a:pt x="15823" y="2211"/>
                    <a:pt x="8066" y="2211"/>
                  </a:cubicBezTo>
                  <a:cubicBezTo>
                    <a:pt x="105" y="2211"/>
                    <a:pt x="105" y="6923"/>
                    <a:pt x="105" y="10849"/>
                  </a:cubicBezTo>
                  <a:lnTo>
                    <a:pt x="105" y="95856"/>
                  </a:lnTo>
                  <a:cubicBezTo>
                    <a:pt x="105" y="99978"/>
                    <a:pt x="105" y="104494"/>
                    <a:pt x="8270" y="104494"/>
                  </a:cubicBezTo>
                  <a:cubicBezTo>
                    <a:pt x="16435" y="104494"/>
                    <a:pt x="16435" y="99978"/>
                    <a:pt x="16435" y="95856"/>
                  </a:cubicBezTo>
                  <a:lnTo>
                    <a:pt x="16435" y="45009"/>
                  </a:lnTo>
                  <a:cubicBezTo>
                    <a:pt x="16435" y="26555"/>
                    <a:pt x="28887" y="12616"/>
                    <a:pt x="46238" y="12616"/>
                  </a:cubicBezTo>
                  <a:cubicBezTo>
                    <a:pt x="68283" y="12616"/>
                    <a:pt x="70937" y="24002"/>
                    <a:pt x="70937" y="34996"/>
                  </a:cubicBezTo>
                  <a:lnTo>
                    <a:pt x="70937" y="95856"/>
                  </a:lnTo>
                  <a:cubicBezTo>
                    <a:pt x="70937" y="99978"/>
                    <a:pt x="70937" y="104494"/>
                    <a:pt x="79102" y="104494"/>
                  </a:cubicBezTo>
                  <a:cubicBezTo>
                    <a:pt x="87267" y="104494"/>
                    <a:pt x="87267" y="99978"/>
                    <a:pt x="87267" y="95856"/>
                  </a:cubicBezTo>
                  <a:lnTo>
                    <a:pt x="87267" y="45009"/>
                  </a:lnTo>
                  <a:cubicBezTo>
                    <a:pt x="87267" y="26555"/>
                    <a:pt x="99719" y="12616"/>
                    <a:pt x="117070" y="12616"/>
                  </a:cubicBezTo>
                  <a:cubicBezTo>
                    <a:pt x="139115" y="12616"/>
                    <a:pt x="141769" y="24002"/>
                    <a:pt x="141769" y="34996"/>
                  </a:cubicBezTo>
                  <a:lnTo>
                    <a:pt x="141769" y="95856"/>
                  </a:lnTo>
                  <a:cubicBezTo>
                    <a:pt x="141769" y="99978"/>
                    <a:pt x="141769" y="104494"/>
                    <a:pt x="149934" y="104494"/>
                  </a:cubicBezTo>
                  <a:cubicBezTo>
                    <a:pt x="158099" y="104494"/>
                    <a:pt x="158099" y="99978"/>
                    <a:pt x="158099" y="95856"/>
                  </a:cubicBezTo>
                  <a:lnTo>
                    <a:pt x="158099" y="33622"/>
                  </a:lnTo>
                  <a:close/>
                </a:path>
              </a:pathLst>
            </a:custGeom>
            <a:solidFill>
              <a:srgbClr val="000000"/>
            </a:solidFill>
            <a:ln w="102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2BC11EFF-0710-F0F5-8C2A-FA5B32CCD4E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2109066" y="6025032"/>
              <a:ext cx="84712" cy="107190"/>
            </a:xfrm>
            <a:custGeom>
              <a:avLst/>
              <a:gdLst>
                <a:gd name="connsiteX0" fmla="*/ 84837 w 84712"/>
                <a:gd name="connsiteY0" fmla="*/ 76420 h 107190"/>
                <a:gd name="connsiteX1" fmla="*/ 75447 w 84712"/>
                <a:gd name="connsiteY1" fmla="*/ 56199 h 107190"/>
                <a:gd name="connsiteX2" fmla="*/ 47686 w 84712"/>
                <a:gd name="connsiteY2" fmla="*/ 45009 h 107190"/>
                <a:gd name="connsiteX3" fmla="*/ 34009 w 84712"/>
                <a:gd name="connsiteY3" fmla="*/ 42457 h 107190"/>
                <a:gd name="connsiteX4" fmla="*/ 16454 w 84712"/>
                <a:gd name="connsiteY4" fmla="*/ 27733 h 107190"/>
                <a:gd name="connsiteX5" fmla="*/ 41970 w 84712"/>
                <a:gd name="connsiteY5" fmla="*/ 12420 h 107190"/>
                <a:gd name="connsiteX6" fmla="*/ 71364 w 84712"/>
                <a:gd name="connsiteY6" fmla="*/ 19094 h 107190"/>
                <a:gd name="connsiteX7" fmla="*/ 75651 w 84712"/>
                <a:gd name="connsiteY7" fmla="*/ 20861 h 107190"/>
                <a:gd name="connsiteX8" fmla="*/ 78713 w 84712"/>
                <a:gd name="connsiteY8" fmla="*/ 16739 h 107190"/>
                <a:gd name="connsiteX9" fmla="*/ 79938 w 84712"/>
                <a:gd name="connsiteY9" fmla="*/ 10260 h 107190"/>
                <a:gd name="connsiteX10" fmla="*/ 74630 w 84712"/>
                <a:gd name="connsiteY10" fmla="*/ 6137 h 107190"/>
                <a:gd name="connsiteX11" fmla="*/ 43399 w 84712"/>
                <a:gd name="connsiteY11" fmla="*/ 248 h 107190"/>
                <a:gd name="connsiteX12" fmla="*/ 1553 w 84712"/>
                <a:gd name="connsiteY12" fmla="*/ 29499 h 107190"/>
                <a:gd name="connsiteX13" fmla="*/ 38092 w 84712"/>
                <a:gd name="connsiteY13" fmla="*/ 59340 h 107190"/>
                <a:gd name="connsiteX14" fmla="*/ 62791 w 84712"/>
                <a:gd name="connsiteY14" fmla="*/ 66015 h 107190"/>
                <a:gd name="connsiteX15" fmla="*/ 69936 w 84712"/>
                <a:gd name="connsiteY15" fmla="*/ 77794 h 107190"/>
                <a:gd name="connsiteX16" fmla="*/ 43195 w 84712"/>
                <a:gd name="connsiteY16" fmla="*/ 94678 h 107190"/>
                <a:gd name="connsiteX17" fmla="*/ 7473 w 84712"/>
                <a:gd name="connsiteY17" fmla="*/ 84469 h 107190"/>
                <a:gd name="connsiteX18" fmla="*/ 4615 w 84712"/>
                <a:gd name="connsiteY18" fmla="*/ 83095 h 107190"/>
                <a:gd name="connsiteX19" fmla="*/ 1349 w 84712"/>
                <a:gd name="connsiteY19" fmla="*/ 87610 h 107190"/>
                <a:gd name="connsiteX20" fmla="*/ 124 w 84712"/>
                <a:gd name="connsiteY20" fmla="*/ 94285 h 107190"/>
                <a:gd name="connsiteX21" fmla="*/ 5431 w 84712"/>
                <a:gd name="connsiteY21" fmla="*/ 98997 h 107190"/>
                <a:gd name="connsiteX22" fmla="*/ 43195 w 84712"/>
                <a:gd name="connsiteY22" fmla="*/ 107439 h 107190"/>
                <a:gd name="connsiteX23" fmla="*/ 84837 w 84712"/>
                <a:gd name="connsiteY23" fmla="*/ 76420 h 10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4712" h="107190">
                  <a:moveTo>
                    <a:pt x="84837" y="76420"/>
                  </a:moveTo>
                  <a:cubicBezTo>
                    <a:pt x="84837" y="68960"/>
                    <a:pt x="81571" y="61892"/>
                    <a:pt x="75447" y="56199"/>
                  </a:cubicBezTo>
                  <a:cubicBezTo>
                    <a:pt x="66465" y="48346"/>
                    <a:pt x="56871" y="46579"/>
                    <a:pt x="47686" y="45009"/>
                  </a:cubicBezTo>
                  <a:cubicBezTo>
                    <a:pt x="43195" y="44223"/>
                    <a:pt x="36255" y="42849"/>
                    <a:pt x="34009" y="42457"/>
                  </a:cubicBezTo>
                  <a:cubicBezTo>
                    <a:pt x="26661" y="41082"/>
                    <a:pt x="16454" y="36567"/>
                    <a:pt x="16454" y="27733"/>
                  </a:cubicBezTo>
                  <a:cubicBezTo>
                    <a:pt x="16454" y="12420"/>
                    <a:pt x="38500" y="12420"/>
                    <a:pt x="41970" y="12420"/>
                  </a:cubicBezTo>
                  <a:cubicBezTo>
                    <a:pt x="57484" y="12420"/>
                    <a:pt x="65853" y="16542"/>
                    <a:pt x="71364" y="19094"/>
                  </a:cubicBezTo>
                  <a:cubicBezTo>
                    <a:pt x="74630" y="20861"/>
                    <a:pt x="75039" y="20861"/>
                    <a:pt x="75651" y="20861"/>
                  </a:cubicBezTo>
                  <a:cubicBezTo>
                    <a:pt x="77896" y="20861"/>
                    <a:pt x="78305" y="18898"/>
                    <a:pt x="78713" y="16739"/>
                  </a:cubicBezTo>
                  <a:cubicBezTo>
                    <a:pt x="78917" y="15561"/>
                    <a:pt x="79938" y="11242"/>
                    <a:pt x="79938" y="10260"/>
                  </a:cubicBezTo>
                  <a:cubicBezTo>
                    <a:pt x="79938" y="8101"/>
                    <a:pt x="78509" y="7512"/>
                    <a:pt x="74630" y="6137"/>
                  </a:cubicBezTo>
                  <a:cubicBezTo>
                    <a:pt x="64016" y="1818"/>
                    <a:pt x="55034" y="248"/>
                    <a:pt x="43399" y="248"/>
                  </a:cubicBezTo>
                  <a:cubicBezTo>
                    <a:pt x="22578" y="248"/>
                    <a:pt x="1553" y="7708"/>
                    <a:pt x="1553" y="29499"/>
                  </a:cubicBezTo>
                  <a:cubicBezTo>
                    <a:pt x="1553" y="52862"/>
                    <a:pt x="29927" y="57770"/>
                    <a:pt x="38092" y="59340"/>
                  </a:cubicBezTo>
                  <a:cubicBezTo>
                    <a:pt x="54014" y="62089"/>
                    <a:pt x="57688" y="62678"/>
                    <a:pt x="62791" y="66015"/>
                  </a:cubicBezTo>
                  <a:cubicBezTo>
                    <a:pt x="66465" y="68567"/>
                    <a:pt x="69936" y="72297"/>
                    <a:pt x="69936" y="77794"/>
                  </a:cubicBezTo>
                  <a:cubicBezTo>
                    <a:pt x="69936" y="94678"/>
                    <a:pt x="47073" y="94678"/>
                    <a:pt x="43195" y="94678"/>
                  </a:cubicBezTo>
                  <a:cubicBezTo>
                    <a:pt x="32172" y="94678"/>
                    <a:pt x="19516" y="91929"/>
                    <a:pt x="7473" y="84469"/>
                  </a:cubicBezTo>
                  <a:cubicBezTo>
                    <a:pt x="5840" y="83095"/>
                    <a:pt x="5431" y="83095"/>
                    <a:pt x="4615" y="83095"/>
                  </a:cubicBezTo>
                  <a:cubicBezTo>
                    <a:pt x="2165" y="83095"/>
                    <a:pt x="1961" y="84665"/>
                    <a:pt x="1349" y="87610"/>
                  </a:cubicBezTo>
                  <a:cubicBezTo>
                    <a:pt x="1145" y="88788"/>
                    <a:pt x="124" y="93500"/>
                    <a:pt x="124" y="94285"/>
                  </a:cubicBezTo>
                  <a:cubicBezTo>
                    <a:pt x="124" y="96248"/>
                    <a:pt x="1349" y="96837"/>
                    <a:pt x="5431" y="98997"/>
                  </a:cubicBezTo>
                  <a:cubicBezTo>
                    <a:pt x="12576" y="102531"/>
                    <a:pt x="26252" y="107439"/>
                    <a:pt x="43195" y="107439"/>
                  </a:cubicBezTo>
                  <a:cubicBezTo>
                    <a:pt x="79325" y="107439"/>
                    <a:pt x="84837" y="86825"/>
                    <a:pt x="84837" y="76420"/>
                  </a:cubicBezTo>
                  <a:close/>
                </a:path>
              </a:pathLst>
            </a:custGeom>
            <a:solidFill>
              <a:srgbClr val="000000"/>
            </a:solidFill>
            <a:ln w="102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9EABF6CA-1669-A3ED-CF1C-E9B37D1363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2202590" y="6072935"/>
              <a:ext cx="67974" cy="12368"/>
            </a:xfrm>
            <a:custGeom>
              <a:avLst/>
              <a:gdLst>
                <a:gd name="connsiteX0" fmla="*/ 59126 w 67974"/>
                <a:gd name="connsiteY0" fmla="*/ 12616 h 12368"/>
                <a:gd name="connsiteX1" fmla="*/ 68108 w 67974"/>
                <a:gd name="connsiteY1" fmla="*/ 6530 h 12368"/>
                <a:gd name="connsiteX2" fmla="*/ 59126 w 67974"/>
                <a:gd name="connsiteY2" fmla="*/ 248 h 12368"/>
                <a:gd name="connsiteX3" fmla="*/ 9115 w 67974"/>
                <a:gd name="connsiteY3" fmla="*/ 248 h 12368"/>
                <a:gd name="connsiteX4" fmla="*/ 134 w 67974"/>
                <a:gd name="connsiteY4" fmla="*/ 6334 h 12368"/>
                <a:gd name="connsiteX5" fmla="*/ 9115 w 67974"/>
                <a:gd name="connsiteY5" fmla="*/ 12616 h 12368"/>
                <a:gd name="connsiteX6" fmla="*/ 59126 w 67974"/>
                <a:gd name="connsiteY6" fmla="*/ 12616 h 12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974" h="12368">
                  <a:moveTo>
                    <a:pt x="59126" y="12616"/>
                  </a:moveTo>
                  <a:cubicBezTo>
                    <a:pt x="61576" y="12616"/>
                    <a:pt x="68108" y="12616"/>
                    <a:pt x="68108" y="6530"/>
                  </a:cubicBezTo>
                  <a:cubicBezTo>
                    <a:pt x="68108" y="248"/>
                    <a:pt x="61780" y="248"/>
                    <a:pt x="59126" y="248"/>
                  </a:cubicBezTo>
                  <a:lnTo>
                    <a:pt x="9115" y="248"/>
                  </a:lnTo>
                  <a:cubicBezTo>
                    <a:pt x="6666" y="248"/>
                    <a:pt x="134" y="248"/>
                    <a:pt x="134" y="6334"/>
                  </a:cubicBezTo>
                  <a:cubicBezTo>
                    <a:pt x="134" y="12616"/>
                    <a:pt x="6462" y="12616"/>
                    <a:pt x="9115" y="12616"/>
                  </a:cubicBezTo>
                  <a:lnTo>
                    <a:pt x="59126" y="12616"/>
                  </a:lnTo>
                  <a:close/>
                </a:path>
              </a:pathLst>
            </a:custGeom>
            <a:solidFill>
              <a:srgbClr val="000000"/>
            </a:solidFill>
            <a:ln w="102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786B4738-E014-44E1-231A-AAF0F1904719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2303565" y="5991854"/>
              <a:ext cx="131457" cy="142528"/>
            </a:xfrm>
            <a:custGeom>
              <a:avLst/>
              <a:gdLst>
                <a:gd name="connsiteX0" fmla="*/ 130987 w 131457"/>
                <a:gd name="connsiteY0" fmla="*/ 131193 h 142528"/>
                <a:gd name="connsiteX1" fmla="*/ 131600 w 131457"/>
                <a:gd name="connsiteY1" fmla="*/ 128838 h 142528"/>
                <a:gd name="connsiteX2" fmla="*/ 127925 w 131457"/>
                <a:gd name="connsiteY2" fmla="*/ 117647 h 142528"/>
                <a:gd name="connsiteX3" fmla="*/ 122006 w 131457"/>
                <a:gd name="connsiteY3" fmla="*/ 120396 h 142528"/>
                <a:gd name="connsiteX4" fmla="*/ 82201 w 131457"/>
                <a:gd name="connsiteY4" fmla="*/ 129819 h 142528"/>
                <a:gd name="connsiteX5" fmla="*/ 19330 w 131457"/>
                <a:gd name="connsiteY5" fmla="*/ 71512 h 142528"/>
                <a:gd name="connsiteX6" fmla="*/ 81180 w 131457"/>
                <a:gd name="connsiteY6" fmla="*/ 13205 h 142528"/>
                <a:gd name="connsiteX7" fmla="*/ 120169 w 131457"/>
                <a:gd name="connsiteY7" fmla="*/ 22432 h 142528"/>
                <a:gd name="connsiteX8" fmla="*/ 123639 w 131457"/>
                <a:gd name="connsiteY8" fmla="*/ 23806 h 142528"/>
                <a:gd name="connsiteX9" fmla="*/ 127313 w 131457"/>
                <a:gd name="connsiteY9" fmla="*/ 18113 h 142528"/>
                <a:gd name="connsiteX10" fmla="*/ 128742 w 131457"/>
                <a:gd name="connsiteY10" fmla="*/ 9867 h 142528"/>
                <a:gd name="connsiteX11" fmla="*/ 127313 w 131457"/>
                <a:gd name="connsiteY11" fmla="*/ 7315 h 142528"/>
                <a:gd name="connsiteX12" fmla="*/ 102818 w 131457"/>
                <a:gd name="connsiteY12" fmla="*/ 1622 h 142528"/>
                <a:gd name="connsiteX13" fmla="*/ 81793 w 131457"/>
                <a:gd name="connsiteY13" fmla="*/ 248 h 142528"/>
                <a:gd name="connsiteX14" fmla="*/ 142 w 131457"/>
                <a:gd name="connsiteY14" fmla="*/ 71512 h 142528"/>
                <a:gd name="connsiteX15" fmla="*/ 82201 w 131457"/>
                <a:gd name="connsiteY15" fmla="*/ 142776 h 142528"/>
                <a:gd name="connsiteX16" fmla="*/ 130987 w 131457"/>
                <a:gd name="connsiteY16" fmla="*/ 131193 h 142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1457" h="142528">
                  <a:moveTo>
                    <a:pt x="130987" y="131193"/>
                  </a:moveTo>
                  <a:cubicBezTo>
                    <a:pt x="131395" y="130604"/>
                    <a:pt x="131600" y="129623"/>
                    <a:pt x="131600" y="128838"/>
                  </a:cubicBezTo>
                  <a:cubicBezTo>
                    <a:pt x="131600" y="125696"/>
                    <a:pt x="131600" y="117647"/>
                    <a:pt x="127925" y="117647"/>
                  </a:cubicBezTo>
                  <a:cubicBezTo>
                    <a:pt x="127313" y="117647"/>
                    <a:pt x="126905" y="117647"/>
                    <a:pt x="122006" y="120396"/>
                  </a:cubicBezTo>
                  <a:cubicBezTo>
                    <a:pt x="109350" y="127071"/>
                    <a:pt x="100368" y="129819"/>
                    <a:pt x="82201" y="129819"/>
                  </a:cubicBezTo>
                  <a:cubicBezTo>
                    <a:pt x="42600" y="129819"/>
                    <a:pt x="19330" y="100175"/>
                    <a:pt x="19330" y="71512"/>
                  </a:cubicBezTo>
                  <a:cubicBezTo>
                    <a:pt x="19330" y="40690"/>
                    <a:pt x="45254" y="13205"/>
                    <a:pt x="81180" y="13205"/>
                  </a:cubicBezTo>
                  <a:cubicBezTo>
                    <a:pt x="94653" y="13205"/>
                    <a:pt x="106492" y="15364"/>
                    <a:pt x="120169" y="22432"/>
                  </a:cubicBezTo>
                  <a:cubicBezTo>
                    <a:pt x="122822" y="23806"/>
                    <a:pt x="123230" y="23806"/>
                    <a:pt x="123639" y="23806"/>
                  </a:cubicBezTo>
                  <a:cubicBezTo>
                    <a:pt x="126088" y="23806"/>
                    <a:pt x="126292" y="22628"/>
                    <a:pt x="127313" y="18113"/>
                  </a:cubicBezTo>
                  <a:cubicBezTo>
                    <a:pt x="127517" y="16739"/>
                    <a:pt x="128742" y="10849"/>
                    <a:pt x="128742" y="9867"/>
                  </a:cubicBezTo>
                  <a:cubicBezTo>
                    <a:pt x="128742" y="8101"/>
                    <a:pt x="127721" y="7512"/>
                    <a:pt x="127313" y="7315"/>
                  </a:cubicBezTo>
                  <a:cubicBezTo>
                    <a:pt x="126292" y="6726"/>
                    <a:pt x="114045" y="3193"/>
                    <a:pt x="102818" y="1622"/>
                  </a:cubicBezTo>
                  <a:cubicBezTo>
                    <a:pt x="100981" y="1426"/>
                    <a:pt x="93020" y="248"/>
                    <a:pt x="81793" y="248"/>
                  </a:cubicBezTo>
                  <a:cubicBezTo>
                    <a:pt x="32394" y="248"/>
                    <a:pt x="142" y="34996"/>
                    <a:pt x="142" y="71512"/>
                  </a:cubicBezTo>
                  <a:cubicBezTo>
                    <a:pt x="142" y="107242"/>
                    <a:pt x="31373" y="142776"/>
                    <a:pt x="82201" y="142776"/>
                  </a:cubicBezTo>
                  <a:cubicBezTo>
                    <a:pt x="99756" y="142776"/>
                    <a:pt x="110983" y="141206"/>
                    <a:pt x="130987" y="131193"/>
                  </a:cubicBezTo>
                  <a:close/>
                </a:path>
              </a:pathLst>
            </a:custGeom>
            <a:solidFill>
              <a:srgbClr val="000000"/>
            </a:solidFill>
            <a:ln w="102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5432486F-FE8E-C8FF-7314-CEB3476ECF5E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468013" y="5994014"/>
              <a:ext cx="86958" cy="136246"/>
            </a:xfrm>
            <a:custGeom>
              <a:avLst/>
              <a:gdLst>
                <a:gd name="connsiteX0" fmla="*/ 87116 w 86958"/>
                <a:gd name="connsiteY0" fmla="*/ 65622 h 136246"/>
                <a:gd name="connsiteX1" fmla="*/ 52414 w 86958"/>
                <a:gd name="connsiteY1" fmla="*/ 32248 h 136246"/>
                <a:gd name="connsiteX2" fmla="*/ 16284 w 86958"/>
                <a:gd name="connsiteY2" fmla="*/ 53843 h 136246"/>
                <a:gd name="connsiteX3" fmla="*/ 16080 w 86958"/>
                <a:gd name="connsiteY3" fmla="*/ 53843 h 136246"/>
                <a:gd name="connsiteX4" fmla="*/ 16080 w 86958"/>
                <a:gd name="connsiteY4" fmla="*/ 8886 h 136246"/>
                <a:gd name="connsiteX5" fmla="*/ 8119 w 86958"/>
                <a:gd name="connsiteY5" fmla="*/ 248 h 136246"/>
                <a:gd name="connsiteX6" fmla="*/ 158 w 86958"/>
                <a:gd name="connsiteY6" fmla="*/ 8886 h 136246"/>
                <a:gd name="connsiteX7" fmla="*/ 158 w 86958"/>
                <a:gd name="connsiteY7" fmla="*/ 127856 h 136246"/>
                <a:gd name="connsiteX8" fmla="*/ 8323 w 86958"/>
                <a:gd name="connsiteY8" fmla="*/ 136494 h 136246"/>
                <a:gd name="connsiteX9" fmla="*/ 16488 w 86958"/>
                <a:gd name="connsiteY9" fmla="*/ 127856 h 136246"/>
                <a:gd name="connsiteX10" fmla="*/ 16488 w 86958"/>
                <a:gd name="connsiteY10" fmla="*/ 77009 h 136246"/>
                <a:gd name="connsiteX11" fmla="*/ 46290 w 86958"/>
                <a:gd name="connsiteY11" fmla="*/ 44616 h 136246"/>
                <a:gd name="connsiteX12" fmla="*/ 70786 w 86958"/>
                <a:gd name="connsiteY12" fmla="*/ 66997 h 136246"/>
                <a:gd name="connsiteX13" fmla="*/ 70786 w 86958"/>
                <a:gd name="connsiteY13" fmla="*/ 127856 h 136246"/>
                <a:gd name="connsiteX14" fmla="*/ 78951 w 86958"/>
                <a:gd name="connsiteY14" fmla="*/ 136494 h 136246"/>
                <a:gd name="connsiteX15" fmla="*/ 87116 w 86958"/>
                <a:gd name="connsiteY15" fmla="*/ 127856 h 136246"/>
                <a:gd name="connsiteX16" fmla="*/ 87116 w 86958"/>
                <a:gd name="connsiteY16" fmla="*/ 65622 h 13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58" h="136246">
                  <a:moveTo>
                    <a:pt x="87116" y="65622"/>
                  </a:moveTo>
                  <a:cubicBezTo>
                    <a:pt x="87116" y="43831"/>
                    <a:pt x="76093" y="32248"/>
                    <a:pt x="52414" y="32248"/>
                  </a:cubicBezTo>
                  <a:cubicBezTo>
                    <a:pt x="33226" y="32248"/>
                    <a:pt x="21795" y="43831"/>
                    <a:pt x="16284" y="53843"/>
                  </a:cubicBezTo>
                  <a:lnTo>
                    <a:pt x="16080" y="53843"/>
                  </a:lnTo>
                  <a:lnTo>
                    <a:pt x="16080" y="8886"/>
                  </a:lnTo>
                  <a:cubicBezTo>
                    <a:pt x="16080" y="4959"/>
                    <a:pt x="16080" y="248"/>
                    <a:pt x="8119" y="248"/>
                  </a:cubicBezTo>
                  <a:cubicBezTo>
                    <a:pt x="158" y="248"/>
                    <a:pt x="158" y="4959"/>
                    <a:pt x="158" y="8886"/>
                  </a:cubicBezTo>
                  <a:lnTo>
                    <a:pt x="158" y="127856"/>
                  </a:lnTo>
                  <a:cubicBezTo>
                    <a:pt x="158" y="131979"/>
                    <a:pt x="158" y="136494"/>
                    <a:pt x="8323" y="136494"/>
                  </a:cubicBezTo>
                  <a:cubicBezTo>
                    <a:pt x="16488" y="136494"/>
                    <a:pt x="16488" y="131979"/>
                    <a:pt x="16488" y="127856"/>
                  </a:cubicBezTo>
                  <a:lnTo>
                    <a:pt x="16488" y="77009"/>
                  </a:lnTo>
                  <a:cubicBezTo>
                    <a:pt x="16488" y="58948"/>
                    <a:pt x="28327" y="44616"/>
                    <a:pt x="46290" y="44616"/>
                  </a:cubicBezTo>
                  <a:cubicBezTo>
                    <a:pt x="68336" y="44616"/>
                    <a:pt x="70786" y="56395"/>
                    <a:pt x="70786" y="66997"/>
                  </a:cubicBezTo>
                  <a:lnTo>
                    <a:pt x="70786" y="127856"/>
                  </a:lnTo>
                  <a:cubicBezTo>
                    <a:pt x="70786" y="131979"/>
                    <a:pt x="70786" y="136494"/>
                    <a:pt x="78951" y="136494"/>
                  </a:cubicBezTo>
                  <a:cubicBezTo>
                    <a:pt x="87116" y="136494"/>
                    <a:pt x="87116" y="131979"/>
                    <a:pt x="87116" y="127856"/>
                  </a:cubicBezTo>
                  <a:lnTo>
                    <a:pt x="87116" y="65622"/>
                  </a:lnTo>
                  <a:close/>
                </a:path>
              </a:pathLst>
            </a:custGeom>
            <a:solidFill>
              <a:srgbClr val="000000"/>
            </a:solidFill>
            <a:ln w="102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5D221EE2-924B-3E3F-9152-86C44D3ACC9F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2588449" y="6025032"/>
              <a:ext cx="86958" cy="107190"/>
            </a:xfrm>
            <a:custGeom>
              <a:avLst/>
              <a:gdLst>
                <a:gd name="connsiteX0" fmla="*/ 87128 w 86958"/>
                <a:gd name="connsiteY0" fmla="*/ 35782 h 107190"/>
                <a:gd name="connsiteX1" fmla="*/ 46711 w 86958"/>
                <a:gd name="connsiteY1" fmla="*/ 248 h 107190"/>
                <a:gd name="connsiteX2" fmla="*/ 11397 w 86958"/>
                <a:gd name="connsiteY2" fmla="*/ 7119 h 107190"/>
                <a:gd name="connsiteX3" fmla="*/ 6090 w 86958"/>
                <a:gd name="connsiteY3" fmla="*/ 9867 h 107190"/>
                <a:gd name="connsiteX4" fmla="*/ 4661 w 86958"/>
                <a:gd name="connsiteY4" fmla="*/ 12616 h 107190"/>
                <a:gd name="connsiteX5" fmla="*/ 8335 w 86958"/>
                <a:gd name="connsiteY5" fmla="*/ 23021 h 107190"/>
                <a:gd name="connsiteX6" fmla="*/ 12214 w 86958"/>
                <a:gd name="connsiteY6" fmla="*/ 21254 h 107190"/>
                <a:gd name="connsiteX7" fmla="*/ 46303 w 86958"/>
                <a:gd name="connsiteY7" fmla="*/ 11831 h 107190"/>
                <a:gd name="connsiteX8" fmla="*/ 70798 w 86958"/>
                <a:gd name="connsiteY8" fmla="*/ 36567 h 107190"/>
                <a:gd name="connsiteX9" fmla="*/ 70798 w 86958"/>
                <a:gd name="connsiteY9" fmla="*/ 44420 h 107190"/>
                <a:gd name="connsiteX10" fmla="*/ 170 w 86958"/>
                <a:gd name="connsiteY10" fmla="*/ 78383 h 107190"/>
                <a:gd name="connsiteX11" fmla="*/ 30585 w 86958"/>
                <a:gd name="connsiteY11" fmla="*/ 107439 h 107190"/>
                <a:gd name="connsiteX12" fmla="*/ 71206 w 86958"/>
                <a:gd name="connsiteY12" fmla="*/ 91340 h 107190"/>
                <a:gd name="connsiteX13" fmla="*/ 71206 w 86958"/>
                <a:gd name="connsiteY13" fmla="*/ 96837 h 107190"/>
                <a:gd name="connsiteX14" fmla="*/ 79167 w 86958"/>
                <a:gd name="connsiteY14" fmla="*/ 105475 h 107190"/>
                <a:gd name="connsiteX15" fmla="*/ 87128 w 86958"/>
                <a:gd name="connsiteY15" fmla="*/ 96837 h 107190"/>
                <a:gd name="connsiteX16" fmla="*/ 87128 w 86958"/>
                <a:gd name="connsiteY16" fmla="*/ 35782 h 107190"/>
                <a:gd name="connsiteX17" fmla="*/ 70798 w 86958"/>
                <a:gd name="connsiteY17" fmla="*/ 73672 h 107190"/>
                <a:gd name="connsiteX18" fmla="*/ 40383 w 86958"/>
                <a:gd name="connsiteY18" fmla="*/ 95070 h 107190"/>
                <a:gd name="connsiteX19" fmla="*/ 15888 w 86958"/>
                <a:gd name="connsiteY19" fmla="*/ 78187 h 107190"/>
                <a:gd name="connsiteX20" fmla="*/ 35892 w 86958"/>
                <a:gd name="connsiteY20" fmla="*/ 57573 h 107190"/>
                <a:gd name="connsiteX21" fmla="*/ 70798 w 86958"/>
                <a:gd name="connsiteY21" fmla="*/ 52076 h 107190"/>
                <a:gd name="connsiteX22" fmla="*/ 70798 w 86958"/>
                <a:gd name="connsiteY22" fmla="*/ 73672 h 10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6958" h="107190">
                  <a:moveTo>
                    <a:pt x="87128" y="35782"/>
                  </a:moveTo>
                  <a:cubicBezTo>
                    <a:pt x="87128" y="16542"/>
                    <a:pt x="71206" y="248"/>
                    <a:pt x="46711" y="248"/>
                  </a:cubicBezTo>
                  <a:cubicBezTo>
                    <a:pt x="36913" y="248"/>
                    <a:pt x="24870" y="1426"/>
                    <a:pt x="11397" y="7119"/>
                  </a:cubicBezTo>
                  <a:cubicBezTo>
                    <a:pt x="10989" y="7512"/>
                    <a:pt x="7315" y="9082"/>
                    <a:pt x="6090" y="9867"/>
                  </a:cubicBezTo>
                  <a:cubicBezTo>
                    <a:pt x="4661" y="10653"/>
                    <a:pt x="4661" y="12223"/>
                    <a:pt x="4661" y="12616"/>
                  </a:cubicBezTo>
                  <a:cubicBezTo>
                    <a:pt x="4661" y="14775"/>
                    <a:pt x="4661" y="23021"/>
                    <a:pt x="8335" y="23021"/>
                  </a:cubicBezTo>
                  <a:cubicBezTo>
                    <a:pt x="8948" y="23021"/>
                    <a:pt x="9356" y="23021"/>
                    <a:pt x="12214" y="21254"/>
                  </a:cubicBezTo>
                  <a:cubicBezTo>
                    <a:pt x="24665" y="13794"/>
                    <a:pt x="35280" y="11831"/>
                    <a:pt x="46303" y="11831"/>
                  </a:cubicBezTo>
                  <a:cubicBezTo>
                    <a:pt x="63041" y="11831"/>
                    <a:pt x="70798" y="23217"/>
                    <a:pt x="70798" y="36567"/>
                  </a:cubicBezTo>
                  <a:lnTo>
                    <a:pt x="70798" y="44420"/>
                  </a:lnTo>
                  <a:cubicBezTo>
                    <a:pt x="17929" y="45598"/>
                    <a:pt x="170" y="61892"/>
                    <a:pt x="170" y="78383"/>
                  </a:cubicBezTo>
                  <a:cubicBezTo>
                    <a:pt x="170" y="92518"/>
                    <a:pt x="11397" y="107439"/>
                    <a:pt x="30585" y="107439"/>
                  </a:cubicBezTo>
                  <a:cubicBezTo>
                    <a:pt x="44057" y="107439"/>
                    <a:pt x="61816" y="103120"/>
                    <a:pt x="71206" y="91340"/>
                  </a:cubicBezTo>
                  <a:lnTo>
                    <a:pt x="71206" y="96837"/>
                  </a:lnTo>
                  <a:cubicBezTo>
                    <a:pt x="71206" y="100764"/>
                    <a:pt x="71206" y="105475"/>
                    <a:pt x="79167" y="105475"/>
                  </a:cubicBezTo>
                  <a:cubicBezTo>
                    <a:pt x="87128" y="105475"/>
                    <a:pt x="87128" y="100764"/>
                    <a:pt x="87128" y="96837"/>
                  </a:cubicBezTo>
                  <a:lnTo>
                    <a:pt x="87128" y="35782"/>
                  </a:lnTo>
                  <a:close/>
                  <a:moveTo>
                    <a:pt x="70798" y="73672"/>
                  </a:moveTo>
                  <a:cubicBezTo>
                    <a:pt x="70798" y="95070"/>
                    <a:pt x="42220" y="95070"/>
                    <a:pt x="40383" y="95070"/>
                  </a:cubicBezTo>
                  <a:cubicBezTo>
                    <a:pt x="27319" y="95070"/>
                    <a:pt x="15888" y="88396"/>
                    <a:pt x="15888" y="78187"/>
                  </a:cubicBezTo>
                  <a:cubicBezTo>
                    <a:pt x="15888" y="67389"/>
                    <a:pt x="26503" y="60911"/>
                    <a:pt x="35892" y="57573"/>
                  </a:cubicBezTo>
                  <a:cubicBezTo>
                    <a:pt x="48752" y="53058"/>
                    <a:pt x="61000" y="52469"/>
                    <a:pt x="70798" y="52076"/>
                  </a:cubicBezTo>
                  <a:lnTo>
                    <a:pt x="70798" y="73672"/>
                  </a:lnTo>
                  <a:close/>
                </a:path>
              </a:pathLst>
            </a:custGeom>
            <a:solidFill>
              <a:srgbClr val="000000"/>
            </a:solidFill>
            <a:ln w="102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5938A8D3-A43F-4899-3952-031C7AB0DA12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2700571" y="5998726"/>
              <a:ext cx="80221" cy="133497"/>
            </a:xfrm>
            <a:custGeom>
              <a:avLst/>
              <a:gdLst>
                <a:gd name="connsiteX0" fmla="*/ 38762 w 80221"/>
                <a:gd name="connsiteY0" fmla="*/ 41868 h 133497"/>
                <a:gd name="connsiteX1" fmla="*/ 67135 w 80221"/>
                <a:gd name="connsiteY1" fmla="*/ 41868 h 133497"/>
                <a:gd name="connsiteX2" fmla="*/ 76117 w 80221"/>
                <a:gd name="connsiteY2" fmla="*/ 35782 h 133497"/>
                <a:gd name="connsiteX3" fmla="*/ 67135 w 80221"/>
                <a:gd name="connsiteY3" fmla="*/ 29499 h 133497"/>
                <a:gd name="connsiteX4" fmla="*/ 38762 w 80221"/>
                <a:gd name="connsiteY4" fmla="*/ 29499 h 133497"/>
                <a:gd name="connsiteX5" fmla="*/ 38762 w 80221"/>
                <a:gd name="connsiteY5" fmla="*/ 8886 h 133497"/>
                <a:gd name="connsiteX6" fmla="*/ 31209 w 80221"/>
                <a:gd name="connsiteY6" fmla="*/ 248 h 133497"/>
                <a:gd name="connsiteX7" fmla="*/ 23452 w 80221"/>
                <a:gd name="connsiteY7" fmla="*/ 8886 h 133497"/>
                <a:gd name="connsiteX8" fmla="*/ 23452 w 80221"/>
                <a:gd name="connsiteY8" fmla="*/ 29499 h 133497"/>
                <a:gd name="connsiteX9" fmla="*/ 9163 w 80221"/>
                <a:gd name="connsiteY9" fmla="*/ 29499 h 133497"/>
                <a:gd name="connsiteX10" fmla="*/ 182 w 80221"/>
                <a:gd name="connsiteY10" fmla="*/ 35585 h 133497"/>
                <a:gd name="connsiteX11" fmla="*/ 9163 w 80221"/>
                <a:gd name="connsiteY11" fmla="*/ 41868 h 133497"/>
                <a:gd name="connsiteX12" fmla="*/ 23044 w 80221"/>
                <a:gd name="connsiteY12" fmla="*/ 41868 h 133497"/>
                <a:gd name="connsiteX13" fmla="*/ 23044 w 80221"/>
                <a:gd name="connsiteY13" fmla="*/ 105279 h 133497"/>
                <a:gd name="connsiteX14" fmla="*/ 44273 w 80221"/>
                <a:gd name="connsiteY14" fmla="*/ 133746 h 133497"/>
                <a:gd name="connsiteX15" fmla="*/ 66319 w 80221"/>
                <a:gd name="connsiteY15" fmla="*/ 130015 h 133497"/>
                <a:gd name="connsiteX16" fmla="*/ 80404 w 80221"/>
                <a:gd name="connsiteY16" fmla="*/ 121377 h 133497"/>
                <a:gd name="connsiteX17" fmla="*/ 78975 w 80221"/>
                <a:gd name="connsiteY17" fmla="*/ 116077 h 133497"/>
                <a:gd name="connsiteX18" fmla="*/ 75709 w 80221"/>
                <a:gd name="connsiteY18" fmla="*/ 112150 h 133497"/>
                <a:gd name="connsiteX19" fmla="*/ 72851 w 80221"/>
                <a:gd name="connsiteY19" fmla="*/ 113525 h 133497"/>
                <a:gd name="connsiteX20" fmla="*/ 49989 w 80221"/>
                <a:gd name="connsiteY20" fmla="*/ 120985 h 133497"/>
                <a:gd name="connsiteX21" fmla="*/ 38762 w 80221"/>
                <a:gd name="connsiteY21" fmla="*/ 101942 h 133497"/>
                <a:gd name="connsiteX22" fmla="*/ 38762 w 80221"/>
                <a:gd name="connsiteY22" fmla="*/ 41868 h 13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0221" h="133497">
                  <a:moveTo>
                    <a:pt x="38762" y="41868"/>
                  </a:moveTo>
                  <a:lnTo>
                    <a:pt x="67135" y="41868"/>
                  </a:lnTo>
                  <a:cubicBezTo>
                    <a:pt x="69585" y="41868"/>
                    <a:pt x="76117" y="41868"/>
                    <a:pt x="76117" y="35782"/>
                  </a:cubicBezTo>
                  <a:cubicBezTo>
                    <a:pt x="76117" y="29499"/>
                    <a:pt x="69789" y="29499"/>
                    <a:pt x="67135" y="29499"/>
                  </a:cubicBezTo>
                  <a:lnTo>
                    <a:pt x="38762" y="29499"/>
                  </a:lnTo>
                  <a:lnTo>
                    <a:pt x="38762" y="8886"/>
                  </a:lnTo>
                  <a:cubicBezTo>
                    <a:pt x="38762" y="5352"/>
                    <a:pt x="38762" y="248"/>
                    <a:pt x="31209" y="248"/>
                  </a:cubicBezTo>
                  <a:cubicBezTo>
                    <a:pt x="23452" y="248"/>
                    <a:pt x="23452" y="5156"/>
                    <a:pt x="23452" y="8886"/>
                  </a:cubicBezTo>
                  <a:lnTo>
                    <a:pt x="23452" y="29499"/>
                  </a:lnTo>
                  <a:lnTo>
                    <a:pt x="9163" y="29499"/>
                  </a:lnTo>
                  <a:cubicBezTo>
                    <a:pt x="6714" y="29499"/>
                    <a:pt x="182" y="29499"/>
                    <a:pt x="182" y="35585"/>
                  </a:cubicBezTo>
                  <a:cubicBezTo>
                    <a:pt x="182" y="41868"/>
                    <a:pt x="6510" y="41868"/>
                    <a:pt x="9163" y="41868"/>
                  </a:cubicBezTo>
                  <a:lnTo>
                    <a:pt x="23044" y="41868"/>
                  </a:lnTo>
                  <a:lnTo>
                    <a:pt x="23044" y="105279"/>
                  </a:lnTo>
                  <a:cubicBezTo>
                    <a:pt x="23044" y="118629"/>
                    <a:pt x="27331" y="133746"/>
                    <a:pt x="44273" y="133746"/>
                  </a:cubicBezTo>
                  <a:cubicBezTo>
                    <a:pt x="47131" y="133746"/>
                    <a:pt x="56113" y="133549"/>
                    <a:pt x="66319" y="130015"/>
                  </a:cubicBezTo>
                  <a:cubicBezTo>
                    <a:pt x="66931" y="129819"/>
                    <a:pt x="80404" y="125107"/>
                    <a:pt x="80404" y="121377"/>
                  </a:cubicBezTo>
                  <a:cubicBezTo>
                    <a:pt x="80404" y="120788"/>
                    <a:pt x="79383" y="117647"/>
                    <a:pt x="78975" y="116077"/>
                  </a:cubicBezTo>
                  <a:cubicBezTo>
                    <a:pt x="78362" y="113721"/>
                    <a:pt x="77954" y="112150"/>
                    <a:pt x="75709" y="112150"/>
                  </a:cubicBezTo>
                  <a:cubicBezTo>
                    <a:pt x="74688" y="112150"/>
                    <a:pt x="73872" y="112936"/>
                    <a:pt x="72851" y="113525"/>
                  </a:cubicBezTo>
                  <a:cubicBezTo>
                    <a:pt x="66319" y="118236"/>
                    <a:pt x="58562" y="120985"/>
                    <a:pt x="49989" y="120985"/>
                  </a:cubicBezTo>
                  <a:cubicBezTo>
                    <a:pt x="40599" y="120985"/>
                    <a:pt x="38762" y="110776"/>
                    <a:pt x="38762" y="101942"/>
                  </a:cubicBezTo>
                  <a:lnTo>
                    <a:pt x="38762" y="41868"/>
                  </a:lnTo>
                  <a:close/>
                </a:path>
              </a:pathLst>
            </a:custGeom>
            <a:solidFill>
              <a:srgbClr val="000000"/>
            </a:solidFill>
            <a:ln w="102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169193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Wahr"/>
  <p:tag name="EMBEDFONTS" val="Falsch"/>
  <p:tag name="USEBOLDAMS" val="Falsch"/>
  <p:tag name="DEFAULTDISPLAYSOURCE" val="\documentclass{slides}&#10;\usepackage[ngerman]{babel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256"/>
  <p:tag name="DEFAULTBLEND" val="Falsch"/>
  <p:tag name="DEFAULTTRANSPARENT" val="Falsch"/>
  <p:tag name="DEFAULTWORKAROUNDTRANSPARENCYBUG" val="Falsch"/>
  <p:tag name="DEFAULTRESOLUTION" val="300"/>
  <p:tag name="DEFAULTMAGNIFICATION" val="0,8"/>
  <p:tag name="DEFAULTFONTSIZE" val="10"/>
  <p:tag name="DEFAULTWIDTH" val="526"/>
  <p:tag name="DEFAULTHEIGHT" val="34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Prof.~Dr.~Andreas Vogt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37"/>
  <p:tag name="PICTUREFILESIZE" val="35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{\bf\Large Mathematische Grundlagen der Informatik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74"/>
  <p:tag name="PICTUREFILESIZE" val="925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[10pt]{slides}&#10;\usepackage{pstricks}&#10;%Layout&#10;\textwidth297mm&#10;%Macros&#10;\newcommand{\myitemi}{$\bullet$\hspace*{1ex}}&#10;\newcommand{\myenumi}[1]{#1\hspace*{1ex}}&#10;\newcommand{\mytitle}[1]{\bf\large #1}&#10;\pagestyle{empty}&#10;\begin{document}&#10; \begin{center}&#10; \bf &#10; {\large Einleitung}&#10;  \end{center}&#10;\end{document}&#10;"/>
  <p:tag name="FILENAME" val="txp_fig"/>
  <p:tag name="FORMAT" val="png256"/>
  <p:tag name="RES" val="300"/>
  <p:tag name="BLEND" val="0"/>
  <p:tag name="TRANSPARENT" val="1"/>
  <p:tag name="TBUG" val="0"/>
  <p:tag name="ALLOWFS" val="0"/>
  <p:tag name="ORIGWIDTH" val="129"/>
  <p:tag name="PICTUREFILESIZE" val="240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{\bf\Large Mathematische Grundlagen der Informatik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74"/>
  <p:tag name="PICTUREFILESIZE" val="925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9779"/>
  <p:tag name="ORIGINALWIDTH" val="2657.668"/>
  <p:tag name="LATEXADDIN" val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Warum \red Mathematik\black?&#10;\end{document}&#10;"/>
  <p:tag name="IGUANATEXSIZE" val="20"/>
  <p:tag name="IGUANATEXCURSOR" val="36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8.9576"/>
  <p:tag name="ORIGINALWIDTH" val="2277.465"/>
  <p:tag name="LATEXADDIN" val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Aus $2\frac14$ Gründen...&#10;\end{document}&#10;"/>
  <p:tag name="IGUANATEXSIZE" val="20"/>
  <p:tag name="IGUANATEXCURSOR" val="36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Warum  Mathematik?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80"/>
  <p:tag name="PICTUREFILESIZE" val="419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f 1. Anwendungen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85"/>
  <p:tag name="PICTUREFILESIZE" val="268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``Was ist der k\&quot;urzeste Weg von Genf nach Davos?''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22"/>
  <p:tag name="PICTUREFILESIZE" val="706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``Wie kann man Nachrichten im Internet verschicken, die nur mein Kommunikations\-partner lesen kann?''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30"/>
  <p:tag name="PICTUREFILESIZE" val="12224"/>
  <p:tag name="TEXPOINTSCALING" val="0.86509264568949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9.2239"/>
  <p:tag name="ORIGINALWIDTH" val="2263.217"/>
  <p:tag name="LATEXADDIN" val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to$ Graphentheorie &#10;\end{document}&#10;"/>
  <p:tag name="IGUANATEXSIZE" val="20"/>
  <p:tag name="IGUANATEXCURSOR" val="35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.2235"/>
  <p:tag name="ORIGINALWIDTH" val="2135.733"/>
  <p:tag name="LATEXADDIN" val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to$ Kryptographie &#10;\end{document}&#10;"/>
  <p:tag name="IGUANATEXSIZE" val="20"/>
  <p:tag name="IGUANATEXCURSOR" val="35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Warum  Mathematik?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80"/>
  <p:tag name="PICTUREFILESIZE" val="419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f 1. Anwendungen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85"/>
  <p:tag name="PICTUREFILESIZE" val="268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7.96457"/>
  <p:tag name="ORIGINALWIDTH" val="959.573"/>
  <p:tag name="LATEXADDIN" val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``Wie kann ich in Computerspielen physikalische Objekte korrekt bewegen?''&#10;\end{document}&#10;"/>
  <p:tag name="IGUANATEXSIZE" val="20"/>
  <p:tag name="IGUANATEXCURSOR" val="40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0.18229"/>
  <p:tag name="ORIGINALWIDTH" val="959.573"/>
  <p:tag name="LATEXADDIN" val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``Was steckt hinter QR Codes?''&#10;\end{document}&#10;"/>
  <p:tag name="IGUANATEXSIZE" val="20"/>
  <p:tag name="IGUANATEXCURSOR" val="365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0.61866"/>
  <p:tag name="ORIGINALWIDTH" val="959.1366"/>
  <p:tag name="LATEXADDIN" val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to$ Physik für Computer Science &#10;\end{document}&#10;"/>
  <p:tag name="IGUANATEXSIZE" val="20"/>
  <p:tag name="IGUANATEXCURSOR" val="370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.76394"/>
  <p:tag name="ORIGINALWIDTH" val="959.573"/>
  <p:tag name="LATEXADDIN" val="\documentclass{slides}&#10;\usepackage{pstricks}&#10;\usepackage{color}&#10;%layout&#10;\textwidth4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to$ Mathematik für die Datenkommunikation &#10;\end{document}&#10;"/>
  <p:tag name="IGUANATEXSIZE" val="20"/>
  <p:tag name="IGUANATEXCURSOR" val="8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Warum  Mathematik?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80"/>
  <p:tag name="PICTUREFILESIZE" val="419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f 1. Anwendungen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85"/>
  <p:tag name="PICTUREFILESIZE" val="268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.27307"/>
  <p:tag name="ORIGINALWIDTH" val="959.573"/>
  <p:tag name="LATEXADDIN" val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``Wie funktioniert der Bayes Spam Filter?''&#10;\end{document}&#10;"/>
  <p:tag name="IGUANATEXSIZE" val="20"/>
  <p:tag name="IGUANATEXCURSOR" val="35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.52787"/>
  <p:tag name="ORIGINALWIDTH" val="960.4457"/>
  <p:tag name="LATEXADDIN" val="\documentclass{slides}&#10;\usepackage{pstricks}&#10;\usepackage{color}&#10;%layout&#10;\textwidth30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Machine Learning, AI, Bildverarbeitung, Verfikation von Algorithmen, \\ Laufzeitanalysen, Compilerbau,...&#10;\end{document}&#10;"/>
  <p:tag name="IGUANATEXSIZE" val="20"/>
  <p:tag name="IGUANATEXCURSOR" val="42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.9775"/>
  <p:tag name="ORIGINALWIDTH" val="2758.905"/>
  <p:tag name="LATEXADDIN" val="\documentclass{slides}&#10;\usepackage{pstricks}&#10;\usepackage{color}&#10;%layout&#10;\textwidth1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$\to$ diskrete Stochastik&#10;\end{document}&#10;"/>
  <p:tag name="IGUANATEXSIZE" val="20"/>
  <p:tag name="IGUANATEXCURSOR" val="36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.40024"/>
  <p:tag name="ORIGINALWIDTH" val="959.7911"/>
  <p:tag name="LATEXADDIN" val="\documentclass{slides}&#10;\usepackage{pstricks}&#10;\usepackage{color}&#10;%layout&#10;\textwidth450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Weitere zahlreiche Anwendungen in allen möglichen Gebieten:&#10;\end{document}&#10;"/>
  <p:tag name="IGUANATEXSIZE" val="20"/>
  <p:tag name="IGUANATEXCURSOR" val="396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f 2. Abstraktionstraining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55"/>
  <p:tag name="PICTUREFILESIZE" val="364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``Niemand macht beim Klettern eine Hangwaage, sie zu k\&quot;onnen hilft aber sehr!''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904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Warum  Mathematik?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80"/>
  <p:tag name="PICTUREFILESIZE" val="419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bf 3. \&quot;Asthetische Komponente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12"/>
  <p:tag name="PICTUREFILESIZE" val="406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\mytitle{Warum  Mathematik?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80"/>
  <p:tag name="PICTUREFILESIZE" val="419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&#10;Der mathematische Formalismus mit&#10;seinen klaren logischen Regeln ohne aus\-schmückenden  Ballast hat schon was für sich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390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Zudem: ``Manche Beweise sind einfach sch\&quot;on!''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77"/>
  <p:tag name="PICTUREFILESIZE" val="570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(Beweise stehen bei uns nicht im Zentrum!)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44"/>
  <p:tag name="PICTUREFILESIZE" val="554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\mytitle{Organisatorisches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33"/>
  <p:tag name="PICTUREFILESIZE" val="381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9.2239"/>
  <p:tag name="ORIGINALWIDTH" val="2377.203"/>
  <p:tag name="LATEXADDIN" val="\documentclass{slides}&#10;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l}[1]{ \begin{enumerate} \item[$\bullet$] #1 \end{enumerate} }&#10;\newcommand{\itmI}[1]{ \begin{enumerate} \item[(--)] #1 \end{enumerate} }&#10;\newcommand{\bsp}{\blue Example:} \newcommand{\bspe}{\blue Examples:} &#10;\newcommand{\afg}{\blue Exercise:} &#10;\newcommand{\afge}{\blue Exercises:} &#10;\newcommand{\df}{\blue Definition:}&#10;\newcommand{\eps}{\varepsilon}&#10;\newcommand{\li}{\lim_{n\to\infty}}&#10;\newcommand{\Fa}{\{a_n\}}&#10;\newcommand{\SF}[3]{\left.\vphantom{^1}#1\right|_{#2}^{#3}}&#10;\newcommand{\ds}{\displaystyle}&#10;\newcommand{\set}[1]{\left\{#1\right\}} \newcommand{\mN}{\mathbb{N}} &#10;\newcommand{\mR}{\mathbb{R}} \newcommand{\mQ}{\mathbb{Q}}&#10;&#10;\begin{document}&#10;&#10;\blue Flipped Classroom:&#10;\end{document}&#10;"/>
  <p:tag name="IGUANATEXSIZE" val="20"/>
  <p:tag name="IGUANATEXCURSOR" val="1225"/>
  <p:tag name="TRANSPARENCY" val="Falsch"/>
  <p:tag name="FILENAME" val=""/>
  <p:tag name="LATEXENGINEID" val="0"/>
  <p:tag name="TEMPFOLDER" val="C:\Users\andreas.vogt\Documents\tmp\"/>
  <p:tag name="LATEXFORMHEIGHT" val="312"/>
  <p:tag name="LATEXFORMWIDTH" val="384"/>
  <p:tag name="LATEXFORMWRAP" val="Wahr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.6548"/>
  <p:tag name="ORIGINALWIDTH" val="960.0093"/>
  <p:tag name="LATEXADDIN" val="\documentclass{slides}&#10;\include{macros}&#10;\begin{document}&#10;&#10;Mit diesem Wissen versuchen die Studierenden, die \&quot;Ubungsaufgaben zu l\&quot;osen.&#10;\end{document}&#10;"/>
  <p:tag name="IGUANATEXSIZE" val="20"/>
  <p:tag name="IGUANATEXCURSOR" val="130"/>
  <p:tag name="TRANSPARENCY" val="Falsch"/>
  <p:tag name="FILENAME" val=""/>
  <p:tag name="LATEXENGINEID" val="0"/>
  <p:tag name="TEMPFOLDER" val=".\"/>
  <p:tag name="LATEXFORMHEIGHT" val="312"/>
  <p:tag name="LATEXFORMWIDTH" val="384"/>
  <p:tag name="LATEXFORMWRAP" val="Wahr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.80055"/>
  <p:tag name="ORIGINALWIDTH" val="959.7911"/>
  <p:tag name="OUTPUTTYPE" val="PNG"/>
  <p:tag name="IGUANATEXVERSION" val="160"/>
  <p:tag name="LATEXADDIN" val="\documentclass{slides}&#10;\include{macros}&#10;\begin{document}&#10;&#10;Der Stoff ist mit Hilfe von Erkl\&quot;arvideos und &#10;Folien im Selbststudium flexibel von zu Hause (oder von sonstwo) zu erarbeiten.&#10;\end{document}&#10;"/>
  <p:tag name="IGUANATEXSIZE" val="20"/>
  <p:tag name="IGUANATEXCURSOR" val="164"/>
  <p:tag name="TRANSPARENCY" val="Falsch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&#10;Das wöchentliche Lösen der Übungsserien ist ein integraler Bestandteil des Moduls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963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\blue Übungsserie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37"/>
  <p:tag name="PICTUREFILESIZE" val="241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.9829"/>
  <p:tag name="ORIGINALWIDTH" val="960.0093"/>
  <p:tag name="LATEXADDIN" val="\documentclass{slides}&#10;\include{macros}&#10;\begin{document}&#10;&#10;Jede Woche gebe ich am {\red Montag um 16:15 Uhr und am Dienstag um  08:15 Uhr} vor Ort und per Teams eine kurze Zusammenfassung, präsentiere die Lösung von ausgewählten Übungsaufgaben und beantworte Fragen zur Theorie und den Übungsaufgaben. Anschliessend werden weitere Übungen zusammen gelöst.&#10;&#10;\end{document}&#10;"/>
  <p:tag name="IGUANATEXSIZE" val="20"/>
  <p:tag name="IGUANATEXCURSOR" val="12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9783"/>
  <p:tag name="ORIGINALWIDTH" val="1382.077"/>
  <p:tag name="LATEXADDIN" val="\documentclass{slides}&#10;\include{macros}&#10;\begin{document}&#10;&#10;\blue Modulnote:&#10;\end{document}&#10;"/>
  <p:tag name="IGUANATEXSIZE" val="20"/>
  <p:tag name="IGUANATEXCURSOR" val="6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&#10;\blue Hilfsmittel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7"/>
  <p:tag name="PICTUREFILESIZE" val="177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.60032"/>
  <p:tag name="ORIGINALWIDTH" val="959.573"/>
  <p:tag name="LATEXADDIN" val="\documentclass{slides}&#10;\include{macros}&#10;\begin{document}&#10;Prüfung 1: &#10;eine DIN A4 Seite (Vorder- und Rückseite)&#10;\end{document}&#10;"/>
  <p:tag name="IGUANATEXSIZE" val="20"/>
  <p:tag name="IGUANATEXCURSOR" val="7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.70937"/>
  <p:tag name="ORIGINALWIDTH" val="960.0093"/>
  <p:tag name="LATEXADDIN" val="\documentclass{slides}&#10;\include{macros}&#10;\begin{document}&#10;&#10;zwei Pr\&quot;ufungen \`a 60 Minuten (Prüfung 1: 40\%, Prüfung 2: 60\%)&#10;\end{document}&#10;"/>
  <p:tag name="IGUANATEXSIZE" val="20"/>
  <p:tag name="IGUANATEXCURSOR" val="11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.72756"/>
  <p:tag name="ORIGINALWIDTH" val="960.4457"/>
  <p:tag name="LATEXADDIN" val="\documentclass{slides}&#10;\include{macros}&#10;\begin{document}&#10;Prüfung 2: &#10;zwei DIN A4 Seiten (Vorder- und Rückseite)&#10;\end{document}&#10;"/>
  <p:tag name="IGUANATEXSIZE" val="20"/>
  <p:tag name="IGUANATEXCURSOR" val="87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\mytitle{Organisatorisches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33"/>
  <p:tag name="PICTUREFILESIZE" val="381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&#10;\ldots während des Kontaktunterrichts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57"/>
  <p:tag name="PICTUREFILESIZE" val="447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&#10;\red \bf \large Stellen Sie Fragen!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50"/>
  <p:tag name="PICTUREFILESIZE" val="392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&#10;\ldots per Email (\texttt{andreas.vogt@fhnw.ch})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66"/>
  <p:tag name="PICTUREFILESIZE" val="483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include{macros}&#10;\begin{document}&#10;&#10;\ldots oder auch anonym über mein Postfach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24"/>
  <p:tag name="PICTUREFILESIZE" val="484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88423"/>
  <p:tag name="ORIGINALWIDTH" val="187.7884"/>
  <p:tag name="OUTPUTTYPE" val="SVG"/>
  <p:tag name="IGUANATEXVERSION" val="160"/>
  <p:tag name="LATEXADDIN" val="\documentclass{slides}&#10;\include{macros}&#10;\begin{document}&#10;&#10;\ldots im Teams-Chat&#10;\end{document}&#10;"/>
  <p:tag name="IGUANATEXSIZE" val="20"/>
  <p:tag name="IGUANATEXCURSOR" val="78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855056"/>
  <p:tag name="ORIGINALWIDTH" val="1.928799"/>
  <p:tag name="LATEXADDIN" val="\documentclass{slides}&#10;\include{macros}&#10;\begin{document}&#10;&#10;\ldots im Teams-Chat&#10;\end{document}&#10;"/>
  <p:tag name="IGUANATEXSIZE" val="20"/>
  <p:tag name="IGUANATEXCURSOR" val="78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1"/>
  <p:tag name="EMFCHILD" val="Wah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855056"/>
  <p:tag name="ORIGINALWIDTH" val="1.928799"/>
  <p:tag name="EMFCHILD" val="Wah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855056"/>
  <p:tag name="ORIGINALWIDTH" val="1.928799"/>
  <p:tag name="EMFCHILD" val="Wah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29137"/>
  <p:tag name="ORIGINALWIDTH" val="1.928799"/>
  <p:tag name="EMFCHILD" val="Wah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503"/>
  <p:tag name="ORIGINALWIDTH" val="15.39084"/>
  <p:tag name="EMFCHILD" val="Wah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02368"/>
  <p:tag name="ORIGINALWIDTH" val="16.00727"/>
  <p:tag name="EMFCHILD" val="Wah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44182"/>
  <p:tag name="ORIGINALWIDTH" val="9.325936"/>
  <p:tag name="EMFCHILD" val="Wah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44182"/>
  <p:tag name="ORIGINALWIDTH" val="8.470933"/>
  <p:tag name="EMFCHILD" val="Wah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503"/>
  <p:tag name="ORIGINALWIDTH" val="15.39084"/>
  <p:tag name="EMFCHILD" val="Wah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44182"/>
  <p:tag name="ORIGINALWIDTH" val="8.252141"/>
  <p:tag name="EMFCHILD" val="Wah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204817"/>
  <p:tag name="ORIGINALWIDTH" val="6.621624"/>
  <p:tag name="EMFCHILD" val="Wah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88423"/>
  <p:tag name="ORIGINALWIDTH" val="12.80576"/>
  <p:tag name="EMFCHILD" val="Wah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27228"/>
  <p:tag name="ORIGINALWIDTH" val="8.470933"/>
  <p:tag name="EMFCHILD" val="Wah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44182"/>
  <p:tag name="ORIGINALWIDTH" val="8.470933"/>
  <p:tag name="EMFCHILD" val="Wah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.00449"/>
  <p:tag name="ORIGINALWIDTH" val="7.814654"/>
  <p:tag name="EMFCHILD" val="Wahr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A96C0376D138147AFD8A93DB6072E62" ma:contentTypeVersion="3" ma:contentTypeDescription="Ein neues Dokument erstellen." ma:contentTypeScope="" ma:versionID="7b6183dba92cfb1dc3c728ebc8e40250">
  <xsd:schema xmlns:xsd="http://www.w3.org/2001/XMLSchema" xmlns:xs="http://www.w3.org/2001/XMLSchema" xmlns:p="http://schemas.microsoft.com/office/2006/metadata/properties" xmlns:ns2="21bf46ba-4ab2-48e1-878b-391588be817c" targetNamespace="http://schemas.microsoft.com/office/2006/metadata/properties" ma:root="true" ma:fieldsID="738911e9f4fe1455424c4f27595063a5" ns2:_="">
    <xsd:import namespace="21bf46ba-4ab2-48e1-878b-391588be81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f46ba-4ab2-48e1-878b-391588be81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7AEF76-A739-4AF0-B3AE-24B7FE5804C6}"/>
</file>

<file path=customXml/itemProps2.xml><?xml version="1.0" encoding="utf-8"?>
<ds:datastoreItem xmlns:ds="http://schemas.openxmlformats.org/officeDocument/2006/customXml" ds:itemID="{6B617584-FCD9-47A0-A8AF-6D4E4D47AFA1}"/>
</file>

<file path=customXml/itemProps3.xml><?xml version="1.0" encoding="utf-8"?>
<ds:datastoreItem xmlns:ds="http://schemas.openxmlformats.org/officeDocument/2006/customXml" ds:itemID="{D79962C2-CFDC-49A0-8F0C-12EBC3A21A9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Bildschirmpräsentation (4:3)</PresentationFormat>
  <Paragraphs>0</Paragraphs>
  <Slides>9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1" baseType="lpstr">
      <vt:lpstr>Arial</vt:lpstr>
      <vt:lpstr>Standarddesign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Andreas Vogt</dc:creator>
  <cp:lastModifiedBy>Andreas Vogt</cp:lastModifiedBy>
  <cp:revision>385</cp:revision>
  <dcterms:created xsi:type="dcterms:W3CDTF">2005-01-22T10:46:42Z</dcterms:created>
  <dcterms:modified xsi:type="dcterms:W3CDTF">2026-09-14T13:58:13Z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0x0101008A96C0376D138147AFD8A93DB6072E62</vt:lpwstr>
  </property>
</Properties>
</file>